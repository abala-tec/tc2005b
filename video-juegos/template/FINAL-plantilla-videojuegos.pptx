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2" r:id="rId7"/>
    <p:sldId id="265" r:id="rId8"/>
    <p:sldId id="266" r:id="rId9"/>
    <p:sldId id="267" r:id="rId10"/>
    <p:sldId id="268" r:id="rId11"/>
    <p:sldId id="269" r:id="rId12"/>
    <p:sldId id="271" r:id="rId13"/>
    <p:sldId id="272" r:id="rId14"/>
    <p:sldId id="273" r:id="rId15"/>
    <p:sldId id="274" r:id="rId16"/>
    <p:sldId id="275" r:id="rId17"/>
    <p:sldId id="286" r:id="rId18"/>
    <p:sldId id="277" r:id="rId19"/>
    <p:sldId id="278" r:id="rId20"/>
    <p:sldId id="279" r:id="rId21"/>
    <p:sldId id="280" r:id="rId22"/>
    <p:sldId id="281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Neuromax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Neuromax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Neuromax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Neuromax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Neuromax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Neuromax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Neuromax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Neuromax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Neuromax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4CB4AA-7267-432D-6C38-C513601E3CD2}" v="13" dt="2026-10-23T16:30:06.463"/>
    <p1510:client id="{91CA72EA-7353-6BCA-466A-17D6A90A6378}" v="24" dt="2026-10-22T20:03:43.935"/>
    <p1510:client id="{D1220DAA-905C-D6B4-1BE5-F75CF703FAC8}" v="279" dt="2026-10-22T14:56:39.8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fonso Balandra Antelis" userId="S::abala@tec.mx::28ba9e3f-8dae-4bf5-851d-5bb8a2fa86a5" providerId="AD" clId="Web-{91CA72EA-7353-6BCA-466A-17D6A90A6378}"/>
    <pc:docChg chg="modSld">
      <pc:chgData name="Alfonso Balandra Antelis" userId="S::abala@tec.mx::28ba9e3f-8dae-4bf5-851d-5bb8a2fa86a5" providerId="AD" clId="Web-{91CA72EA-7353-6BCA-466A-17D6A90A6378}" dt="2026-10-22T20:03:43.935" v="23" actId="1076"/>
      <pc:docMkLst>
        <pc:docMk/>
      </pc:docMkLst>
      <pc:sldChg chg="modSp">
        <pc:chgData name="Alfonso Balandra Antelis" userId="S::abala@tec.mx::28ba9e3f-8dae-4bf5-851d-5bb8a2fa86a5" providerId="AD" clId="Web-{91CA72EA-7353-6BCA-466A-17D6A90A6378}" dt="2026-10-22T20:03:30.997" v="7" actId="1076"/>
        <pc:sldMkLst>
          <pc:docMk/>
          <pc:sldMk cId="0" sldId="279"/>
        </pc:sldMkLst>
        <pc:spChg chg="mod">
          <ac:chgData name="Alfonso Balandra Antelis" userId="S::abala@tec.mx::28ba9e3f-8dae-4bf5-851d-5bb8a2fa86a5" providerId="AD" clId="Web-{91CA72EA-7353-6BCA-466A-17D6A90A6378}" dt="2026-10-22T20:03:30.966" v="4" actId="1076"/>
          <ac:spMkLst>
            <pc:docMk/>
            <pc:sldMk cId="0" sldId="279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91CA72EA-7353-6BCA-466A-17D6A90A6378}" dt="2026-10-22T20:03:30.981" v="5" actId="1076"/>
          <ac:spMkLst>
            <pc:docMk/>
            <pc:sldMk cId="0" sldId="279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91CA72EA-7353-6BCA-466A-17D6A90A6378}" dt="2026-10-22T20:03:30.981" v="6" actId="1076"/>
          <ac:spMkLst>
            <pc:docMk/>
            <pc:sldMk cId="0" sldId="279"/>
            <ac:spMk id="24" creationId="{00000000-0000-0000-0000-000000000000}"/>
          </ac:spMkLst>
        </pc:spChg>
        <pc:spChg chg="mod">
          <ac:chgData name="Alfonso Balandra Antelis" userId="S::abala@tec.mx::28ba9e3f-8dae-4bf5-851d-5bb8a2fa86a5" providerId="AD" clId="Web-{91CA72EA-7353-6BCA-466A-17D6A90A6378}" dt="2026-10-22T20:03:30.997" v="7" actId="1076"/>
          <ac:spMkLst>
            <pc:docMk/>
            <pc:sldMk cId="0" sldId="279"/>
            <ac:spMk id="28" creationId="{00000000-0000-0000-0000-000000000000}"/>
          </ac:spMkLst>
        </pc:spChg>
      </pc:sldChg>
      <pc:sldChg chg="modSp">
        <pc:chgData name="Alfonso Balandra Antelis" userId="S::abala@tec.mx::28ba9e3f-8dae-4bf5-851d-5bb8a2fa86a5" providerId="AD" clId="Web-{91CA72EA-7353-6BCA-466A-17D6A90A6378}" dt="2026-10-22T20:03:43.935" v="23" actId="1076"/>
        <pc:sldMkLst>
          <pc:docMk/>
          <pc:sldMk cId="0" sldId="280"/>
        </pc:sldMkLst>
        <pc:spChg chg="mod">
          <ac:chgData name="Alfonso Balandra Antelis" userId="S::abala@tec.mx::28ba9e3f-8dae-4bf5-851d-5bb8a2fa86a5" providerId="AD" clId="Web-{91CA72EA-7353-6BCA-466A-17D6A90A6378}" dt="2026-10-22T20:03:39.247" v="8"/>
          <ac:spMkLst>
            <pc:docMk/>
            <pc:sldMk cId="0" sldId="280"/>
            <ac:spMk id="3" creationId="{00000000-0000-0000-0000-000000000000}"/>
          </ac:spMkLst>
        </pc:spChg>
        <pc:spChg chg="mod">
          <ac:chgData name="Alfonso Balandra Antelis" userId="S::abala@tec.mx::28ba9e3f-8dae-4bf5-851d-5bb8a2fa86a5" providerId="AD" clId="Web-{91CA72EA-7353-6BCA-466A-17D6A90A6378}" dt="2026-10-22T20:03:39.247" v="9"/>
          <ac:spMkLst>
            <pc:docMk/>
            <pc:sldMk cId="0" sldId="280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91CA72EA-7353-6BCA-466A-17D6A90A6378}" dt="2026-10-22T20:03:43.935" v="23" actId="1076"/>
          <ac:spMkLst>
            <pc:docMk/>
            <pc:sldMk cId="0" sldId="280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91CA72EA-7353-6BCA-466A-17D6A90A6378}" dt="2026-10-22T20:03:39.247" v="11"/>
          <ac:spMkLst>
            <pc:docMk/>
            <pc:sldMk cId="0" sldId="280"/>
            <ac:spMk id="6" creationId="{00000000-0000-0000-0000-000000000000}"/>
          </ac:spMkLst>
        </pc:spChg>
        <pc:spChg chg="mod">
          <ac:chgData name="Alfonso Balandra Antelis" userId="S::abala@tec.mx::28ba9e3f-8dae-4bf5-851d-5bb8a2fa86a5" providerId="AD" clId="Web-{91CA72EA-7353-6BCA-466A-17D6A90A6378}" dt="2026-10-22T20:03:39.247" v="12"/>
          <ac:spMkLst>
            <pc:docMk/>
            <pc:sldMk cId="0" sldId="280"/>
            <ac:spMk id="9" creationId="{00000000-0000-0000-0000-000000000000}"/>
          </ac:spMkLst>
        </pc:spChg>
        <pc:spChg chg="mod">
          <ac:chgData name="Alfonso Balandra Antelis" userId="S::abala@tec.mx::28ba9e3f-8dae-4bf5-851d-5bb8a2fa86a5" providerId="AD" clId="Web-{91CA72EA-7353-6BCA-466A-17D6A90A6378}" dt="2026-10-22T20:03:39.247" v="13"/>
          <ac:spMkLst>
            <pc:docMk/>
            <pc:sldMk cId="0" sldId="280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91CA72EA-7353-6BCA-466A-17D6A90A6378}" dt="2026-10-22T20:03:39.247" v="14"/>
          <ac:spMkLst>
            <pc:docMk/>
            <pc:sldMk cId="0" sldId="280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91CA72EA-7353-6BCA-466A-17D6A90A6378}" dt="2026-10-22T20:03:39.247" v="15"/>
          <ac:spMkLst>
            <pc:docMk/>
            <pc:sldMk cId="0" sldId="280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91CA72EA-7353-6BCA-466A-17D6A90A6378}" dt="2026-10-22T20:03:39.247" v="16"/>
          <ac:spMkLst>
            <pc:docMk/>
            <pc:sldMk cId="0" sldId="280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91CA72EA-7353-6BCA-466A-17D6A90A6378}" dt="2026-10-22T20:03:39.247" v="17"/>
          <ac:spMkLst>
            <pc:docMk/>
            <pc:sldMk cId="0" sldId="280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91CA72EA-7353-6BCA-466A-17D6A90A6378}" dt="2026-10-22T20:03:39.247" v="18"/>
          <ac:spMkLst>
            <pc:docMk/>
            <pc:sldMk cId="0" sldId="280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91CA72EA-7353-6BCA-466A-17D6A90A6378}" dt="2026-10-22T20:03:39.247" v="19"/>
          <ac:spMkLst>
            <pc:docMk/>
            <pc:sldMk cId="0" sldId="280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91CA72EA-7353-6BCA-466A-17D6A90A6378}" dt="2026-10-22T20:03:39.247" v="20"/>
          <ac:spMkLst>
            <pc:docMk/>
            <pc:sldMk cId="0" sldId="280"/>
            <ac:spMk id="17" creationId="{00000000-0000-0000-0000-000000000000}"/>
          </ac:spMkLst>
        </pc:spChg>
        <pc:spChg chg="mod">
          <ac:chgData name="Alfonso Balandra Antelis" userId="S::abala@tec.mx::28ba9e3f-8dae-4bf5-851d-5bb8a2fa86a5" providerId="AD" clId="Web-{91CA72EA-7353-6BCA-466A-17D6A90A6378}" dt="2026-10-22T20:03:39.247" v="21"/>
          <ac:spMkLst>
            <pc:docMk/>
            <pc:sldMk cId="0" sldId="280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91CA72EA-7353-6BCA-466A-17D6A90A6378}" dt="2026-10-22T20:03:39.451" v="22"/>
          <ac:spMkLst>
            <pc:docMk/>
            <pc:sldMk cId="0" sldId="280"/>
            <ac:spMk id="19" creationId="{00000000-0000-0000-0000-000000000000}"/>
          </ac:spMkLst>
        </pc:spChg>
      </pc:sldChg>
    </pc:docChg>
  </pc:docChgLst>
  <pc:docChgLst>
    <pc:chgData name="Alfonso Balandra Antelis" userId="S::abala@tec.mx::28ba9e3f-8dae-4bf5-851d-5bb8a2fa86a5" providerId="AD" clId="Web-{D1220DAA-905C-D6B4-1BE5-F75CF703FAC8}"/>
    <pc:docChg chg="modSld">
      <pc:chgData name="Alfonso Balandra Antelis" userId="S::abala@tec.mx::28ba9e3f-8dae-4bf5-851d-5bb8a2fa86a5" providerId="AD" clId="Web-{D1220DAA-905C-D6B4-1BE5-F75CF703FAC8}" dt="2026-10-22T14:56:39.847" v="277"/>
      <pc:docMkLst>
        <pc:docMk/>
      </pc:docMkLst>
      <pc:sldChg chg="modSp">
        <pc:chgData name="Alfonso Balandra Antelis" userId="S::abala@tec.mx::28ba9e3f-8dae-4bf5-851d-5bb8a2fa86a5" providerId="AD" clId="Web-{D1220DAA-905C-D6B4-1BE5-F75CF703FAC8}" dt="2026-10-22T14:49:44.758" v="20" actId="1076"/>
        <pc:sldMkLst>
          <pc:docMk/>
          <pc:sldMk cId="0" sldId="265"/>
        </pc:sldMkLst>
        <pc:spChg chg="mod">
          <ac:chgData name="Alfonso Balandra Antelis" userId="S::abala@tec.mx::28ba9e3f-8dae-4bf5-851d-5bb8a2fa86a5" providerId="AD" clId="Web-{D1220DAA-905C-D6B4-1BE5-F75CF703FAC8}" dt="2026-10-22T14:49:31.742" v="8"/>
          <ac:spMkLst>
            <pc:docMk/>
            <pc:sldMk cId="0" sldId="265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49:41.633" v="16" actId="1076"/>
          <ac:spMkLst>
            <pc:docMk/>
            <pc:sldMk cId="0" sldId="265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49:15.851" v="0"/>
          <ac:spMkLst>
            <pc:docMk/>
            <pc:sldMk cId="0" sldId="265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49:15.867" v="1"/>
          <ac:spMkLst>
            <pc:docMk/>
            <pc:sldMk cId="0" sldId="265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49:31.742" v="10"/>
          <ac:spMkLst>
            <pc:docMk/>
            <pc:sldMk cId="0" sldId="265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49:41.649" v="17" actId="1076"/>
          <ac:spMkLst>
            <pc:docMk/>
            <pc:sldMk cId="0" sldId="265"/>
            <ac:spMk id="19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49:15.867" v="2"/>
          <ac:spMkLst>
            <pc:docMk/>
            <pc:sldMk cId="0" sldId="265"/>
            <ac:spMk id="20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49:15.867" v="3"/>
          <ac:spMkLst>
            <pc:docMk/>
            <pc:sldMk cId="0" sldId="265"/>
            <ac:spMk id="21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49:31.742" v="12"/>
          <ac:spMkLst>
            <pc:docMk/>
            <pc:sldMk cId="0" sldId="265"/>
            <ac:spMk id="23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49:41.680" v="18" actId="1076"/>
          <ac:spMkLst>
            <pc:docMk/>
            <pc:sldMk cId="0" sldId="265"/>
            <ac:spMk id="24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49:15.867" v="4"/>
          <ac:spMkLst>
            <pc:docMk/>
            <pc:sldMk cId="0" sldId="265"/>
            <ac:spMk id="25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49:15.867" v="5"/>
          <ac:spMkLst>
            <pc:docMk/>
            <pc:sldMk cId="0" sldId="265"/>
            <ac:spMk id="26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49:31.742" v="14"/>
          <ac:spMkLst>
            <pc:docMk/>
            <pc:sldMk cId="0" sldId="265"/>
            <ac:spMk id="28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49:41.696" v="19" actId="1076"/>
          <ac:spMkLst>
            <pc:docMk/>
            <pc:sldMk cId="0" sldId="265"/>
            <ac:spMk id="29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49:15.867" v="6"/>
          <ac:spMkLst>
            <pc:docMk/>
            <pc:sldMk cId="0" sldId="265"/>
            <ac:spMk id="30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49:16.008" v="7"/>
          <ac:spMkLst>
            <pc:docMk/>
            <pc:sldMk cId="0" sldId="265"/>
            <ac:spMk id="31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49:44.758" v="20" actId="1076"/>
          <ac:spMkLst>
            <pc:docMk/>
            <pc:sldMk cId="0" sldId="265"/>
            <ac:spMk id="32" creationId="{00000000-0000-0000-0000-000000000000}"/>
          </ac:spMkLst>
        </pc:spChg>
      </pc:sldChg>
      <pc:sldChg chg="modSp">
        <pc:chgData name="Alfonso Balandra Antelis" userId="S::abala@tec.mx::28ba9e3f-8dae-4bf5-851d-5bb8a2fa86a5" providerId="AD" clId="Web-{D1220DAA-905C-D6B4-1BE5-F75CF703FAC8}" dt="2026-10-22T14:50:41.729" v="35"/>
        <pc:sldMkLst>
          <pc:docMk/>
          <pc:sldMk cId="0" sldId="266"/>
        </pc:sldMkLst>
        <pc:spChg chg="mod">
          <ac:chgData name="Alfonso Balandra Antelis" userId="S::abala@tec.mx::28ba9e3f-8dae-4bf5-851d-5bb8a2fa86a5" providerId="AD" clId="Web-{D1220DAA-905C-D6B4-1BE5-F75CF703FAC8}" dt="2026-10-22T14:50:03.337" v="21"/>
          <ac:spMkLst>
            <pc:docMk/>
            <pc:sldMk cId="0" sldId="266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0:15.931" v="28" actId="1076"/>
          <ac:spMkLst>
            <pc:docMk/>
            <pc:sldMk cId="0" sldId="266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0:03.337" v="23"/>
          <ac:spMkLst>
            <pc:docMk/>
            <pc:sldMk cId="0" sldId="266"/>
            <ac:spMk id="21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0:14.244" v="27" actId="1076"/>
          <ac:spMkLst>
            <pc:docMk/>
            <pc:sldMk cId="0" sldId="266"/>
            <ac:spMk id="22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0:03.337" v="25"/>
          <ac:spMkLst>
            <pc:docMk/>
            <pc:sldMk cId="0" sldId="266"/>
            <ac:spMk id="28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0:18.244" v="29" actId="1076"/>
          <ac:spMkLst>
            <pc:docMk/>
            <pc:sldMk cId="0" sldId="266"/>
            <ac:spMk id="29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0:29.650" v="30"/>
          <ac:spMkLst>
            <pc:docMk/>
            <pc:sldMk cId="0" sldId="266"/>
            <ac:spMk id="32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0:29.650" v="31"/>
          <ac:spMkLst>
            <pc:docMk/>
            <pc:sldMk cId="0" sldId="266"/>
            <ac:spMk id="33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0:29.650" v="32"/>
          <ac:spMkLst>
            <pc:docMk/>
            <pc:sldMk cId="0" sldId="266"/>
            <ac:spMk id="34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0:29.650" v="33"/>
          <ac:spMkLst>
            <pc:docMk/>
            <pc:sldMk cId="0" sldId="266"/>
            <ac:spMk id="35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0:29.744" v="34"/>
          <ac:spMkLst>
            <pc:docMk/>
            <pc:sldMk cId="0" sldId="266"/>
            <ac:spMk id="36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0:41.729" v="35"/>
          <ac:spMkLst>
            <pc:docMk/>
            <pc:sldMk cId="0" sldId="266"/>
            <ac:spMk id="37" creationId="{00000000-0000-0000-0000-000000000000}"/>
          </ac:spMkLst>
        </pc:spChg>
      </pc:sldChg>
      <pc:sldChg chg="modSp">
        <pc:chgData name="Alfonso Balandra Antelis" userId="S::abala@tec.mx::28ba9e3f-8dae-4bf5-851d-5bb8a2fa86a5" providerId="AD" clId="Web-{D1220DAA-905C-D6B4-1BE5-F75CF703FAC8}" dt="2026-10-22T14:51:08.026" v="47" actId="1076"/>
        <pc:sldMkLst>
          <pc:docMk/>
          <pc:sldMk cId="0" sldId="267"/>
        </pc:sldMkLst>
        <pc:spChg chg="mod">
          <ac:chgData name="Alfonso Balandra Antelis" userId="S::abala@tec.mx::28ba9e3f-8dae-4bf5-851d-5bb8a2fa86a5" providerId="AD" clId="Web-{D1220DAA-905C-D6B4-1BE5-F75CF703FAC8}" dt="2026-10-22T14:50:56.745" v="36"/>
          <ac:spMkLst>
            <pc:docMk/>
            <pc:sldMk cId="0" sldId="267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1:02.276" v="45" actId="1076"/>
          <ac:spMkLst>
            <pc:docMk/>
            <pc:sldMk cId="0" sldId="267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0:56.745" v="38"/>
          <ac:spMkLst>
            <pc:docMk/>
            <pc:sldMk cId="0" sldId="267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0:56.745" v="39"/>
          <ac:spMkLst>
            <pc:docMk/>
            <pc:sldMk cId="0" sldId="267"/>
            <ac:spMk id="17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1:06.307" v="46" actId="1076"/>
          <ac:spMkLst>
            <pc:docMk/>
            <pc:sldMk cId="0" sldId="267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0:56.745" v="41"/>
          <ac:spMkLst>
            <pc:docMk/>
            <pc:sldMk cId="0" sldId="267"/>
            <ac:spMk id="19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0:56.745" v="42"/>
          <ac:spMkLst>
            <pc:docMk/>
            <pc:sldMk cId="0" sldId="267"/>
            <ac:spMk id="23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1:08.026" v="47" actId="1076"/>
          <ac:spMkLst>
            <pc:docMk/>
            <pc:sldMk cId="0" sldId="267"/>
            <ac:spMk id="24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0:56.885" v="44"/>
          <ac:spMkLst>
            <pc:docMk/>
            <pc:sldMk cId="0" sldId="267"/>
            <ac:spMk id="25" creationId="{00000000-0000-0000-0000-000000000000}"/>
          </ac:spMkLst>
        </pc:spChg>
      </pc:sldChg>
      <pc:sldChg chg="modSp">
        <pc:chgData name="Alfonso Balandra Antelis" userId="S::abala@tec.mx::28ba9e3f-8dae-4bf5-851d-5bb8a2fa86a5" providerId="AD" clId="Web-{D1220DAA-905C-D6B4-1BE5-F75CF703FAC8}" dt="2026-10-22T14:51:33.417" v="56" actId="1076"/>
        <pc:sldMkLst>
          <pc:docMk/>
          <pc:sldMk cId="0" sldId="268"/>
        </pc:sldMkLst>
        <pc:spChg chg="mod">
          <ac:chgData name="Alfonso Balandra Antelis" userId="S::abala@tec.mx::28ba9e3f-8dae-4bf5-851d-5bb8a2fa86a5" providerId="AD" clId="Web-{D1220DAA-905C-D6B4-1BE5-F75CF703FAC8}" dt="2026-10-22T14:51:20.698" v="48"/>
          <ac:spMkLst>
            <pc:docMk/>
            <pc:sldMk cId="0" sldId="268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1:20.698" v="49"/>
          <ac:spMkLst>
            <pc:docMk/>
            <pc:sldMk cId="0" sldId="268"/>
            <ac:spMk id="19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1:20.745" v="50"/>
          <ac:spMkLst>
            <pc:docMk/>
            <pc:sldMk cId="0" sldId="268"/>
            <ac:spMk id="25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1:26.324" v="51"/>
          <ac:spMkLst>
            <pc:docMk/>
            <pc:sldMk cId="0" sldId="268"/>
            <ac:spMk id="31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1:33.402" v="55" actId="1076"/>
          <ac:spMkLst>
            <pc:docMk/>
            <pc:sldMk cId="0" sldId="268"/>
            <ac:spMk id="32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1:26.339" v="53"/>
          <ac:spMkLst>
            <pc:docMk/>
            <pc:sldMk cId="0" sldId="268"/>
            <ac:spMk id="34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1:33.417" v="56" actId="1076"/>
          <ac:spMkLst>
            <pc:docMk/>
            <pc:sldMk cId="0" sldId="268"/>
            <ac:spMk id="35" creationId="{00000000-0000-0000-0000-000000000000}"/>
          </ac:spMkLst>
        </pc:spChg>
      </pc:sldChg>
      <pc:sldChg chg="modSp">
        <pc:chgData name="Alfonso Balandra Antelis" userId="S::abala@tec.mx::28ba9e3f-8dae-4bf5-851d-5bb8a2fa86a5" providerId="AD" clId="Web-{D1220DAA-905C-D6B4-1BE5-F75CF703FAC8}" dt="2026-10-22T14:52:09.731" v="76" actId="20577"/>
        <pc:sldMkLst>
          <pc:docMk/>
          <pc:sldMk cId="0" sldId="269"/>
        </pc:sldMkLst>
        <pc:spChg chg="mod">
          <ac:chgData name="Alfonso Balandra Antelis" userId="S::abala@tec.mx::28ba9e3f-8dae-4bf5-851d-5bb8a2fa86a5" providerId="AD" clId="Web-{D1220DAA-905C-D6B4-1BE5-F75CF703FAC8}" dt="2026-10-22T14:51:40.465" v="57"/>
          <ac:spMkLst>
            <pc:docMk/>
            <pc:sldMk cId="0" sldId="269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1:40.465" v="58"/>
          <ac:spMkLst>
            <pc:docMk/>
            <pc:sldMk cId="0" sldId="269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1:40.465" v="59"/>
          <ac:spMkLst>
            <pc:docMk/>
            <pc:sldMk cId="0" sldId="269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1:40.465" v="60"/>
          <ac:spMkLst>
            <pc:docMk/>
            <pc:sldMk cId="0" sldId="269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1:40.465" v="61"/>
          <ac:spMkLst>
            <pc:docMk/>
            <pc:sldMk cId="0" sldId="269"/>
            <ac:spMk id="17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1:40.465" v="62"/>
          <ac:spMkLst>
            <pc:docMk/>
            <pc:sldMk cId="0" sldId="269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1:40.465" v="63"/>
          <ac:spMkLst>
            <pc:docMk/>
            <pc:sldMk cId="0" sldId="269"/>
            <ac:spMk id="19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1:40.621" v="64"/>
          <ac:spMkLst>
            <pc:docMk/>
            <pc:sldMk cId="0" sldId="269"/>
            <ac:spMk id="20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09.731" v="76" actId="20577"/>
          <ac:spMkLst>
            <pc:docMk/>
            <pc:sldMk cId="0" sldId="269"/>
            <ac:spMk id="21" creationId="{00000000-0000-0000-0000-000000000000}"/>
          </ac:spMkLst>
        </pc:spChg>
      </pc:sldChg>
      <pc:sldChg chg="modSp">
        <pc:chgData name="Alfonso Balandra Antelis" userId="S::abala@tec.mx::28ba9e3f-8dae-4bf5-851d-5bb8a2fa86a5" providerId="AD" clId="Web-{D1220DAA-905C-D6B4-1BE5-F75CF703FAC8}" dt="2026-10-22T14:53:18.498" v="132" actId="1076"/>
        <pc:sldMkLst>
          <pc:docMk/>
          <pc:sldMk cId="0" sldId="271"/>
        </pc:sldMkLst>
        <pc:spChg chg="mod">
          <ac:chgData name="Alfonso Balandra Antelis" userId="S::abala@tec.mx::28ba9e3f-8dae-4bf5-851d-5bb8a2fa86a5" providerId="AD" clId="Web-{D1220DAA-905C-D6B4-1BE5-F75CF703FAC8}" dt="2026-10-22T14:52:57.654" v="109"/>
          <ac:spMkLst>
            <pc:docMk/>
            <pc:sldMk cId="0" sldId="271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3:18.248" v="125" actId="1076"/>
          <ac:spMkLst>
            <pc:docMk/>
            <pc:sldMk cId="0" sldId="271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39.497" v="93"/>
          <ac:spMkLst>
            <pc:docMk/>
            <pc:sldMk cId="0" sldId="271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39.497" v="94"/>
          <ac:spMkLst>
            <pc:docMk/>
            <pc:sldMk cId="0" sldId="271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57.654" v="111"/>
          <ac:spMkLst>
            <pc:docMk/>
            <pc:sldMk cId="0" sldId="271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3:18.279" v="126" actId="1076"/>
          <ac:spMkLst>
            <pc:docMk/>
            <pc:sldMk cId="0" sldId="271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39.497" v="95"/>
          <ac:spMkLst>
            <pc:docMk/>
            <pc:sldMk cId="0" sldId="271"/>
            <ac:spMk id="17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39.513" v="96"/>
          <ac:spMkLst>
            <pc:docMk/>
            <pc:sldMk cId="0" sldId="271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57.654" v="113"/>
          <ac:spMkLst>
            <pc:docMk/>
            <pc:sldMk cId="0" sldId="271"/>
            <ac:spMk id="20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3:18.326" v="127" actId="1076"/>
          <ac:spMkLst>
            <pc:docMk/>
            <pc:sldMk cId="0" sldId="271"/>
            <ac:spMk id="21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39.513" v="97"/>
          <ac:spMkLst>
            <pc:docMk/>
            <pc:sldMk cId="0" sldId="271"/>
            <ac:spMk id="22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39.513" v="98"/>
          <ac:spMkLst>
            <pc:docMk/>
            <pc:sldMk cId="0" sldId="271"/>
            <ac:spMk id="23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57.654" v="115"/>
          <ac:spMkLst>
            <pc:docMk/>
            <pc:sldMk cId="0" sldId="271"/>
            <ac:spMk id="25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3:18.358" v="128" actId="1076"/>
          <ac:spMkLst>
            <pc:docMk/>
            <pc:sldMk cId="0" sldId="271"/>
            <ac:spMk id="26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39.513" v="99"/>
          <ac:spMkLst>
            <pc:docMk/>
            <pc:sldMk cId="0" sldId="271"/>
            <ac:spMk id="27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39.513" v="100"/>
          <ac:spMkLst>
            <pc:docMk/>
            <pc:sldMk cId="0" sldId="271"/>
            <ac:spMk id="28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57.654" v="117"/>
          <ac:spMkLst>
            <pc:docMk/>
            <pc:sldMk cId="0" sldId="271"/>
            <ac:spMk id="30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3:18.389" v="129" actId="1076"/>
          <ac:spMkLst>
            <pc:docMk/>
            <pc:sldMk cId="0" sldId="271"/>
            <ac:spMk id="31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39.513" v="101"/>
          <ac:spMkLst>
            <pc:docMk/>
            <pc:sldMk cId="0" sldId="271"/>
            <ac:spMk id="32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39.513" v="102"/>
          <ac:spMkLst>
            <pc:docMk/>
            <pc:sldMk cId="0" sldId="271"/>
            <ac:spMk id="33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57.670" v="119"/>
          <ac:spMkLst>
            <pc:docMk/>
            <pc:sldMk cId="0" sldId="271"/>
            <ac:spMk id="35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3:18.420" v="130" actId="1076"/>
          <ac:spMkLst>
            <pc:docMk/>
            <pc:sldMk cId="0" sldId="271"/>
            <ac:spMk id="36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39.513" v="103"/>
          <ac:spMkLst>
            <pc:docMk/>
            <pc:sldMk cId="0" sldId="271"/>
            <ac:spMk id="37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39.513" v="104"/>
          <ac:spMkLst>
            <pc:docMk/>
            <pc:sldMk cId="0" sldId="271"/>
            <ac:spMk id="38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57.670" v="121"/>
          <ac:spMkLst>
            <pc:docMk/>
            <pc:sldMk cId="0" sldId="271"/>
            <ac:spMk id="40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3:18.467" v="131" actId="1076"/>
          <ac:spMkLst>
            <pc:docMk/>
            <pc:sldMk cId="0" sldId="271"/>
            <ac:spMk id="41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39.513" v="105"/>
          <ac:spMkLst>
            <pc:docMk/>
            <pc:sldMk cId="0" sldId="271"/>
            <ac:spMk id="42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39.513" v="106"/>
          <ac:spMkLst>
            <pc:docMk/>
            <pc:sldMk cId="0" sldId="271"/>
            <ac:spMk id="43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57.670" v="123"/>
          <ac:spMkLst>
            <pc:docMk/>
            <pc:sldMk cId="0" sldId="271"/>
            <ac:spMk id="45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3:18.498" v="132" actId="1076"/>
          <ac:spMkLst>
            <pc:docMk/>
            <pc:sldMk cId="0" sldId="271"/>
            <ac:spMk id="46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39.513" v="107"/>
          <ac:spMkLst>
            <pc:docMk/>
            <pc:sldMk cId="0" sldId="271"/>
            <ac:spMk id="47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39.888" v="108"/>
          <ac:spMkLst>
            <pc:docMk/>
            <pc:sldMk cId="0" sldId="271"/>
            <ac:spMk id="48" creationId="{00000000-0000-0000-0000-000000000000}"/>
          </ac:spMkLst>
        </pc:spChg>
      </pc:sldChg>
      <pc:sldChg chg="modSp">
        <pc:chgData name="Alfonso Balandra Antelis" userId="S::abala@tec.mx::28ba9e3f-8dae-4bf5-851d-5bb8a2fa86a5" providerId="AD" clId="Web-{D1220DAA-905C-D6B4-1BE5-F75CF703FAC8}" dt="2026-10-22T14:54:01.640" v="156" actId="1076"/>
        <pc:sldMkLst>
          <pc:docMk/>
          <pc:sldMk cId="0" sldId="273"/>
        </pc:sldMkLst>
        <pc:spChg chg="mod">
          <ac:chgData name="Alfonso Balandra Antelis" userId="S::abala@tec.mx::28ba9e3f-8dae-4bf5-851d-5bb8a2fa86a5" providerId="AD" clId="Web-{D1220DAA-905C-D6B4-1BE5-F75CF703FAC8}" dt="2026-10-22T14:54:01.546" v="151" actId="1076"/>
          <ac:spMkLst>
            <pc:docMk/>
            <pc:sldMk cId="0" sldId="273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01.562" v="152" actId="1076"/>
          <ac:spMkLst>
            <pc:docMk/>
            <pc:sldMk cId="0" sldId="273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3:31.592" v="133"/>
          <ac:spMkLst>
            <pc:docMk/>
            <pc:sldMk cId="0" sldId="273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3:31.592" v="134"/>
          <ac:spMkLst>
            <pc:docMk/>
            <pc:sldMk cId="0" sldId="273"/>
            <ac:spMk id="17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3:44.264" v="144" actId="1076"/>
          <ac:spMkLst>
            <pc:docMk/>
            <pc:sldMk cId="0" sldId="273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3:31.592" v="136"/>
          <ac:spMkLst>
            <pc:docMk/>
            <pc:sldMk cId="0" sldId="273"/>
            <ac:spMk id="19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3:31.592" v="137"/>
          <ac:spMkLst>
            <pc:docMk/>
            <pc:sldMk cId="0" sldId="273"/>
            <ac:spMk id="20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3:44.280" v="145" actId="1076"/>
          <ac:spMkLst>
            <pc:docMk/>
            <pc:sldMk cId="0" sldId="273"/>
            <ac:spMk id="21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3:31.592" v="139"/>
          <ac:spMkLst>
            <pc:docMk/>
            <pc:sldMk cId="0" sldId="273"/>
            <ac:spMk id="22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3:31.592" v="140"/>
          <ac:spMkLst>
            <pc:docMk/>
            <pc:sldMk cId="0" sldId="273"/>
            <ac:spMk id="23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3:44.296" v="146" actId="1076"/>
          <ac:spMkLst>
            <pc:docMk/>
            <pc:sldMk cId="0" sldId="273"/>
            <ac:spMk id="24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3:49.140" v="147" actId="1076"/>
          <ac:spMkLst>
            <pc:docMk/>
            <pc:sldMk cId="0" sldId="273"/>
            <ac:spMk id="25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3:49.155" v="148" actId="1076"/>
          <ac:spMkLst>
            <pc:docMk/>
            <pc:sldMk cId="0" sldId="273"/>
            <ac:spMk id="26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3:53.796" v="149"/>
          <ac:spMkLst>
            <pc:docMk/>
            <pc:sldMk cId="0" sldId="273"/>
            <ac:spMk id="27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01.593" v="153" actId="1076"/>
          <ac:spMkLst>
            <pc:docMk/>
            <pc:sldMk cId="0" sldId="273"/>
            <ac:spMk id="30" creationId="{F5806737-477A-5976-7F99-1ADB04671CA5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01.609" v="154" actId="1076"/>
          <ac:spMkLst>
            <pc:docMk/>
            <pc:sldMk cId="0" sldId="273"/>
            <ac:spMk id="31" creationId="{868A6E22-AEE8-D0DA-FAF4-E3599B96CD5D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01.624" v="155" actId="1076"/>
          <ac:spMkLst>
            <pc:docMk/>
            <pc:sldMk cId="0" sldId="273"/>
            <ac:spMk id="34" creationId="{A4E2FD80-938F-6558-83C8-BA7BFEF0BC27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01.640" v="156" actId="1076"/>
          <ac:spMkLst>
            <pc:docMk/>
            <pc:sldMk cId="0" sldId="273"/>
            <ac:spMk id="35" creationId="{7BF65651-CF66-C4C2-E63C-EDD27D19223E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01.530" v="150" actId="1076"/>
          <ac:spMkLst>
            <pc:docMk/>
            <pc:sldMk cId="0" sldId="273"/>
            <ac:spMk id="36" creationId="{00000000-0000-0000-0000-000000000000}"/>
          </ac:spMkLst>
        </pc:spChg>
      </pc:sldChg>
      <pc:sldChg chg="modSp">
        <pc:chgData name="Alfonso Balandra Antelis" userId="S::abala@tec.mx::28ba9e3f-8dae-4bf5-851d-5bb8a2fa86a5" providerId="AD" clId="Web-{D1220DAA-905C-D6B4-1BE5-F75CF703FAC8}" dt="2026-10-22T14:54:40.266" v="204" actId="1076"/>
        <pc:sldMkLst>
          <pc:docMk/>
          <pc:sldMk cId="0" sldId="274"/>
        </pc:sldMkLst>
        <pc:spChg chg="mod">
          <ac:chgData name="Alfonso Balandra Antelis" userId="S::abala@tec.mx::28ba9e3f-8dae-4bf5-851d-5bb8a2fa86a5" providerId="AD" clId="Web-{D1220DAA-905C-D6B4-1BE5-F75CF703FAC8}" dt="2026-10-22T14:54:25.344" v="177"/>
          <ac:spMkLst>
            <pc:docMk/>
            <pc:sldMk cId="0" sldId="274"/>
            <ac:spMk id="9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25.344" v="178"/>
          <ac:spMkLst>
            <pc:docMk/>
            <pc:sldMk cId="0" sldId="274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40.203" v="201" actId="1076"/>
          <ac:spMkLst>
            <pc:docMk/>
            <pc:sldMk cId="0" sldId="274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35.031" v="197" actId="1076"/>
          <ac:spMkLst>
            <pc:docMk/>
            <pc:sldMk cId="0" sldId="274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25.344" v="181"/>
          <ac:spMkLst>
            <pc:docMk/>
            <pc:sldMk cId="0" sldId="274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25.344" v="182"/>
          <ac:spMkLst>
            <pc:docMk/>
            <pc:sldMk cId="0" sldId="274"/>
            <ac:spMk id="17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40.219" v="202" actId="1076"/>
          <ac:spMkLst>
            <pc:docMk/>
            <pc:sldMk cId="0" sldId="274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35.047" v="198" actId="1076"/>
          <ac:spMkLst>
            <pc:docMk/>
            <pc:sldMk cId="0" sldId="274"/>
            <ac:spMk id="19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25.344" v="185"/>
          <ac:spMkLst>
            <pc:docMk/>
            <pc:sldMk cId="0" sldId="274"/>
            <ac:spMk id="21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25.344" v="186"/>
          <ac:spMkLst>
            <pc:docMk/>
            <pc:sldMk cId="0" sldId="274"/>
            <ac:spMk id="24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40.250" v="203" actId="1076"/>
          <ac:spMkLst>
            <pc:docMk/>
            <pc:sldMk cId="0" sldId="274"/>
            <ac:spMk id="25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35.062" v="199" actId="1076"/>
          <ac:spMkLst>
            <pc:docMk/>
            <pc:sldMk cId="0" sldId="274"/>
            <ac:spMk id="26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25.344" v="189"/>
          <ac:spMkLst>
            <pc:docMk/>
            <pc:sldMk cId="0" sldId="274"/>
            <ac:spMk id="28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25.344" v="190"/>
          <ac:spMkLst>
            <pc:docMk/>
            <pc:sldMk cId="0" sldId="274"/>
            <ac:spMk id="30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40.266" v="204" actId="1076"/>
          <ac:spMkLst>
            <pc:docMk/>
            <pc:sldMk cId="0" sldId="274"/>
            <ac:spMk id="31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35.078" v="200" actId="1076"/>
          <ac:spMkLst>
            <pc:docMk/>
            <pc:sldMk cId="0" sldId="274"/>
            <ac:spMk id="32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25.344" v="193"/>
          <ac:spMkLst>
            <pc:docMk/>
            <pc:sldMk cId="0" sldId="274"/>
            <ac:spMk id="35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25.359" v="194"/>
          <ac:spMkLst>
            <pc:docMk/>
            <pc:sldMk cId="0" sldId="274"/>
            <ac:spMk id="36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25.359" v="195"/>
          <ac:spMkLst>
            <pc:docMk/>
            <pc:sldMk cId="0" sldId="274"/>
            <ac:spMk id="37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25.765" v="196"/>
          <ac:spMkLst>
            <pc:docMk/>
            <pc:sldMk cId="0" sldId="274"/>
            <ac:spMk id="38" creationId="{00000000-0000-0000-0000-000000000000}"/>
          </ac:spMkLst>
        </pc:spChg>
      </pc:sldChg>
      <pc:sldChg chg="modSp">
        <pc:chgData name="Alfonso Balandra Antelis" userId="S::abala@tec.mx::28ba9e3f-8dae-4bf5-851d-5bb8a2fa86a5" providerId="AD" clId="Web-{D1220DAA-905C-D6B4-1BE5-F75CF703FAC8}" dt="2026-10-22T14:54:59.141" v="223"/>
        <pc:sldMkLst>
          <pc:docMk/>
          <pc:sldMk cId="0" sldId="275"/>
        </pc:sldMkLst>
        <pc:graphicFrameChg chg="mod modGraphic">
          <ac:chgData name="Alfonso Balandra Antelis" userId="S::abala@tec.mx::28ba9e3f-8dae-4bf5-851d-5bb8a2fa86a5" providerId="AD" clId="Web-{D1220DAA-905C-D6B4-1BE5-F75CF703FAC8}" dt="2026-10-22T14:54:59.141" v="223"/>
          <ac:graphicFrameMkLst>
            <pc:docMk/>
            <pc:sldMk cId="0" sldId="275"/>
            <ac:graphicFrameMk id="9" creationId="{00000000-0000-0000-0000-000000000000}"/>
          </ac:graphicFrameMkLst>
        </pc:graphicFrameChg>
      </pc:sldChg>
      <pc:sldChg chg="modSp">
        <pc:chgData name="Alfonso Balandra Antelis" userId="S::abala@tec.mx::28ba9e3f-8dae-4bf5-851d-5bb8a2fa86a5" providerId="AD" clId="Web-{D1220DAA-905C-D6B4-1BE5-F75CF703FAC8}" dt="2026-10-22T14:55:37.158" v="235"/>
        <pc:sldMkLst>
          <pc:docMk/>
          <pc:sldMk cId="0" sldId="277"/>
        </pc:sldMkLst>
        <pc:spChg chg="mod">
          <ac:chgData name="Alfonso Balandra Antelis" userId="S::abala@tec.mx::28ba9e3f-8dae-4bf5-851d-5bb8a2fa86a5" providerId="AD" clId="Web-{D1220DAA-905C-D6B4-1BE5-F75CF703FAC8}" dt="2026-10-22T14:55:20.235" v="226"/>
          <ac:spMkLst>
            <pc:docMk/>
            <pc:sldMk cId="0" sldId="277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5:36.876" v="232"/>
          <ac:spMkLst>
            <pc:docMk/>
            <pc:sldMk cId="0" sldId="277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5:36.876" v="233"/>
          <ac:spMkLst>
            <pc:docMk/>
            <pc:sldMk cId="0" sldId="277"/>
            <ac:spMk id="19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5:36.876" v="234"/>
          <ac:spMkLst>
            <pc:docMk/>
            <pc:sldMk cId="0" sldId="277"/>
            <ac:spMk id="23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5:37.158" v="235"/>
          <ac:spMkLst>
            <pc:docMk/>
            <pc:sldMk cId="0" sldId="277"/>
            <ac:spMk id="27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5:28.204" v="227" actId="1076"/>
          <ac:spMkLst>
            <pc:docMk/>
            <pc:sldMk cId="0" sldId="277"/>
            <ac:spMk id="33" creationId="{00000000-0000-0000-0000-000000000000}"/>
          </ac:spMkLst>
        </pc:spChg>
      </pc:sldChg>
      <pc:sldChg chg="modSp">
        <pc:chgData name="Alfonso Balandra Antelis" userId="S::abala@tec.mx::28ba9e3f-8dae-4bf5-851d-5bb8a2fa86a5" providerId="AD" clId="Web-{D1220DAA-905C-D6B4-1BE5-F75CF703FAC8}" dt="2026-10-22T14:56:25.206" v="255" actId="1076"/>
        <pc:sldMkLst>
          <pc:docMk/>
          <pc:sldMk cId="0" sldId="279"/>
        </pc:sldMkLst>
        <pc:spChg chg="mod">
          <ac:chgData name="Alfonso Balandra Antelis" userId="S::abala@tec.mx::28ba9e3f-8dae-4bf5-851d-5bb8a2fa86a5" providerId="AD" clId="Web-{D1220DAA-905C-D6B4-1BE5-F75CF703FAC8}" dt="2026-10-22T14:56:08.830" v="244"/>
          <ac:spMkLst>
            <pc:docMk/>
            <pc:sldMk cId="0" sldId="279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6:08.846" v="245"/>
          <ac:spMkLst>
            <pc:docMk/>
            <pc:sldMk cId="0" sldId="279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6:25.143" v="252" actId="1076"/>
          <ac:spMkLst>
            <pc:docMk/>
            <pc:sldMk cId="0" sldId="279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6:08.846" v="246"/>
          <ac:spMkLst>
            <pc:docMk/>
            <pc:sldMk cId="0" sldId="279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6:08.846" v="247"/>
          <ac:spMkLst>
            <pc:docMk/>
            <pc:sldMk cId="0" sldId="279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6:25.159" v="253" actId="1076"/>
          <ac:spMkLst>
            <pc:docMk/>
            <pc:sldMk cId="0" sldId="279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6:08.846" v="248"/>
          <ac:spMkLst>
            <pc:docMk/>
            <pc:sldMk cId="0" sldId="279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6:08.846" v="249"/>
          <ac:spMkLst>
            <pc:docMk/>
            <pc:sldMk cId="0" sldId="279"/>
            <ac:spMk id="22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6:08.846" v="250"/>
          <ac:spMkLst>
            <pc:docMk/>
            <pc:sldMk cId="0" sldId="279"/>
            <ac:spMk id="23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6:25.174" v="254" actId="1076"/>
          <ac:spMkLst>
            <pc:docMk/>
            <pc:sldMk cId="0" sldId="279"/>
            <ac:spMk id="24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6:09.002" v="251"/>
          <ac:spMkLst>
            <pc:docMk/>
            <pc:sldMk cId="0" sldId="279"/>
            <ac:spMk id="27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6:25.206" v="255" actId="1076"/>
          <ac:spMkLst>
            <pc:docMk/>
            <pc:sldMk cId="0" sldId="279"/>
            <ac:spMk id="28" creationId="{00000000-0000-0000-0000-000000000000}"/>
          </ac:spMkLst>
        </pc:spChg>
      </pc:sldChg>
      <pc:sldChg chg="modSp">
        <pc:chgData name="Alfonso Balandra Antelis" userId="S::abala@tec.mx::28ba9e3f-8dae-4bf5-851d-5bb8a2fa86a5" providerId="AD" clId="Web-{D1220DAA-905C-D6B4-1BE5-F75CF703FAC8}" dt="2026-10-22T14:56:39.847" v="277"/>
        <pc:sldMkLst>
          <pc:docMk/>
          <pc:sldMk cId="0" sldId="280"/>
        </pc:sldMkLst>
        <pc:spChg chg="mod">
          <ac:chgData name="Alfonso Balandra Antelis" userId="S::abala@tec.mx::28ba9e3f-8dae-4bf5-851d-5bb8a2fa86a5" providerId="AD" clId="Web-{D1220DAA-905C-D6B4-1BE5-F75CF703FAC8}" dt="2026-10-22T14:56:39.472" v="267"/>
          <ac:spMkLst>
            <pc:docMk/>
            <pc:sldMk cId="0" sldId="280"/>
            <ac:spMk id="9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6:39.472" v="268"/>
          <ac:spMkLst>
            <pc:docMk/>
            <pc:sldMk cId="0" sldId="280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6:39.487" v="269"/>
          <ac:spMkLst>
            <pc:docMk/>
            <pc:sldMk cId="0" sldId="280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6:39.487" v="270"/>
          <ac:spMkLst>
            <pc:docMk/>
            <pc:sldMk cId="0" sldId="280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6:39.487" v="271"/>
          <ac:spMkLst>
            <pc:docMk/>
            <pc:sldMk cId="0" sldId="280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6:39.487" v="272"/>
          <ac:spMkLst>
            <pc:docMk/>
            <pc:sldMk cId="0" sldId="280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6:39.487" v="273"/>
          <ac:spMkLst>
            <pc:docMk/>
            <pc:sldMk cId="0" sldId="280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6:39.487" v="274"/>
          <ac:spMkLst>
            <pc:docMk/>
            <pc:sldMk cId="0" sldId="280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6:39.487" v="275"/>
          <ac:spMkLst>
            <pc:docMk/>
            <pc:sldMk cId="0" sldId="280"/>
            <ac:spMk id="17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6:39.487" v="276"/>
          <ac:spMkLst>
            <pc:docMk/>
            <pc:sldMk cId="0" sldId="280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6:39.847" v="277"/>
          <ac:spMkLst>
            <pc:docMk/>
            <pc:sldMk cId="0" sldId="280"/>
            <ac:spMk id="19" creationId="{00000000-0000-0000-0000-000000000000}"/>
          </ac:spMkLst>
        </pc:spChg>
      </pc:sldChg>
    </pc:docChg>
  </pc:docChgLst>
  <pc:docChgLst>
    <pc:chgData name="Alfonso Balandra Antelis" userId="S::abala@tec.mx::28ba9e3f-8dae-4bf5-851d-5bb8a2fa86a5" providerId="AD" clId="Web-{5D4CB4AA-7267-432D-6C38-C513601E3CD2}"/>
    <pc:docChg chg="modSld">
      <pc:chgData name="Alfonso Balandra Antelis" userId="S::abala@tec.mx::28ba9e3f-8dae-4bf5-851d-5bb8a2fa86a5" providerId="AD" clId="Web-{5D4CB4AA-7267-432D-6C38-C513601E3CD2}" dt="2026-10-23T16:30:06.463" v="12" actId="1076"/>
      <pc:docMkLst>
        <pc:docMk/>
      </pc:docMkLst>
      <pc:sldChg chg="modSp">
        <pc:chgData name="Alfonso Balandra Antelis" userId="S::abala@tec.mx::28ba9e3f-8dae-4bf5-851d-5bb8a2fa86a5" providerId="AD" clId="Web-{5D4CB4AA-7267-432D-6C38-C513601E3CD2}" dt="2026-10-23T16:29:44.338" v="7"/>
        <pc:sldMkLst>
          <pc:docMk/>
          <pc:sldMk cId="0" sldId="271"/>
        </pc:sldMkLst>
        <pc:spChg chg="mod">
          <ac:chgData name="Alfonso Balandra Antelis" userId="S::abala@tec.mx::28ba9e3f-8dae-4bf5-851d-5bb8a2fa86a5" providerId="AD" clId="Web-{5D4CB4AA-7267-432D-6C38-C513601E3CD2}" dt="2026-10-23T16:29:44.166" v="0"/>
          <ac:spMkLst>
            <pc:docMk/>
            <pc:sldMk cId="0" sldId="271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5D4CB4AA-7267-432D-6C38-C513601E3CD2}" dt="2026-10-23T16:29:44.166" v="1"/>
          <ac:spMkLst>
            <pc:docMk/>
            <pc:sldMk cId="0" sldId="271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5D4CB4AA-7267-432D-6C38-C513601E3CD2}" dt="2026-10-23T16:29:44.166" v="2"/>
          <ac:spMkLst>
            <pc:docMk/>
            <pc:sldMk cId="0" sldId="271"/>
            <ac:spMk id="23" creationId="{00000000-0000-0000-0000-000000000000}"/>
          </ac:spMkLst>
        </pc:spChg>
        <pc:spChg chg="mod">
          <ac:chgData name="Alfonso Balandra Antelis" userId="S::abala@tec.mx::28ba9e3f-8dae-4bf5-851d-5bb8a2fa86a5" providerId="AD" clId="Web-{5D4CB4AA-7267-432D-6C38-C513601E3CD2}" dt="2026-10-23T16:29:44.166" v="3"/>
          <ac:spMkLst>
            <pc:docMk/>
            <pc:sldMk cId="0" sldId="271"/>
            <ac:spMk id="28" creationId="{00000000-0000-0000-0000-000000000000}"/>
          </ac:spMkLst>
        </pc:spChg>
        <pc:spChg chg="mod">
          <ac:chgData name="Alfonso Balandra Antelis" userId="S::abala@tec.mx::28ba9e3f-8dae-4bf5-851d-5bb8a2fa86a5" providerId="AD" clId="Web-{5D4CB4AA-7267-432D-6C38-C513601E3CD2}" dt="2026-10-23T16:29:44.166" v="4"/>
          <ac:spMkLst>
            <pc:docMk/>
            <pc:sldMk cId="0" sldId="271"/>
            <ac:spMk id="33" creationId="{00000000-0000-0000-0000-000000000000}"/>
          </ac:spMkLst>
        </pc:spChg>
        <pc:spChg chg="mod">
          <ac:chgData name="Alfonso Balandra Antelis" userId="S::abala@tec.mx::28ba9e3f-8dae-4bf5-851d-5bb8a2fa86a5" providerId="AD" clId="Web-{5D4CB4AA-7267-432D-6C38-C513601E3CD2}" dt="2026-10-23T16:29:44.166" v="5"/>
          <ac:spMkLst>
            <pc:docMk/>
            <pc:sldMk cId="0" sldId="271"/>
            <ac:spMk id="38" creationId="{00000000-0000-0000-0000-000000000000}"/>
          </ac:spMkLst>
        </pc:spChg>
        <pc:spChg chg="mod">
          <ac:chgData name="Alfonso Balandra Antelis" userId="S::abala@tec.mx::28ba9e3f-8dae-4bf5-851d-5bb8a2fa86a5" providerId="AD" clId="Web-{5D4CB4AA-7267-432D-6C38-C513601E3CD2}" dt="2026-10-23T16:29:44.166" v="6"/>
          <ac:spMkLst>
            <pc:docMk/>
            <pc:sldMk cId="0" sldId="271"/>
            <ac:spMk id="43" creationId="{00000000-0000-0000-0000-000000000000}"/>
          </ac:spMkLst>
        </pc:spChg>
        <pc:spChg chg="mod">
          <ac:chgData name="Alfonso Balandra Antelis" userId="S::abala@tec.mx::28ba9e3f-8dae-4bf5-851d-5bb8a2fa86a5" providerId="AD" clId="Web-{5D4CB4AA-7267-432D-6C38-C513601E3CD2}" dt="2026-10-23T16:29:44.338" v="7"/>
          <ac:spMkLst>
            <pc:docMk/>
            <pc:sldMk cId="0" sldId="271"/>
            <ac:spMk id="48" creationId="{00000000-0000-0000-0000-000000000000}"/>
          </ac:spMkLst>
        </pc:spChg>
      </pc:sldChg>
      <pc:sldChg chg="modSp">
        <pc:chgData name="Alfonso Balandra Antelis" userId="S::abala@tec.mx::28ba9e3f-8dae-4bf5-851d-5bb8a2fa86a5" providerId="AD" clId="Web-{5D4CB4AA-7267-432D-6C38-C513601E3CD2}" dt="2026-10-23T16:29:58.323" v="11"/>
        <pc:sldMkLst>
          <pc:docMk/>
          <pc:sldMk cId="0" sldId="274"/>
        </pc:sldMkLst>
        <pc:spChg chg="mod">
          <ac:chgData name="Alfonso Balandra Antelis" userId="S::abala@tec.mx::28ba9e3f-8dae-4bf5-851d-5bb8a2fa86a5" providerId="AD" clId="Web-{5D4CB4AA-7267-432D-6C38-C513601E3CD2}" dt="2026-10-23T16:29:58.276" v="8"/>
          <ac:spMkLst>
            <pc:docMk/>
            <pc:sldMk cId="0" sldId="274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5D4CB4AA-7267-432D-6C38-C513601E3CD2}" dt="2026-10-23T16:29:58.276" v="9"/>
          <ac:spMkLst>
            <pc:docMk/>
            <pc:sldMk cId="0" sldId="274"/>
            <ac:spMk id="19" creationId="{00000000-0000-0000-0000-000000000000}"/>
          </ac:spMkLst>
        </pc:spChg>
        <pc:spChg chg="mod">
          <ac:chgData name="Alfonso Balandra Antelis" userId="S::abala@tec.mx::28ba9e3f-8dae-4bf5-851d-5bb8a2fa86a5" providerId="AD" clId="Web-{5D4CB4AA-7267-432D-6C38-C513601E3CD2}" dt="2026-10-23T16:29:58.276" v="10"/>
          <ac:spMkLst>
            <pc:docMk/>
            <pc:sldMk cId="0" sldId="274"/>
            <ac:spMk id="26" creationId="{00000000-0000-0000-0000-000000000000}"/>
          </ac:spMkLst>
        </pc:spChg>
        <pc:spChg chg="mod">
          <ac:chgData name="Alfonso Balandra Antelis" userId="S::abala@tec.mx::28ba9e3f-8dae-4bf5-851d-5bb8a2fa86a5" providerId="AD" clId="Web-{5D4CB4AA-7267-432D-6C38-C513601E3CD2}" dt="2026-10-23T16:29:58.323" v="11"/>
          <ac:spMkLst>
            <pc:docMk/>
            <pc:sldMk cId="0" sldId="274"/>
            <ac:spMk id="32" creationId="{00000000-0000-0000-0000-000000000000}"/>
          </ac:spMkLst>
        </pc:spChg>
      </pc:sldChg>
      <pc:sldChg chg="modSp">
        <pc:chgData name="Alfonso Balandra Antelis" userId="S::abala@tec.mx::28ba9e3f-8dae-4bf5-851d-5bb8a2fa86a5" providerId="AD" clId="Web-{5D4CB4AA-7267-432D-6C38-C513601E3CD2}" dt="2026-10-23T16:30:06.463" v="12" actId="1076"/>
        <pc:sldMkLst>
          <pc:docMk/>
          <pc:sldMk cId="0" sldId="278"/>
        </pc:sldMkLst>
        <pc:spChg chg="mod">
          <ac:chgData name="Alfonso Balandra Antelis" userId="S::abala@tec.mx::28ba9e3f-8dae-4bf5-851d-5bb8a2fa86a5" providerId="AD" clId="Web-{5D4CB4AA-7267-432D-6C38-C513601E3CD2}" dt="2026-10-23T16:30:06.463" v="12" actId="1076"/>
          <ac:spMkLst>
            <pc:docMk/>
            <pc:sldMk cId="0" sldId="278"/>
            <ac:spMk id="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10BBB3-2B43-481D-B823-02BA206301EB}" type="datetimeFigureOut">
              <a:t>23/10/2026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14E24F-D9B7-4F1A-80FA-E74B2D77F25F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2346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572000"/>
            <a:ext cx="822960" cy="125609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4251960"/>
            <a:ext cx="960120" cy="171961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1720" y="5532120"/>
            <a:ext cx="502920" cy="3028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4572000"/>
            <a:ext cx="777240" cy="118631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360" y="81280"/>
            <a:ext cx="731520" cy="69644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1234440"/>
            <a:ext cx="5532120" cy="2057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92000"/>
              </a:lnSpc>
            </a:pPr>
            <a:r>
              <a:rPr lang="es-ES" sz="6600">
                <a:solidFill>
                  <a:srgbClr val="131315"/>
                </a:solidFill>
                <a:latin typeface="Neuromax SemBd"/>
              </a:rPr>
              <a:t>TÍTULO</a:t>
            </a:r>
          </a:p>
          <a:p>
            <a:pPr>
              <a:lnSpc>
                <a:spcPct val="92000"/>
              </a:lnSpc>
            </a:pPr>
            <a:r>
              <a:rPr lang="es-ES" sz="6600">
                <a:solidFill>
                  <a:srgbClr val="131315"/>
                </a:solidFill>
                <a:latin typeface="Neuromax SemBd"/>
              </a:rPr>
              <a:t>DEL TEMA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" y="3584448"/>
            <a:ext cx="2011680" cy="64008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3794760"/>
            <a:ext cx="553212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ES" dirty="0">
                <a:solidFill>
                  <a:srgbClr val="31324A"/>
                </a:solidFill>
                <a:latin typeface="Neuromax"/>
              </a:rPr>
              <a:t>Subtítulo del tema - Autor</a:t>
            </a:r>
            <a:endParaRPr lang="es-ES" b="0" i="0" dirty="0">
              <a:solidFill>
                <a:srgbClr val="31324A"/>
              </a:solidFill>
              <a:latin typeface="Neuromax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288246" y="523637"/>
            <a:ext cx="5069840" cy="4495800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Neuromax SemBd"/>
              </a:rPr>
              <a:t>IMAGEN DE PORTADA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2640" y="436880"/>
            <a:ext cx="1468120" cy="61062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0687" y="4200816"/>
            <a:ext cx="914400" cy="16377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411480"/>
            <a:ext cx="1051560" cy="4582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21207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LO QUE VEREMOS HOY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1556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4F5361"/>
                </a:solidFill>
                <a:latin typeface="Neuromax"/>
              </a:rPr>
              <a:t>Cuatro bloques para entender el tema.</a:t>
            </a:r>
            <a:endParaRPr lang="es-ES" b="0" i="0" dirty="0">
              <a:solidFill>
                <a:srgbClr val="4F5361"/>
              </a:solidFill>
              <a:latin typeface="Neuromax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691640"/>
            <a:ext cx="11055096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691640"/>
            <a:ext cx="73152" cy="841248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810512"/>
            <a:ext cx="59436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963700"/>
                </a:solidFill>
                <a:latin typeface="Neuromax SemB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01368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1315"/>
                </a:solidFill>
                <a:latin typeface="Neuromax SemBd"/>
              </a:rPr>
              <a:t>SECCIÓN UNO</a:t>
            </a:r>
            <a:endParaRPr lang="es-ES" b="0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81328" y="2157984"/>
            <a:ext cx="90525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4F5361"/>
                </a:solidFill>
                <a:latin typeface="Neuromax"/>
              </a:rPr>
              <a:t>Descripción breve de la primera sección.</a:t>
            </a:r>
            <a:endParaRPr lang="es-ES" sz="1400" b="0" i="0">
              <a:solidFill>
                <a:srgbClr val="4F5361"/>
              </a:solidFill>
              <a:latin typeface="Neuromax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789920" y="189280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963700"/>
                </a:solidFill>
                <a:latin typeface="Neuromax SemBd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679192"/>
            <a:ext cx="11055096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6928" y="2679192"/>
            <a:ext cx="73152" cy="841248"/>
          </a:xfrm>
          <a:prstGeom prst="rect">
            <a:avLst/>
          </a:prstGeom>
          <a:solidFill>
            <a:srgbClr val="E246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2798064"/>
            <a:ext cx="59436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A81E49"/>
                </a:solidFill>
                <a:latin typeface="Neuromax SemB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278892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800" b="1" i="0" dirty="0">
                <a:solidFill>
                  <a:srgbClr val="131315"/>
                </a:solidFill>
                <a:latin typeface="Neuromax SemBd"/>
              </a:rPr>
              <a:t>SECCIÓN DOS</a:t>
            </a:r>
            <a:endParaRPr sz="1350" b="0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81328" y="3145536"/>
            <a:ext cx="90525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4F5361"/>
                </a:solidFill>
                <a:latin typeface="Neuromax"/>
              </a:rPr>
              <a:t>Descripción breve de la segunda sección.</a:t>
            </a:r>
            <a:endParaRPr lang="es-ES" sz="1400" b="0" i="0" dirty="0">
              <a:solidFill>
                <a:srgbClr val="4F5361"/>
              </a:solidFill>
              <a:latin typeface="Neuromax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789920" y="288036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A81E49"/>
                </a:solidFill>
                <a:latin typeface="Neuromax SemBd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666744"/>
            <a:ext cx="11055096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66928" y="3666744"/>
            <a:ext cx="73152" cy="841248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785615"/>
            <a:ext cx="59436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963700"/>
                </a:solidFill>
                <a:latin typeface="Neuromax SemB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3776472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1315"/>
                </a:solidFill>
                <a:latin typeface="Neuromax SemBd"/>
              </a:rPr>
              <a:t>SECCIÓN TRES</a:t>
            </a:r>
            <a:endParaRPr lang="es-ES" sz="1600" b="0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481328" y="4133087"/>
            <a:ext cx="90525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4F5361"/>
                </a:solidFill>
                <a:latin typeface="Neuromax"/>
              </a:rPr>
              <a:t>Descripción breve de la tercera sección.</a:t>
            </a:r>
            <a:endParaRPr lang="es-ES" sz="1400" b="0" i="0" dirty="0">
              <a:solidFill>
                <a:srgbClr val="4F5361"/>
              </a:solidFill>
              <a:latin typeface="Neuromax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789920" y="3867911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963700"/>
                </a:solidFill>
                <a:latin typeface="Neuromax SemBd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654296"/>
            <a:ext cx="11055096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66928" y="4654296"/>
            <a:ext cx="73152" cy="841248"/>
          </a:xfrm>
          <a:prstGeom prst="rect">
            <a:avLst/>
          </a:prstGeom>
          <a:solidFill>
            <a:srgbClr val="E246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4773168"/>
            <a:ext cx="59436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A81E49"/>
                </a:solidFill>
                <a:latin typeface="Neuromax SemBd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4764024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1315"/>
                </a:solidFill>
                <a:latin typeface="Neuromax SemBd"/>
              </a:rPr>
              <a:t>SECCIÓN CUATRO</a:t>
            </a:r>
            <a:endParaRPr lang="es-ES" sz="1600" b="0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481328" y="5120640"/>
            <a:ext cx="90525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s-ES" sz="1400" dirty="0">
                <a:solidFill>
                  <a:srgbClr val="4F5361"/>
                </a:solidFill>
                <a:latin typeface="Neuromax"/>
              </a:rPr>
              <a:t>Descripción breve de la cuarta sección.</a:t>
            </a:r>
            <a:endParaRPr lang="es-ES" sz="1600" dirty="0">
              <a:solidFill>
                <a:srgbClr val="4F5361"/>
              </a:solidFill>
              <a:latin typeface="Neuromax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789920" y="4855464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A81E49"/>
                </a:solidFill>
                <a:latin typeface="Neuromax SemBd"/>
              </a:rPr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822960"/>
            <a:ext cx="1097280" cy="47814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2011680"/>
            <a:ext cx="914400" cy="3855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9959" y="3430405"/>
            <a:ext cx="1280160" cy="229282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9620" y="5174109"/>
            <a:ext cx="1600200" cy="84850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9919" y="4319119"/>
            <a:ext cx="685800" cy="65291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534924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5029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BLOQUE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097280"/>
            <a:ext cx="182880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0" b="0" i="0">
                <a:solidFill>
                  <a:srgbClr val="FFC000"/>
                </a:solidFill>
                <a:latin typeface="Neuromax SemBd"/>
              </a:rPr>
              <a:t>01</a:t>
            </a:r>
            <a:endParaRPr lang="es-ES" sz="6400" b="0" i="0">
              <a:solidFill>
                <a:srgbClr val="FFC000"/>
              </a:solidFill>
              <a:latin typeface="Neuromax SemB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6928" y="2148840"/>
            <a:ext cx="6949440" cy="1325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131315"/>
                </a:solidFill>
                <a:latin typeface="Neuromax SemBd"/>
              </a:rPr>
              <a:t>TÍTULO DE LA</a:t>
            </a:r>
            <a:endParaRPr lang="es-ES" sz="4800" b="0" i="0">
              <a:solidFill>
                <a:srgbClr val="131315"/>
              </a:solidFill>
              <a:latin typeface="Neuromax SemBd"/>
            </a:endParaR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131315"/>
                </a:solidFill>
                <a:latin typeface="Neuromax SemBd"/>
              </a:rPr>
              <a:t>SECCIÓN</a:t>
            </a:r>
            <a:endParaRPr lang="es-ES" sz="4800" b="0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" y="3657600"/>
            <a:ext cx="676656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2000" b="0" i="0" err="1">
                <a:solidFill>
                  <a:srgbClr val="4F5361"/>
                </a:solidFill>
                <a:latin typeface="Neuromax"/>
              </a:rPr>
              <a:t>Subtítulo de la sección.</a:t>
            </a:r>
            <a:endParaRPr lang="es-ES" sz="2000" b="0" i="0" dirty="0">
              <a:solidFill>
                <a:srgbClr val="4F5361"/>
              </a:solidFill>
              <a:latin typeface="Neuromax"/>
            </a:endParaRPr>
          </a:p>
        </p:txBody>
      </p:sp>
      <p:pic>
        <p:nvPicPr>
          <p:cNvPr id="14" name="Picture 6">
            <a:extLst>
              <a:ext uri="{FF2B5EF4-FFF2-40B4-BE49-F238E27FC236}">
                <a16:creationId xmlns:a16="http://schemas.microsoft.com/office/drawing/2014/main" id="{57C039A2-3770-B7E8-3798-CF9E8BF269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62575" y="5419011"/>
            <a:ext cx="502920" cy="3028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201168"/>
            <a:ext cx="960120" cy="41837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0664" y="25603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SECCIÓN · 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21207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LÍNEA DEL TIEMPO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1556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Siete momentos para ubicar el tema. Fíjate en el cambio, no en la fecha.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" y="3246120"/>
            <a:ext cx="10561320" cy="0"/>
          </a:xfrm>
          <a:prstGeom prst="line">
            <a:avLst/>
          </a:prstGeom>
          <a:ln w="27940">
            <a:solidFill>
              <a:srgbClr val="3132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923544" y="3163824"/>
            <a:ext cx="164592" cy="164592"/>
          </a:xfrm>
          <a:prstGeom prst="ellipse">
            <a:avLst/>
          </a:prstGeom>
          <a:solidFill>
            <a:srgbClr val="F08A3C"/>
          </a:solidFill>
          <a:ln w="254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8600" y="190195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963700"/>
                </a:solidFill>
                <a:latin typeface="Neuromax SemBd"/>
              </a:rPr>
              <a:t>AAAA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233172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5000"/>
              </a:lnSpc>
            </a:pPr>
            <a:r>
              <a:rPr lang="es-ES" sz="1800">
                <a:solidFill>
                  <a:srgbClr val="131315"/>
                </a:solidFill>
                <a:latin typeface="Neuromax"/>
              </a:rPr>
              <a:t>Hito uno</a:t>
            </a:r>
            <a:endParaRPr lang="es-ES" sz="4000"/>
          </a:p>
        </p:txBody>
      </p:sp>
      <p:cxnSp>
        <p:nvCxnSpPr>
          <p:cNvPr id="14" name="Connector 13"/>
          <p:cNvCxnSpPr/>
          <p:nvPr/>
        </p:nvCxnSpPr>
        <p:spPr>
          <a:xfrm>
            <a:off x="1005840" y="2971800"/>
            <a:ext cx="0" cy="173736"/>
          </a:xfrm>
          <a:prstGeom prst="line">
            <a:avLst/>
          </a:prstGeom>
          <a:ln w="12700">
            <a:solidFill>
              <a:srgbClr val="313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615184" y="3163824"/>
            <a:ext cx="164592" cy="164592"/>
          </a:xfrm>
          <a:prstGeom prst="ellipse">
            <a:avLst/>
          </a:prstGeom>
          <a:solidFill>
            <a:srgbClr val="F08A3C"/>
          </a:solidFill>
          <a:ln w="254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737360" y="345643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963700"/>
                </a:solidFill>
                <a:latin typeface="Neuromax SemBd"/>
              </a:rPr>
              <a:t>AAAA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887215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31315"/>
                </a:solidFill>
                <a:latin typeface="Neuromax"/>
              </a:rPr>
              <a:t>Hito dos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97480" y="3346704"/>
            <a:ext cx="0" cy="91440"/>
          </a:xfrm>
          <a:prstGeom prst="line">
            <a:avLst/>
          </a:prstGeom>
          <a:ln w="12700">
            <a:solidFill>
              <a:srgbClr val="313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306824" y="3163824"/>
            <a:ext cx="164592" cy="164592"/>
          </a:xfrm>
          <a:prstGeom prst="ellipse">
            <a:avLst/>
          </a:prstGeom>
          <a:solidFill>
            <a:srgbClr val="F08A3C"/>
          </a:solidFill>
          <a:ln w="254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29000" y="190195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963700"/>
                </a:solidFill>
                <a:latin typeface="Neuromax SemBd"/>
              </a:rPr>
              <a:t>AAAA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233172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31315"/>
                </a:solidFill>
                <a:latin typeface="Neuromax"/>
              </a:rPr>
              <a:t>Hito tres</a:t>
            </a:r>
            <a:endParaRPr lang="es-ES" sz="2800" b="0" i="0">
              <a:solidFill>
                <a:srgbClr val="131315"/>
              </a:solidFill>
              <a:latin typeface="Neuromax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4389120" y="2971800"/>
            <a:ext cx="0" cy="173736"/>
          </a:xfrm>
          <a:prstGeom prst="line">
            <a:avLst/>
          </a:prstGeom>
          <a:ln w="12700">
            <a:solidFill>
              <a:srgbClr val="313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5998464" y="3163824"/>
            <a:ext cx="164592" cy="164592"/>
          </a:xfrm>
          <a:prstGeom prst="ellipse">
            <a:avLst/>
          </a:prstGeom>
          <a:solidFill>
            <a:srgbClr val="F08A3C"/>
          </a:solidFill>
          <a:ln w="254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20640" y="345643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963700"/>
                </a:solidFill>
                <a:latin typeface="Neuromax SemBd"/>
              </a:rPr>
              <a:t>AAAA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887215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s-ES" sz="1800">
                <a:solidFill>
                  <a:srgbClr val="131315"/>
                </a:solidFill>
                <a:latin typeface="Neuromax"/>
              </a:rPr>
              <a:t>Hito cuatro</a:t>
            </a:r>
            <a:endParaRPr lang="es-ES" sz="2400" b="0" i="0">
              <a:solidFill>
                <a:srgbClr val="131315"/>
              </a:solidFill>
              <a:latin typeface="Neuromax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6080760" y="3346704"/>
            <a:ext cx="0" cy="91440"/>
          </a:xfrm>
          <a:prstGeom prst="line">
            <a:avLst/>
          </a:prstGeom>
          <a:ln w="12700">
            <a:solidFill>
              <a:srgbClr val="313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690104" y="3163824"/>
            <a:ext cx="164592" cy="164592"/>
          </a:xfrm>
          <a:prstGeom prst="ellipse">
            <a:avLst/>
          </a:prstGeom>
          <a:solidFill>
            <a:srgbClr val="F08A3C"/>
          </a:solidFill>
          <a:ln w="254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12280" y="190195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963700"/>
                </a:solidFill>
                <a:latin typeface="Neuromax SemBd"/>
              </a:rPr>
              <a:t>AAAA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233172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31315"/>
                </a:solidFill>
                <a:latin typeface="Neuromax"/>
              </a:rPr>
              <a:t>Hito cinco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0" y="2971800"/>
            <a:ext cx="0" cy="173736"/>
          </a:xfrm>
          <a:prstGeom prst="line">
            <a:avLst/>
          </a:prstGeom>
          <a:ln w="12700">
            <a:solidFill>
              <a:srgbClr val="313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381744" y="3163824"/>
            <a:ext cx="164592" cy="164592"/>
          </a:xfrm>
          <a:prstGeom prst="ellipse">
            <a:avLst/>
          </a:prstGeom>
          <a:solidFill>
            <a:srgbClr val="F08A3C"/>
          </a:solidFill>
          <a:ln w="254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03919" y="345643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963700"/>
                </a:solidFill>
                <a:latin typeface="Neuromax SemBd"/>
              </a:rPr>
              <a:t>AAAA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19" y="3887215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dirty="0" err="1">
                <a:solidFill>
                  <a:srgbClr val="131315"/>
                </a:solidFill>
                <a:latin typeface="Neuromax"/>
              </a:rPr>
              <a:t>Hito seis</a:t>
            </a:r>
            <a:endParaRPr lang="es-ES" b="0" i="0" dirty="0" err="1">
              <a:solidFill>
                <a:srgbClr val="131315"/>
              </a:solidFill>
              <a:latin typeface="Neuromax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9464040" y="3346704"/>
            <a:ext cx="0" cy="91440"/>
          </a:xfrm>
          <a:prstGeom prst="line">
            <a:avLst/>
          </a:prstGeom>
          <a:ln w="12700">
            <a:solidFill>
              <a:srgbClr val="313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11073384" y="3163824"/>
            <a:ext cx="164592" cy="164592"/>
          </a:xfrm>
          <a:prstGeom prst="ellipse">
            <a:avLst/>
          </a:prstGeom>
          <a:solidFill>
            <a:srgbClr val="F08A3C"/>
          </a:solidFill>
          <a:ln w="254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195559" y="190195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963700"/>
                </a:solidFill>
                <a:latin typeface="Neuromax SemBd"/>
              </a:rPr>
              <a:t>AAAA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95559" y="233172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31315"/>
                </a:solidFill>
                <a:latin typeface="Neuromax"/>
              </a:rPr>
              <a:t>Hito siete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1155680" y="2971800"/>
            <a:ext cx="0" cy="173736"/>
          </a:xfrm>
          <a:prstGeom prst="line">
            <a:avLst/>
          </a:prstGeom>
          <a:ln w="12700">
            <a:solidFill>
              <a:srgbClr val="313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566928" y="4983480"/>
            <a:ext cx="11055096" cy="658368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2000" b="1" i="0" dirty="0">
                <a:solidFill>
                  <a:srgbClr val="FFFFFF"/>
                </a:solidFill>
                <a:latin typeface="Neuromax"/>
              </a:rPr>
              <a:t>Cada hito cambia qué se puede hacer, cómo se ve o cómo se controla.</a:t>
            </a:r>
            <a:endParaRPr lang="es-ES" sz="2000" b="1" i="0">
              <a:solidFill>
                <a:srgbClr val="FFFFFF"/>
              </a:solidFill>
              <a:latin typeface="Neuromax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0664" y="25603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SECCIÓN · 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6768" y="704087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CUATRO EJEMPLOS CLAVE</a:t>
            </a:r>
            <a:endParaRPr lang="es-ES" sz="3600" b="0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6928" y="1719072"/>
            <a:ext cx="5413248" cy="1810512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719072"/>
            <a:ext cx="64008" cy="1810512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31520" y="1874519"/>
            <a:ext cx="1993392" cy="1499616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Neuromax SemBd"/>
              </a:rPr>
              <a:t>IMAGEN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1822704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963700"/>
                </a:solidFill>
                <a:latin typeface="Neuromax SemBd"/>
              </a:rPr>
              <a:t>DATO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8648" y="2157984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s-ES" sz="1400" b="1" dirty="0">
                <a:solidFill>
                  <a:srgbClr val="131315"/>
                </a:solidFill>
                <a:latin typeface="Neuromax SemBd"/>
              </a:rPr>
              <a:t>TÍTULO UNO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8648" y="2600959"/>
            <a:ext cx="288036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400" b="0" i="0" dirty="0">
                <a:solidFill>
                  <a:srgbClr val="4F5361"/>
                </a:solidFill>
                <a:latin typeface="Neuromax"/>
              </a:rPr>
              <a:t>Descripción breve del primer ejemplo.</a:t>
            </a:r>
            <a:endParaRPr lang="es-ES" sz="1400" dirty="0"/>
          </a:p>
        </p:txBody>
      </p:sp>
      <p:sp>
        <p:nvSpPr>
          <p:cNvPr id="15" name="Rectangle 14"/>
          <p:cNvSpPr/>
          <p:nvPr/>
        </p:nvSpPr>
        <p:spPr>
          <a:xfrm>
            <a:off x="6208776" y="1719072"/>
            <a:ext cx="5413248" cy="1810512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08776" y="1719072"/>
            <a:ext cx="64008" cy="1810512"/>
          </a:xfrm>
          <a:prstGeom prst="rect">
            <a:avLst/>
          </a:prstGeom>
          <a:solidFill>
            <a:srgbClr val="E246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40496" y="1822704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A81E49"/>
                </a:solidFill>
                <a:latin typeface="Neuromax SemBd"/>
              </a:rPr>
              <a:t>DATO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6" y="2157984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31315"/>
                </a:solidFill>
                <a:latin typeface="Neuromax SemBd"/>
              </a:rPr>
              <a:t>TÍTULO DOS</a:t>
            </a:r>
            <a:endParaRPr lang="es-ES" sz="1400" b="1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540496" y="2600959"/>
            <a:ext cx="288036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F5361"/>
                </a:solidFill>
                <a:latin typeface="Neuromax"/>
              </a:rPr>
              <a:t>Descripción breve del segundo ejemplo.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657600"/>
            <a:ext cx="5413248" cy="1810512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66928" y="3657600"/>
            <a:ext cx="64008" cy="1810512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31520" y="3813048"/>
            <a:ext cx="1993392" cy="1499616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Neuromax SemBd"/>
              </a:rPr>
              <a:t>IMAGEN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98648" y="3761231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963700"/>
                </a:solidFill>
                <a:latin typeface="Neuromax SemBd"/>
              </a:rPr>
              <a:t>DATO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98648" y="409651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31315"/>
                </a:solidFill>
                <a:latin typeface="Neuromax SemBd"/>
              </a:rPr>
              <a:t>TÍTULO TRES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98648" y="4620768"/>
            <a:ext cx="288036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F5361"/>
                </a:solidFill>
                <a:latin typeface="Neuromax"/>
              </a:rPr>
              <a:t>Descripción breve del tercer ejemplo.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08776" y="3657600"/>
            <a:ext cx="5413248" cy="1810512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08776" y="3657600"/>
            <a:ext cx="64008" cy="1810512"/>
          </a:xfrm>
          <a:prstGeom prst="rect">
            <a:avLst/>
          </a:prstGeom>
          <a:solidFill>
            <a:srgbClr val="E246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373368" y="3951860"/>
            <a:ext cx="1993392" cy="1221990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Neuromax SemBd"/>
              </a:rPr>
              <a:t>IMAGEN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0496" y="3761231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A81E49"/>
                </a:solidFill>
                <a:latin typeface="Neuromax SemBd"/>
              </a:rPr>
              <a:t>DATO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0496" y="409651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31315"/>
                </a:solidFill>
                <a:latin typeface="Neuromax SemBd"/>
              </a:rPr>
              <a:t>TÍTULO CUATRO</a:t>
            </a:r>
            <a:endParaRPr lang="es-ES" sz="1400" b="1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540496" y="4620768"/>
            <a:ext cx="288036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400" b="0" i="0" dirty="0" err="1">
                <a:solidFill>
                  <a:srgbClr val="4F5361"/>
                </a:solidFill>
                <a:latin typeface="Neuromax"/>
              </a:rPr>
              <a:t>Descripción breve del cuarto ejemplo.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73677" y="1940516"/>
            <a:ext cx="2001867" cy="1369018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Neuromax SemBd"/>
              </a:rPr>
              <a:t>IMAGEN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0664" y="25603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SECCIÓN · 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6300" y="501835"/>
            <a:ext cx="6217920" cy="6594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TRES EJEMPLOS CLAVE</a:t>
            </a:r>
            <a:endParaRPr lang="es-ES" sz="3600" b="0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6928" y="3794760"/>
            <a:ext cx="3547872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963700"/>
                </a:solidFill>
                <a:latin typeface="Neuromax SemBd"/>
              </a:rPr>
              <a:t>EJEMPLO 1</a:t>
            </a:r>
            <a:endParaRPr lang="es-ES" sz="2400" b="0" i="0">
              <a:solidFill>
                <a:srgbClr val="963700"/>
              </a:solidFill>
              <a:latin typeface="Neuromax SemB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" y="4306824"/>
            <a:ext cx="3547872" cy="54812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</a:pPr>
            <a:r>
              <a:rPr sz="1600" b="0" i="0" dirty="0">
                <a:solidFill>
                  <a:srgbClr val="131315"/>
                </a:solidFill>
                <a:latin typeface="Neuromax"/>
              </a:rPr>
              <a:t>Descripción breve del primer ejemplo.</a:t>
            </a:r>
            <a:endParaRPr lang="es-ES" sz="1600"/>
          </a:p>
        </p:txBody>
      </p:sp>
      <p:sp>
        <p:nvSpPr>
          <p:cNvPr id="13" name="TextBox 12"/>
          <p:cNvSpPr txBox="1"/>
          <p:nvPr/>
        </p:nvSpPr>
        <p:spPr>
          <a:xfrm>
            <a:off x="7936992" y="3794760"/>
            <a:ext cx="3547872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963700"/>
                </a:solidFill>
                <a:latin typeface="Neuromax SemBd"/>
              </a:rPr>
              <a:t>EJEMPLO 3</a:t>
            </a:r>
            <a:endParaRPr lang="es-ES" sz="2400" b="0" i="0">
              <a:solidFill>
                <a:srgbClr val="963700"/>
              </a:solidFill>
              <a:latin typeface="Neuromax SemB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36992" y="4306824"/>
            <a:ext cx="3547872" cy="63052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</a:pPr>
            <a:r>
              <a:rPr sz="1600" b="0" i="0" dirty="0">
                <a:solidFill>
                  <a:srgbClr val="131315"/>
                </a:solidFill>
                <a:latin typeface="Neuromax"/>
              </a:rPr>
              <a:t>Descripción breve del tercer ejemplo.</a:t>
            </a:r>
            <a:endParaRPr lang="es-ES" dirty="0"/>
          </a:p>
        </p:txBody>
      </p:sp>
      <p:sp>
        <p:nvSpPr>
          <p:cNvPr id="15" name="TextBox 14"/>
          <p:cNvSpPr txBox="1"/>
          <p:nvPr/>
        </p:nvSpPr>
        <p:spPr>
          <a:xfrm>
            <a:off x="4251960" y="3794760"/>
            <a:ext cx="3547872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963700"/>
                </a:solidFill>
                <a:latin typeface="Neuromax SemBd"/>
              </a:rPr>
              <a:t>EJEMPLO 2</a:t>
            </a:r>
            <a:endParaRPr lang="es-ES" sz="2400" b="0" i="0">
              <a:solidFill>
                <a:srgbClr val="963700"/>
              </a:solidFill>
              <a:latin typeface="Neuromax SemB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251960" y="4306824"/>
            <a:ext cx="3547872" cy="52874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</a:pPr>
            <a:r>
              <a:rPr sz="1600" b="0" i="0" dirty="0">
                <a:solidFill>
                  <a:srgbClr val="131315"/>
                </a:solidFill>
                <a:latin typeface="Neuromax"/>
              </a:rPr>
              <a:t>Descripción breve del segundo ejemplo.</a:t>
            </a:r>
            <a:endParaRPr lang="en-US" sz="1600" b="0" i="0" dirty="0">
              <a:ea typeface="Calibri"/>
              <a:cs typeface="Calibr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251960" y="1508760"/>
            <a:ext cx="3547872" cy="2231136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Neuromax SemBd"/>
              </a:rPr>
              <a:t>IMAGEN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36992" y="1508760"/>
            <a:ext cx="3547872" cy="2231136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Neuromax SemBd"/>
              </a:rPr>
              <a:t>IMAGEN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1508760"/>
            <a:ext cx="3547872" cy="2231136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Neuromax SemBd"/>
              </a:rPr>
              <a:t>IMAGEN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201168"/>
            <a:ext cx="960120" cy="41837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0664" y="25603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SECCIÓN · 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022" y="729566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IDEA CENTRAL</a:t>
            </a:r>
            <a:endParaRPr lang="es-ES" sz="3600" b="0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60975" y="1676114"/>
            <a:ext cx="11084861" cy="706280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1983" y="1688020"/>
            <a:ext cx="10592989" cy="6527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dirty="0">
                <a:solidFill>
                  <a:srgbClr val="FFFFFF"/>
                </a:solidFill>
                <a:latin typeface="Neuromax SemBd"/>
              </a:rPr>
              <a:t>Una definición breve que explique el concepto y por qué importa.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0740" y="2886551"/>
            <a:ext cx="2633472" cy="211645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5332" y="3023711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63700"/>
                </a:solidFill>
                <a:latin typeface="Neuromax SemBd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801" y="3008661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 SemBd"/>
              </a:rPr>
              <a:t>CONCEPTO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332" y="363550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2000"/>
              </a:lnSpc>
            </a:pPr>
            <a:r>
              <a:rPr sz="1600" b="0" i="0" err="1">
                <a:solidFill>
                  <a:srgbClr val="4F5361"/>
                </a:solidFill>
                <a:latin typeface="Neuromax"/>
              </a:rPr>
              <a:t>Qué significa y cómo se reconoce.</a:t>
            </a:r>
            <a:endParaRPr lang="es-ES" sz="2000"/>
          </a:p>
        </p:txBody>
      </p:sp>
      <p:sp>
        <p:nvSpPr>
          <p:cNvPr id="16" name="TextBox 15"/>
          <p:cNvSpPr txBox="1"/>
          <p:nvPr/>
        </p:nvSpPr>
        <p:spPr>
          <a:xfrm>
            <a:off x="755332" y="4605337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63700"/>
                </a:solidFill>
                <a:latin typeface="Neuromax"/>
              </a:rPr>
              <a:t>Ej.: un caso concreto.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8804" y="2886551"/>
            <a:ext cx="2633472" cy="211645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53396" y="3023711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63700"/>
                </a:solidFill>
                <a:latin typeface="Neuromax SemBd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74865" y="3008661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 SemBd"/>
              </a:rPr>
              <a:t>CONCEPTO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3396" y="363550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Qué significa y cómo se reconoce.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53396" y="4605337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63700"/>
                </a:solidFill>
                <a:latin typeface="Neuromax"/>
              </a:rPr>
              <a:t>Ej.: un caso concreto.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6868" y="2886551"/>
            <a:ext cx="2633472" cy="211645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1460" y="3023711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63700"/>
                </a:solidFill>
                <a:latin typeface="Neuromax SemBd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2929" y="3008661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 SemBd"/>
              </a:rPr>
              <a:t>CONCEPTO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1460" y="363550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2000"/>
              </a:lnSpc>
            </a:pPr>
            <a:r>
              <a:rPr sz="1600" b="0" i="0">
                <a:solidFill>
                  <a:srgbClr val="4F5361"/>
                </a:solidFill>
                <a:latin typeface="Neuromax"/>
              </a:rPr>
              <a:t>Qué significa y cómo se reconoce.</a:t>
            </a:r>
            <a:endParaRPr lang="es-ES" sz="2000"/>
          </a:p>
        </p:txBody>
      </p:sp>
      <p:sp>
        <p:nvSpPr>
          <p:cNvPr id="26" name="TextBox 25"/>
          <p:cNvSpPr txBox="1"/>
          <p:nvPr/>
        </p:nvSpPr>
        <p:spPr>
          <a:xfrm>
            <a:off x="6351460" y="4605337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63700"/>
                </a:solidFill>
                <a:latin typeface="Neuromax"/>
              </a:rPr>
              <a:t>Ej.: un caso concreto.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84931" y="2886551"/>
            <a:ext cx="2633472" cy="211645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9523" y="3023711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63700"/>
                </a:solidFill>
                <a:latin typeface="Neuromax SemBd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70992" y="3008661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 SemBd"/>
              </a:rPr>
              <a:t>CONCEPTO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03101" y="3534299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2000"/>
              </a:lnSpc>
            </a:pPr>
            <a:r>
              <a:rPr sz="1600" b="0" i="0">
                <a:solidFill>
                  <a:srgbClr val="4F5361"/>
                </a:solidFill>
                <a:latin typeface="Neuromax"/>
              </a:rPr>
              <a:t>Qué cambia cuando el jugador actúa.</a:t>
            </a:r>
            <a:endParaRPr lang="es-ES" sz="2000"/>
          </a:p>
        </p:txBody>
      </p:sp>
      <p:sp>
        <p:nvSpPr>
          <p:cNvPr id="31" name="TextBox 30"/>
          <p:cNvSpPr txBox="1"/>
          <p:nvPr/>
        </p:nvSpPr>
        <p:spPr>
          <a:xfrm>
            <a:off x="9149523" y="4605337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63700"/>
                </a:solidFill>
                <a:latin typeface="Neuromax"/>
              </a:rPr>
              <a:t>Ej.: un caso concreto.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06506" y="5349430"/>
            <a:ext cx="11055096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b="0" i="0" dirty="0">
                <a:solidFill>
                  <a:srgbClr val="963700"/>
                </a:solidFill>
                <a:latin typeface="Neuromax SemBd"/>
              </a:rPr>
              <a:t>Si el jugador no decide nada, o no hay consecuencias, no hay juego.</a:t>
            </a:r>
            <a:endParaRPr lang="es-ES" b="0" i="0" dirty="0">
              <a:solidFill>
                <a:srgbClr val="963700"/>
              </a:solidFill>
              <a:latin typeface="Neuromax SemB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201168"/>
            <a:ext cx="960120" cy="41837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0664" y="25603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SECCIÓN · 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459" y="664082"/>
            <a:ext cx="2944178" cy="67579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95000"/>
              </a:lnSpc>
            </a:pPr>
            <a:r>
              <a:rPr lang="es-ES" sz="3600">
                <a:solidFill>
                  <a:srgbClr val="131315"/>
                </a:solidFill>
                <a:latin typeface="Neuromax SemBd"/>
              </a:rPr>
              <a:t>TRES PASOS</a:t>
            </a:r>
            <a:endParaRPr lang="es-ES" sz="3600">
              <a:ea typeface="Calibri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8366" y="1163193"/>
            <a:ext cx="3681889" cy="35385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s-ES" sz="1600">
                <a:solidFill>
                  <a:srgbClr val="4F5361"/>
                </a:solidFill>
                <a:latin typeface="Neuromax"/>
              </a:rPr>
              <a:t>Un proceso en tres capas:</a:t>
            </a:r>
            <a:endParaRPr lang="es-ES" b="0" i="0">
              <a:solidFill>
                <a:srgbClr val="4F5361"/>
              </a:solidFill>
              <a:latin typeface="Neuromax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66928" y="1737360"/>
            <a:ext cx="329184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1737360"/>
            <a:ext cx="3291840" cy="502920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5138" y="1917240"/>
            <a:ext cx="411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31315"/>
                </a:solidFill>
                <a:latin typeface="Neuromax SemB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181965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31315"/>
                </a:solidFill>
                <a:latin typeface="Neuromax SemBd"/>
              </a:rPr>
              <a:t>PASO UNO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714" y="2631519"/>
            <a:ext cx="2943939" cy="46124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"/>
              </a:rPr>
              <a:t>Qué ocurre en esta capa.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574" y="3529488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F5361"/>
                </a:solidFill>
                <a:latin typeface="Neuromax"/>
              </a:rPr>
              <a:t>Ej.: un caso concreto.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13632" y="2651760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963700"/>
                </a:solidFill>
                <a:latin typeface="Neuromax SemBd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24528" y="1737360"/>
            <a:ext cx="329184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24528" y="1737360"/>
            <a:ext cx="3291840" cy="502920"/>
          </a:xfrm>
          <a:prstGeom prst="rect">
            <a:avLst/>
          </a:prstGeom>
          <a:solidFill>
            <a:srgbClr val="E246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2738" y="1917240"/>
            <a:ext cx="411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31315"/>
                </a:solidFill>
                <a:latin typeface="Neuromax SemB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1456" y="181965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31315"/>
                </a:solidFill>
                <a:latin typeface="Neuromax SemBd"/>
              </a:rPr>
              <a:t>PASO 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2500551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2000"/>
              </a:lnSpc>
            </a:pPr>
            <a:r>
              <a:rPr b="0" i="0" dirty="0">
                <a:solidFill>
                  <a:srgbClr val="131315"/>
                </a:solidFill>
                <a:latin typeface="Neuromax"/>
              </a:rPr>
              <a:t>Qué emerge cuando el jugador interactúa.</a:t>
            </a:r>
            <a:endParaRPr lang="es-ES" sz="2000"/>
          </a:p>
        </p:txBody>
      </p:sp>
      <p:sp>
        <p:nvSpPr>
          <p:cNvPr id="22" name="TextBox 21"/>
          <p:cNvSpPr txBox="1"/>
          <p:nvPr/>
        </p:nvSpPr>
        <p:spPr>
          <a:xfrm>
            <a:off x="4425267" y="3529488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F5361"/>
                </a:solidFill>
                <a:latin typeface="Neuromax"/>
              </a:rPr>
              <a:t>Ej.: un caso concreto.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1232" y="2651760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963700"/>
                </a:solidFill>
                <a:latin typeface="Neuromax SemBd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82127" y="1737360"/>
            <a:ext cx="329184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882127" y="1737360"/>
            <a:ext cx="3291840" cy="502920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40337" y="1917240"/>
            <a:ext cx="411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ES" sz="1700">
                <a:solidFill>
                  <a:srgbClr val="FFFFFF"/>
                </a:solidFill>
                <a:latin typeface="Neuromax SemBd"/>
              </a:rPr>
              <a:t>3</a:t>
            </a:r>
            <a:endParaRPr lang="es-ES" sz="1700" b="0" i="0" dirty="0">
              <a:solidFill>
                <a:srgbClr val="FFFFFF"/>
              </a:solidFill>
              <a:latin typeface="Neuromax SemBd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449055" y="181965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FFFFFF"/>
                </a:solidFill>
                <a:latin typeface="Neuromax SemBd"/>
              </a:rPr>
              <a:t>PASO TRES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7" y="2500551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"/>
              </a:rPr>
              <a:t>Qué siente o percibe el jugador.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4773" y="3529488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F5361"/>
                </a:solidFill>
                <a:latin typeface="Neuromax"/>
              </a:rPr>
              <a:t>Ej.: un caso concreto.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160520"/>
            <a:ext cx="10661904" cy="1051560"/>
          </a:xfrm>
          <a:prstGeom prst="rect">
            <a:avLst/>
          </a:prstGeom>
          <a:solidFill>
            <a:srgbClr val="F7F3EA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9808" y="427939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963700"/>
                </a:solidFill>
                <a:latin typeface="Neuromax SemBd"/>
              </a:rPr>
              <a:t>DEL SISTEMA A LA EXPERIENCIA</a:t>
            </a:r>
            <a:endParaRPr lang="es-ES" b="0" i="0">
              <a:solidFill>
                <a:srgbClr val="963700"/>
              </a:solidFill>
              <a:latin typeface="Neuromax SemBd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74824" y="476207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Capa uno: cómo funciona.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41648" y="476207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63700"/>
                </a:solidFill>
                <a:latin typeface="Neuromax SemBd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87478" y="476207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Capa dos: qué emerge al jugar.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476207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63700"/>
                </a:solidFill>
                <a:latin typeface="Neuromax SemBd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67961" y="4756119"/>
            <a:ext cx="2950846" cy="28027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Capa tres: qué siente el jugador.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428774"/>
            <a:ext cx="10661904" cy="26241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600" b="0" i="0" dirty="0">
                <a:solidFill>
                  <a:srgbClr val="31324A"/>
                </a:solidFill>
                <a:latin typeface="Neuromax SemBd"/>
              </a:rPr>
              <a:t>El diseñador construye de izquierda a derecha; el jugador lo vive al revés.</a:t>
            </a:r>
            <a:endParaRPr lang="es-ES" sz="1600" b="0" i="0" dirty="0">
              <a:solidFill>
                <a:srgbClr val="31324A"/>
              </a:solidFill>
              <a:latin typeface="Neuromax SemB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0664" y="25603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SECCIÓN · 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21207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TRES ELEMENTOS</a:t>
            </a:r>
            <a:endParaRPr lang="es-ES" sz="3600" b="0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600" b="0" i="0" dirty="0">
                <a:solidFill>
                  <a:srgbClr val="4F5361"/>
                </a:solidFill>
                <a:latin typeface="Neuromax"/>
              </a:rPr>
              <a:t>Límites claros, retos constantes y recompensas que reconocen el esfuerzo.</a:t>
            </a:r>
            <a:endParaRPr lang="es-ES" sz="1600" b="0" i="0" dirty="0">
              <a:solidFill>
                <a:srgbClr val="4F5361"/>
              </a:solidFill>
              <a:latin typeface="Neuromax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6928" y="1719072"/>
            <a:ext cx="3456432" cy="2880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719072"/>
            <a:ext cx="73152" cy="2880360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1856231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63700"/>
                </a:solidFill>
                <a:latin typeface="Neuromax SemB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1747" y="1811417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31315"/>
                </a:solidFill>
                <a:latin typeface="Neuromax SemBd"/>
              </a:rPr>
              <a:t>ELEMENTO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247" y="236343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Descripción breve.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3017520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20000"/>
              </a:lnSpc>
            </a:pPr>
            <a:r>
              <a:rPr lang="es-ES" sz="1500">
                <a:solidFill>
                  <a:srgbClr val="131315"/>
                </a:solidFill>
                <a:latin typeface="Neuromax"/>
              </a:rPr>
              <a:t>Punto uno.</a:t>
            </a:r>
            <a:endParaRPr lang="es-ES" sz="1500">
              <a:ea typeface="Calibri"/>
              <a:cs typeface="Calibri"/>
            </a:endParaRPr>
          </a:p>
          <a:p>
            <a:pPr>
              <a:lnSpc>
                <a:spcPct val="120000"/>
              </a:lnSpc>
            </a:pPr>
            <a:r>
              <a:rPr lang="es-ES" sz="1500">
                <a:solidFill>
                  <a:srgbClr val="131315"/>
                </a:solidFill>
                <a:latin typeface="Neuromax"/>
              </a:rPr>
              <a:t>Punto dos.</a:t>
            </a:r>
            <a:endParaRPr lang="es-ES" sz="1500">
              <a:ea typeface="Calibri"/>
              <a:cs typeface="Calibri"/>
            </a:endParaRPr>
          </a:p>
          <a:p>
            <a:pPr>
              <a:lnSpc>
                <a:spcPct val="120000"/>
              </a:lnSpc>
            </a:pPr>
            <a:r>
              <a:rPr lang="es-ES" sz="1500">
                <a:solidFill>
                  <a:srgbClr val="131315"/>
                </a:solidFill>
                <a:latin typeface="Neuromax"/>
              </a:rPr>
              <a:t>Punto tres.</a:t>
            </a:r>
            <a:endParaRPr lang="es-ES" sz="1500">
              <a:ea typeface="Calibri"/>
              <a:cs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97680" y="1719072"/>
            <a:ext cx="3456432" cy="2880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97680" y="1719072"/>
            <a:ext cx="73152" cy="2880360"/>
          </a:xfrm>
          <a:prstGeom prst="rect">
            <a:avLst/>
          </a:prstGeom>
          <a:solidFill>
            <a:srgbClr val="E246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26280" y="1856231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81E49"/>
                </a:solidFill>
                <a:latin typeface="Neuromax SemBd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9655" y="1811417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31315"/>
                </a:solidFill>
                <a:latin typeface="Neuromax SemBd"/>
              </a:rPr>
              <a:t>ELEMENTO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1999" y="236343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Descripción breve.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017520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dirty="0" err="1">
                <a:solidFill>
                  <a:srgbClr val="131315"/>
                </a:solidFill>
                <a:latin typeface="Neuromax"/>
              </a:rPr>
              <a:t>Punto uno.</a:t>
            </a:r>
            <a:endParaRPr lang="es-ES" sz="1500" b="0" i="0">
              <a:solidFill>
                <a:srgbClr val="131315"/>
              </a:solidFill>
              <a:latin typeface="Neuromax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dirty="0" err="1">
                <a:solidFill>
                  <a:srgbClr val="131315"/>
                </a:solidFill>
                <a:latin typeface="Neuromax"/>
              </a:rPr>
              <a:t>Punto dos.</a:t>
            </a:r>
            <a:endParaRPr lang="es-ES" sz="1500" b="0" i="0">
              <a:solidFill>
                <a:srgbClr val="131315"/>
              </a:solidFill>
              <a:latin typeface="Neuromax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dirty="0" err="1">
                <a:solidFill>
                  <a:srgbClr val="131315"/>
                </a:solidFill>
                <a:latin typeface="Neuromax"/>
              </a:rPr>
              <a:t>Punto tres.</a:t>
            </a:r>
            <a:endParaRPr lang="es-ES" sz="1500" b="0" i="0">
              <a:solidFill>
                <a:srgbClr val="131315"/>
              </a:solidFill>
              <a:latin typeface="Neuromax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028431" y="1719072"/>
            <a:ext cx="3456432" cy="2880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28431" y="1719072"/>
            <a:ext cx="73152" cy="2880360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57031" y="1856231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1324A"/>
                </a:solidFill>
                <a:latin typeface="Neuromax SemBd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9938" y="1811417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31315"/>
                </a:solidFill>
                <a:latin typeface="Neuromax SemBd"/>
              </a:rPr>
              <a:t>ELEMENTO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7766" y="236343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Descripción breve.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7031" y="3017520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dirty="0">
                <a:solidFill>
                  <a:srgbClr val="131315"/>
                </a:solidFill>
                <a:latin typeface="Neuromax"/>
              </a:rPr>
              <a:t>Punto uno.</a:t>
            </a:r>
            <a:endParaRPr lang="es-ES" sz="1500" b="0" i="0">
              <a:solidFill>
                <a:srgbClr val="131315"/>
              </a:solidFill>
              <a:latin typeface="Neuromax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dirty="0">
                <a:solidFill>
                  <a:srgbClr val="131315"/>
                </a:solidFill>
                <a:latin typeface="Neuromax"/>
              </a:rPr>
              <a:t>Punto dos.</a:t>
            </a:r>
            <a:endParaRPr lang="es-ES" sz="1500" b="0" i="0">
              <a:solidFill>
                <a:srgbClr val="131315"/>
              </a:solidFill>
              <a:latin typeface="Neuromax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dirty="0">
                <a:solidFill>
                  <a:srgbClr val="131315"/>
                </a:solidFill>
                <a:latin typeface="Neuromax"/>
              </a:rPr>
              <a:t>Punto tres.</a:t>
            </a:r>
            <a:endParaRPr lang="es-ES" sz="1500" b="0" i="0">
              <a:solidFill>
                <a:srgbClr val="131315"/>
              </a:solidFill>
              <a:latin typeface="Neuromax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5816" y="3159252"/>
            <a:ext cx="475488" cy="45269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0290" y="3820906"/>
            <a:ext cx="1261872" cy="669106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566928" y="4892040"/>
            <a:ext cx="11055096" cy="713232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5089160"/>
            <a:ext cx="11055096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dirty="0">
                <a:solidFill>
                  <a:srgbClr val="FFFFFF"/>
                </a:solidFill>
                <a:latin typeface="Neuromax SemBd"/>
              </a:rPr>
              <a:t>Si el reto es muy alto, frustra; si es muy bajo, aburre.</a:t>
            </a:r>
            <a:endParaRPr lang="es-ES" sz="2000" b="0" i="0">
              <a:solidFill>
                <a:srgbClr val="FFFFFF"/>
              </a:solidFill>
              <a:latin typeface="Neuromax SemBd"/>
            </a:endParaRPr>
          </a:p>
        </p:txBody>
      </p:sp>
      <p:pic>
        <p:nvPicPr>
          <p:cNvPr id="32" name="Picture 4" descr="Imagen que contiene Forma&#10;&#10;El contenido generado por IA puede ser incorrecto.">
            <a:extLst>
              <a:ext uri="{FF2B5EF4-FFF2-40B4-BE49-F238E27FC236}">
                <a16:creationId xmlns:a16="http://schemas.microsoft.com/office/drawing/2014/main" id="{9072D934-4417-3523-F681-731B43482F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5359" y="3124676"/>
            <a:ext cx="768192" cy="1393901"/>
          </a:xfrm>
          <a:prstGeom prst="rect">
            <a:avLst/>
          </a:prstGeom>
        </p:spPr>
      </p:pic>
      <p:pic>
        <p:nvPicPr>
          <p:cNvPr id="34" name="Picture 6">
            <a:extLst>
              <a:ext uri="{FF2B5EF4-FFF2-40B4-BE49-F238E27FC236}">
                <a16:creationId xmlns:a16="http://schemas.microsoft.com/office/drawing/2014/main" id="{78C527E1-2B13-6163-55F8-0BEC0C2B53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8450" y="4025979"/>
            <a:ext cx="794623" cy="4636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0664" y="25603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SECCIÓN · 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10504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CICLO EN TRES PASOS</a:t>
            </a:r>
            <a:endParaRPr lang="es-ES" sz="3600" b="0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7" y="115724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4F5361"/>
                </a:solidFill>
                <a:latin typeface="Neuromax"/>
              </a:rPr>
              <a:t>Se repite, actualiza y dibuja: el corazón de todo sistema interactivo.</a:t>
            </a:r>
            <a:endParaRPr lang="es-ES" sz="1600" b="0" i="0">
              <a:solidFill>
                <a:srgbClr val="4F5361"/>
              </a:solidFill>
              <a:latin typeface="Neuromax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320040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920240"/>
            <a:ext cx="73152" cy="1234440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029968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63700"/>
                </a:solidFill>
                <a:latin typeface="Neuromax SemB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02996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31315"/>
                </a:solidFill>
                <a:latin typeface="Neuromax SemBd"/>
              </a:rPr>
              <a:t>ENTRADA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2260" y="2592181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Qué entra al sistema.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77639" y="2542032"/>
            <a:ext cx="411481" cy="0"/>
          </a:xfrm>
          <a:prstGeom prst="line">
            <a:avLst/>
          </a:prstGeom>
          <a:ln w="27940">
            <a:solidFill>
              <a:srgbClr val="9637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462272" y="1920240"/>
            <a:ext cx="320040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62272" y="1920240"/>
            <a:ext cx="73152" cy="1234440"/>
          </a:xfrm>
          <a:prstGeom prst="rect">
            <a:avLst/>
          </a:prstGeom>
          <a:solidFill>
            <a:srgbClr val="E246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63440" y="2029968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81E49"/>
                </a:solidFill>
                <a:latin typeface="Neuromax SemB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02996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31315"/>
                </a:solidFill>
                <a:latin typeface="Neuromax SemBd"/>
              </a:rPr>
              <a:t>PROCESO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3012" y="2592181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Qué cambia en el estado.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08392" y="2542032"/>
            <a:ext cx="411479" cy="0"/>
          </a:xfrm>
          <a:prstGeom prst="line">
            <a:avLst/>
          </a:prstGeom>
          <a:ln w="27940">
            <a:solidFill>
              <a:srgbClr val="9637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8193024" y="1920240"/>
            <a:ext cx="320040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93024" y="1920240"/>
            <a:ext cx="73152" cy="1234440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94192" y="2029968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1324A"/>
                </a:solidFill>
                <a:latin typeface="Neuromax SemB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9952" y="202996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31315"/>
                </a:solidFill>
                <a:latin typeface="Neuromax SemBd"/>
              </a:rPr>
              <a:t>SALIDA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3764" y="2592181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Qué se muestra al usuario.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9698593" y="3107056"/>
            <a:ext cx="0" cy="576738"/>
          </a:xfrm>
          <a:prstGeom prst="line">
            <a:avLst/>
          </a:prstGeom>
          <a:ln w="25400">
            <a:solidFill>
              <a:srgbClr val="313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2331720" y="3677841"/>
            <a:ext cx="7360920" cy="0"/>
          </a:xfrm>
          <a:prstGeom prst="line">
            <a:avLst/>
          </a:prstGeom>
          <a:ln w="25400">
            <a:solidFill>
              <a:srgbClr val="313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319814" y="3154680"/>
            <a:ext cx="0" cy="523161"/>
          </a:xfrm>
          <a:prstGeom prst="line">
            <a:avLst/>
          </a:prstGeom>
          <a:ln w="25400">
            <a:solidFill>
              <a:srgbClr val="3132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503057" y="3706987"/>
            <a:ext cx="4609146" cy="26241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2000" b="0" i="0" dirty="0">
                <a:solidFill>
                  <a:srgbClr val="4F5361"/>
                </a:solidFill>
                <a:latin typeface="Neuromax SemBd"/>
              </a:rPr>
              <a:t>se repite N veces por segundo (ciclo = dt)</a:t>
            </a:r>
            <a:endParaRPr lang="es-ES" sz="2000" b="0" i="0" dirty="0">
              <a:solidFill>
                <a:srgbClr val="4F5361"/>
              </a:solidFill>
              <a:latin typeface="Neuromax SemBd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66928" y="4681728"/>
            <a:ext cx="5394960" cy="960120"/>
          </a:xfrm>
          <a:prstGeom prst="rect">
            <a:avLst/>
          </a:prstGeom>
          <a:solidFill>
            <a:srgbClr val="F7F3EA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68096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963700"/>
                </a:solidFill>
                <a:latin typeface="Neuromax SemBd"/>
              </a:rPr>
              <a:t>CONCEPTO A · DEFINICIÓN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5283" y="5285613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s-ES" sz="1600">
                <a:solidFill>
                  <a:srgbClr val="131315"/>
                </a:solidFill>
                <a:latin typeface="Neuromax"/>
              </a:rPr>
              <a:t>Explicación breve del concepto.</a:t>
            </a:r>
            <a:endParaRPr lang="es-ES" sz="1600" dirty="0">
              <a:solidFill>
                <a:srgbClr val="131315"/>
              </a:solidFill>
              <a:latin typeface="Neuromax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236208" y="4681728"/>
            <a:ext cx="5394960" cy="960120"/>
          </a:xfrm>
          <a:prstGeom prst="rect">
            <a:avLst/>
          </a:prstGeom>
          <a:solidFill>
            <a:srgbClr val="F7F3EA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37376" y="4800600"/>
            <a:ext cx="48463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963700"/>
                </a:solidFill>
                <a:latin typeface="Neuromax SemBd"/>
              </a:rPr>
              <a:t>CONCEPTO B · DEFINICIÓN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93360" y="5285613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Explicación breve del concepto.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0664" y="25603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SECCIÓN ·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21207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s-ES" sz="3600">
                <a:solidFill>
                  <a:srgbClr val="131315"/>
                </a:solidFill>
                <a:latin typeface="Neuromax SemBd"/>
              </a:rPr>
              <a:t>CÓDIGO EN POCAS LÍNEAS</a:t>
            </a:r>
            <a:endParaRPr lang="es-ES" sz="3600" b="0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0975" y="1133428"/>
            <a:ext cx="4572000" cy="4133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600" b="0" i="0" dirty="0">
                <a:solidFill>
                  <a:srgbClr val="4F5361"/>
                </a:solidFill>
                <a:latin typeface="Neuromax"/>
              </a:rPr>
              <a:t>Pseudocódigo o fragmento de código</a:t>
            </a:r>
            <a:endParaRPr lang="es-ES" sz="1600" b="0" i="0" dirty="0" err="1">
              <a:solidFill>
                <a:srgbClr val="4F5361"/>
              </a:solidFill>
              <a:latin typeface="Neuromax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55022" y="1594485"/>
            <a:ext cx="5989320" cy="3931920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t"/>
          <a:lstStyle/>
          <a:p>
            <a:pPr algn="l"/>
            <a:r>
              <a:rPr sz="1600">
                <a:solidFill>
                  <a:srgbClr val="FFFFFF"/>
                </a:solidFill>
                <a:latin typeface="Menlo"/>
              </a:rPr>
              <a:t># aquí va tu código</a:t>
            </a:r>
          </a:p>
          <a:p>
            <a:pPr algn="l"/>
            <a:r>
              <a:rPr sz="1600">
                <a:solidFill>
                  <a:srgbClr val="FFFFFF"/>
                </a:solidFill>
                <a:latin typeface="Menlo"/>
              </a:rPr>
              <a:t>funcion_1()</a:t>
            </a:r>
          </a:p>
          <a:p>
            <a:pPr algn="l"/>
            <a:r>
              <a:rPr sz="1600">
                <a:solidFill>
                  <a:srgbClr val="FFFFFF"/>
                </a:solidFill>
                <a:latin typeface="Menlo"/>
              </a:rPr>
              <a:t>funcion_2()</a:t>
            </a:r>
          </a:p>
          <a:p>
            <a:pPr algn="l"/>
            <a:r>
              <a:rPr sz="1600">
                <a:solidFill>
                  <a:srgbClr val="FFFFFF"/>
                </a:solidFill>
                <a:latin typeface="Menlo"/>
              </a:rPr>
              <a:t>funcion_3()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022" y="1594485"/>
            <a:ext cx="64008" cy="3931920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532120" y="1572768"/>
            <a:ext cx="868680" cy="2743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32120" y="157276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1324A"/>
                </a:solidFill>
                <a:latin typeface="Neuromax SemBd"/>
              </a:rPr>
              <a:t>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1810512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963700"/>
                </a:solidFill>
                <a:latin typeface="Menlo"/>
              </a:rPr>
              <a:t>variable_1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8501" y="2159032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4F5361"/>
                </a:solidFill>
                <a:latin typeface="Neuromax"/>
              </a:rPr>
              <a:t>Qué representa o para qué sirve.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706624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963700"/>
                </a:solidFill>
                <a:latin typeface="Menlo"/>
              </a:rPr>
              <a:t>funcion_1()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8501" y="3055144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4F5361"/>
                </a:solidFill>
                <a:latin typeface="Neuromax"/>
              </a:rPr>
              <a:t>Qué recibe y qué devuelve.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3602736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963700"/>
                </a:solidFill>
                <a:latin typeface="Menlo"/>
              </a:rPr>
              <a:t>funcion_2(dt)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8501" y="3951255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4F5361"/>
                </a:solidFill>
                <a:latin typeface="Neuromax"/>
              </a:rPr>
              <a:t>Qué cambia en el estado.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4498848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963700"/>
                </a:solidFill>
                <a:latin typeface="Menlo"/>
              </a:rPr>
              <a:t>funcion_3()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8501" y="4847368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4F5361"/>
                </a:solidFill>
                <a:latin typeface="Neuromax"/>
              </a:rPr>
              <a:t>Qué muestra en pantalla.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2439" y="1157287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s-ES" sz="1400" dirty="0">
                <a:solidFill>
                  <a:srgbClr val="4F5361"/>
                </a:solidFill>
                <a:latin typeface="Neuromax"/>
              </a:rPr>
              <a:t>(Nota sobre el lenguaje</a:t>
            </a:r>
            <a:r>
              <a:rPr lang="es-ES" sz="1400" dirty="0">
                <a:solidFill>
                  <a:srgbClr val="4F5361"/>
                </a:solidFill>
              </a:rPr>
              <a:t>,</a:t>
            </a:r>
            <a:r>
              <a:rPr lang="es-ES" sz="1400" dirty="0">
                <a:solidFill>
                  <a:srgbClr val="4F5361"/>
                </a:solidFill>
                <a:latin typeface="Neuromax"/>
              </a:rPr>
              <a:t> motor</a:t>
            </a:r>
            <a:r>
              <a:rPr lang="es-ES" sz="1400" dirty="0">
                <a:solidFill>
                  <a:srgbClr val="4F5361"/>
                </a:solidFill>
              </a:rPr>
              <a:t> o </a:t>
            </a:r>
            <a:r>
              <a:rPr lang="es-ES" sz="1400" dirty="0" err="1">
                <a:solidFill>
                  <a:srgbClr val="4F5361"/>
                </a:solidFill>
              </a:rPr>
              <a:t>implementacion</a:t>
            </a:r>
            <a:r>
              <a:rPr lang="es-ES" sz="1400" dirty="0">
                <a:solidFill>
                  <a:srgbClr val="4F5361"/>
                </a:solidFill>
              </a:rPr>
              <a:t>)</a:t>
            </a:r>
            <a:endParaRPr lang="es-ES" sz="1400" b="0" i="0" dirty="0">
              <a:solidFill>
                <a:srgbClr val="4F5361"/>
              </a:solidFill>
              <a:latin typeface="Neuromax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0664" y="25603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SECCIÓN · 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470" y="611614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OCHO ELEMENTOS CLAVE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37360"/>
            <a:ext cx="2633472" cy="1600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1874519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63700"/>
                </a:solidFill>
                <a:latin typeface="Neuromax SemB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6757" y="1785876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31315"/>
                </a:solidFill>
                <a:latin typeface="Neuromax SemBd"/>
              </a:rPr>
              <a:t>ELEMENTO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46888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Descripción breve.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867" y="3115469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63700"/>
                </a:solidFill>
                <a:latin typeface="Neuromax"/>
              </a:rPr>
              <a:t>Ej.: un caso concreto.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74136" y="1737360"/>
            <a:ext cx="2633472" cy="1600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29584" y="1874519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63700"/>
                </a:solidFill>
                <a:latin typeface="Neuromax SemB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3965" y="1785876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31315"/>
                </a:solidFill>
                <a:latin typeface="Neuromax SemBd"/>
              </a:rPr>
              <a:t>ELEMENTO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9584" y="246888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Descripción breve.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7075" y="312838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63700"/>
                </a:solidFill>
                <a:latin typeface="Neuromax"/>
              </a:rPr>
              <a:t>Ej.: un caso concreto.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1737360"/>
            <a:ext cx="2633472" cy="1600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1874519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63700"/>
                </a:solidFill>
                <a:latin typeface="Neuromax SemB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1173" y="1785876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31315"/>
                </a:solidFill>
                <a:latin typeface="Neuromax SemBd"/>
              </a:rPr>
              <a:t>ELEMENTO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246888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Descripción breve.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283" y="314130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63700"/>
                </a:solidFill>
                <a:latin typeface="Neuromax"/>
              </a:rPr>
              <a:t>Ej.: un caso concreto.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8551" y="1737360"/>
            <a:ext cx="2633472" cy="1600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3999" y="1874519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63700"/>
                </a:solidFill>
                <a:latin typeface="Neuromax SemBd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88380" y="1785876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31315"/>
                </a:solidFill>
                <a:latin typeface="Neuromax SemBd"/>
              </a:rPr>
              <a:t>ELEMENTO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3999" y="246888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2000"/>
              </a:lnSpc>
            </a:pPr>
            <a:r>
              <a:rPr sz="1600" b="0" i="0" dirty="0" err="1">
                <a:solidFill>
                  <a:srgbClr val="4F5361"/>
                </a:solidFill>
                <a:latin typeface="Neuromax"/>
              </a:rPr>
              <a:t>Descripción breve.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1490" y="312838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63700"/>
                </a:solidFill>
                <a:latin typeface="Neuromax"/>
              </a:rPr>
              <a:t>Ej.: un caso concreto.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566160"/>
            <a:ext cx="2633472" cy="1600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2376" y="3703320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63700"/>
                </a:solidFill>
                <a:latin typeface="Neuromax SemBd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6757" y="3614676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31315"/>
                </a:solidFill>
                <a:latin typeface="Neuromax SemBd"/>
              </a:rPr>
              <a:t>ELEMENTO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" y="429768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2000"/>
              </a:lnSpc>
            </a:pPr>
            <a:r>
              <a:rPr sz="1600" b="0" i="0" dirty="0">
                <a:solidFill>
                  <a:srgbClr val="4F5361"/>
                </a:solidFill>
                <a:latin typeface="Neuromax"/>
              </a:rPr>
              <a:t>Descripción breve.</a:t>
            </a:r>
            <a:endParaRPr lang="es-ES" sz="2400"/>
          </a:p>
        </p:txBody>
      </p:sp>
      <p:sp>
        <p:nvSpPr>
          <p:cNvPr id="33" name="TextBox 32"/>
          <p:cNvSpPr txBox="1"/>
          <p:nvPr/>
        </p:nvSpPr>
        <p:spPr>
          <a:xfrm>
            <a:off x="799867" y="498301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63700"/>
                </a:solidFill>
                <a:latin typeface="Neuromax"/>
              </a:rPr>
              <a:t>Ej.: un caso concreto.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74136" y="3566160"/>
            <a:ext cx="2633472" cy="1600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529584" y="3703320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63700"/>
                </a:solidFill>
                <a:latin typeface="Neuromax SemBd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73965" y="3614676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31315"/>
                </a:solidFill>
                <a:latin typeface="Neuromax SemBd"/>
              </a:rPr>
              <a:t>ELEMENTO 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9584" y="429768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Descripción breve.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07075" y="498301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63700"/>
                </a:solidFill>
                <a:latin typeface="Neuromax"/>
              </a:rPr>
              <a:t>Ej.: un caso concreto.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81344" y="3566160"/>
            <a:ext cx="2633472" cy="1600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36792" y="3703320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63700"/>
                </a:solidFill>
                <a:latin typeface="Neuromax SemBd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1173" y="3614676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31315"/>
                </a:solidFill>
                <a:latin typeface="Neuromax SemBd"/>
              </a:rPr>
              <a:t>ELEMENTO 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36792" y="429768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Descripción breve.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14283" y="498301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63700"/>
                </a:solidFill>
                <a:latin typeface="Neuromax"/>
              </a:rPr>
              <a:t>Ej.: un caso concreto.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88551" y="3566160"/>
            <a:ext cx="2633472" cy="1600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143999" y="3703320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63700"/>
                </a:solidFill>
                <a:latin typeface="Neuromax SemBd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88380" y="3614676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31315"/>
                </a:solidFill>
                <a:latin typeface="Neuromax SemBd"/>
              </a:rPr>
              <a:t>ELEMENTO 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3999" y="429768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Descripción breve.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21490" y="498301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63700"/>
                </a:solidFill>
                <a:latin typeface="Neuromax"/>
              </a:rPr>
              <a:t>Ej.: un caso concreto.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53114" y="5794300"/>
            <a:ext cx="5924228" cy="28186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31324A"/>
                </a:solidFill>
                <a:latin typeface="Neuromax SemBd"/>
              </a:rPr>
              <a:t>No todos los temas usan todos, pero casi todos combinan varios.</a:t>
            </a:r>
            <a:endParaRPr lang="es-ES" sz="1600" b="0" i="0" dirty="0">
              <a:solidFill>
                <a:srgbClr val="31324A"/>
              </a:solidFill>
              <a:latin typeface="Neuromax SemB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0664" y="25603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SECCIÓN · 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4529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95000"/>
              </a:lnSpc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DOS ENFOQUES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19072"/>
            <a:ext cx="5413248" cy="3639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38231" y="5033849"/>
            <a:ext cx="4944217" cy="33063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131315"/>
                </a:solidFill>
                <a:latin typeface="Neuromax"/>
              </a:rPr>
              <a:t>Descripción del primer enfoque.</a:t>
            </a:r>
            <a:endParaRPr lang="es-ES" sz="1400" b="0" i="0" dirty="0">
              <a:solidFill>
                <a:srgbClr val="131315"/>
              </a:solidFill>
              <a:latin typeface="Neuromax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208776" y="1719072"/>
            <a:ext cx="5413248" cy="3639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37095" y="1921657"/>
            <a:ext cx="4215537" cy="3014685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Neuromax SemBd"/>
              </a:rPr>
              <a:t>IMAGEN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9860" y="5033849"/>
            <a:ext cx="4937760" cy="36291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131315"/>
                </a:solidFill>
                <a:latin typeface="Neuromax"/>
              </a:rPr>
              <a:t>Descripción del segundo enfoque.</a:t>
            </a:r>
            <a:endParaRPr lang="es-ES" sz="1400" b="0" i="0" dirty="0">
              <a:solidFill>
                <a:srgbClr val="131315"/>
              </a:solidFill>
              <a:latin typeface="Neuromax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68096" y="1920240"/>
            <a:ext cx="1417320" cy="310896"/>
          </a:xfrm>
          <a:prstGeom prst="roundRect">
            <a:avLst>
              <a:gd name="adj" fmla="val 30000"/>
            </a:avLst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1920240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OPCIÓN A</a:t>
            </a:r>
            <a:endParaRPr lang="es-ES" sz="1500" b="0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790840" y="1948670"/>
            <a:ext cx="4228452" cy="2986490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Neuromax SemBd"/>
              </a:rPr>
              <a:t>IMAGEN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9944" y="1920240"/>
            <a:ext cx="1417320" cy="310896"/>
          </a:xfrm>
          <a:prstGeom prst="roundRect">
            <a:avLst>
              <a:gd name="adj" fmla="val 30000"/>
            </a:avLst>
          </a:prstGeom>
          <a:solidFill>
            <a:srgbClr val="F7F3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9944" y="1920240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s-ES" sz="1500">
                <a:solidFill>
                  <a:srgbClr val="131315"/>
                </a:solidFill>
                <a:latin typeface="Neuromax SemBd"/>
              </a:rPr>
              <a:t>OPCIÓN B</a:t>
            </a:r>
            <a:endParaRPr lang="es-ES" sz="15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0664" y="268947"/>
            <a:ext cx="1642821" cy="2027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SECCIÓN · 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6299" y="572868"/>
            <a:ext cx="5394446" cy="64007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95000"/>
              </a:lnSpc>
            </a:pPr>
            <a:r>
              <a:rPr lang="es-ES" sz="3600">
                <a:solidFill>
                  <a:srgbClr val="131315"/>
                </a:solidFill>
                <a:latin typeface="Neuromax SemBd"/>
              </a:rPr>
              <a:t>INTERFAZ EN PANTALLA</a:t>
            </a:r>
            <a:endParaRPr lang="es-ES" sz="3200" b="0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260698" y="1454258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963700"/>
                </a:solidFill>
                <a:latin typeface="Neuromax SemBd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0737" y="143597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31315"/>
                </a:solidFill>
                <a:latin typeface="Neuromax SemBd"/>
              </a:rPr>
              <a:t>Elemento uno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5457" y="194115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Descripción breve.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0698" y="2277218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963700"/>
                </a:solidFill>
                <a:latin typeface="Neuromax SemB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0737" y="225893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31315"/>
                </a:solidFill>
                <a:latin typeface="Neuromax SemBd"/>
              </a:rPr>
              <a:t>Elemento 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5457" y="275119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Descripción breve.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0698" y="3100178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963700"/>
                </a:solidFill>
                <a:latin typeface="Neuromax SemB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0737" y="308189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31315"/>
                </a:solidFill>
                <a:latin typeface="Neuromax SemBd"/>
              </a:rPr>
              <a:t>Elemento tres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5457" y="3580613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Descripción breve.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84611" y="4266764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963700"/>
                </a:solidFill>
                <a:latin typeface="Neuromax SemBd"/>
              </a:rPr>
              <a:t>Detalle adicional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07492" y="4678295"/>
            <a:ext cx="384048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131315"/>
                </a:solidFill>
                <a:latin typeface="Neuromax"/>
              </a:rPr>
              <a:t>Punto uno.</a:t>
            </a:r>
            <a:endParaRPr lang="es-ES" sz="1600" b="0" i="0" dirty="0">
              <a:solidFill>
                <a:srgbClr val="131315"/>
              </a:solidFill>
              <a:latin typeface="Neuromax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131315"/>
                </a:solidFill>
                <a:latin typeface="Neuromax"/>
              </a:rPr>
              <a:t>Punto dos.</a:t>
            </a:r>
            <a:endParaRPr lang="es-ES" sz="1600" b="0" i="0" dirty="0">
              <a:solidFill>
                <a:srgbClr val="131315"/>
              </a:solidFill>
              <a:latin typeface="Neuromax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131315"/>
                </a:solidFill>
                <a:latin typeface="Neuromax"/>
              </a:rPr>
              <a:t>Punto tres.</a:t>
            </a:r>
            <a:endParaRPr lang="es-ES" sz="1600" b="0" i="0" dirty="0">
              <a:solidFill>
                <a:srgbClr val="131315"/>
              </a:solidFill>
              <a:latin typeface="Neuromax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013436" y="5420790"/>
            <a:ext cx="3324387" cy="23505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dirty="0" err="1">
                <a:solidFill>
                  <a:srgbClr val="31324A"/>
                </a:solidFill>
                <a:latin typeface="Neuromax SemBd"/>
              </a:rPr>
              <a:t>La interfaz también comunica y guía.</a:t>
            </a:r>
            <a:endParaRPr lang="es-ES" sz="1600" b="0" i="0">
              <a:solidFill>
                <a:srgbClr val="31324A"/>
              </a:solidFill>
              <a:latin typeface="Neuromax SemBd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99567" y="1328537"/>
            <a:ext cx="5235843" cy="3897823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Neuromax SemBd"/>
              </a:rPr>
              <a:t>IMAGEN</a:t>
            </a:r>
          </a:p>
        </p:txBody>
      </p:sp>
      <p:sp>
        <p:nvSpPr>
          <p:cNvPr id="10" name="Oval 9"/>
          <p:cNvSpPr/>
          <p:nvPr/>
        </p:nvSpPr>
        <p:spPr>
          <a:xfrm>
            <a:off x="1055068" y="3761900"/>
            <a:ext cx="444904" cy="431988"/>
          </a:xfrm>
          <a:prstGeom prst="ellipse">
            <a:avLst/>
          </a:prstGeom>
          <a:solidFill>
            <a:srgbClr val="F08A3C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5070" y="3864138"/>
            <a:ext cx="438445" cy="929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31315"/>
                </a:solidFill>
                <a:latin typeface="Neuromax SemBd"/>
              </a:rPr>
              <a:t>1</a:t>
            </a:r>
            <a:endParaRPr lang="es-ES" sz="1500" b="1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30" name="Oval 9">
            <a:extLst>
              <a:ext uri="{FF2B5EF4-FFF2-40B4-BE49-F238E27FC236}">
                <a16:creationId xmlns:a16="http://schemas.microsoft.com/office/drawing/2014/main" id="{F5806737-477A-5976-7F99-1ADB04671CA5}"/>
              </a:ext>
            </a:extLst>
          </p:cNvPr>
          <p:cNvSpPr/>
          <p:nvPr/>
        </p:nvSpPr>
        <p:spPr>
          <a:xfrm>
            <a:off x="4206389" y="1927933"/>
            <a:ext cx="444904" cy="431988"/>
          </a:xfrm>
          <a:prstGeom prst="ellipse">
            <a:avLst/>
          </a:prstGeom>
          <a:solidFill>
            <a:srgbClr val="F08A3C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10">
            <a:extLst>
              <a:ext uri="{FF2B5EF4-FFF2-40B4-BE49-F238E27FC236}">
                <a16:creationId xmlns:a16="http://schemas.microsoft.com/office/drawing/2014/main" id="{868A6E22-AEE8-D0DA-FAF4-E3599B96CD5D}"/>
              </a:ext>
            </a:extLst>
          </p:cNvPr>
          <p:cNvSpPr txBox="1"/>
          <p:nvPr/>
        </p:nvSpPr>
        <p:spPr>
          <a:xfrm>
            <a:off x="4225764" y="2004340"/>
            <a:ext cx="406157" cy="219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ES" sz="1500" b="1">
                <a:solidFill>
                  <a:srgbClr val="131315"/>
                </a:solidFill>
                <a:latin typeface="Neuromax SemBd"/>
              </a:rPr>
              <a:t>2</a:t>
            </a:r>
            <a:endParaRPr lang="es-ES" sz="1500" b="1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34" name="Oval 9">
            <a:extLst>
              <a:ext uri="{FF2B5EF4-FFF2-40B4-BE49-F238E27FC236}">
                <a16:creationId xmlns:a16="http://schemas.microsoft.com/office/drawing/2014/main" id="{A4E2FD80-938F-6558-83C8-BA7BFEF0BC27}"/>
              </a:ext>
            </a:extLst>
          </p:cNvPr>
          <p:cNvSpPr/>
          <p:nvPr/>
        </p:nvSpPr>
        <p:spPr>
          <a:xfrm>
            <a:off x="4012661" y="4175188"/>
            <a:ext cx="444904" cy="431988"/>
          </a:xfrm>
          <a:prstGeom prst="ellipse">
            <a:avLst/>
          </a:prstGeom>
          <a:solidFill>
            <a:srgbClr val="F08A3C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10">
            <a:extLst>
              <a:ext uri="{FF2B5EF4-FFF2-40B4-BE49-F238E27FC236}">
                <a16:creationId xmlns:a16="http://schemas.microsoft.com/office/drawing/2014/main" id="{7BF65651-CF66-C4C2-E63C-EDD27D19223E}"/>
              </a:ext>
            </a:extLst>
          </p:cNvPr>
          <p:cNvSpPr txBox="1"/>
          <p:nvPr/>
        </p:nvSpPr>
        <p:spPr>
          <a:xfrm>
            <a:off x="4032036" y="4303256"/>
            <a:ext cx="399700" cy="13173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ES" sz="1500" b="1">
                <a:solidFill>
                  <a:srgbClr val="131315"/>
                </a:solidFill>
                <a:latin typeface="Neuromax SemBd"/>
              </a:rPr>
              <a:t>3</a:t>
            </a:r>
            <a:endParaRPr lang="es-ES" sz="1500" b="1" i="0">
              <a:solidFill>
                <a:srgbClr val="131315"/>
              </a:solidFill>
              <a:latin typeface="Neuromax SemB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0664" y="25603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SECCIÓN · 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6300" y="501835"/>
            <a:ext cx="8784699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95000"/>
              </a:lnSpc>
            </a:pPr>
            <a:r>
              <a:rPr sz="3600" b="0" i="0" dirty="0">
                <a:solidFill>
                  <a:srgbClr val="131315"/>
                </a:solidFill>
                <a:latin typeface="Neuromax SemBd"/>
              </a:rPr>
              <a:t>CUATRO CATEGORÍAS</a:t>
            </a:r>
            <a:endParaRPr lang="es-ES" sz="3200" b="0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6928" y="1719072"/>
            <a:ext cx="2633472" cy="3246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722376" y="345643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 SemBd"/>
              </a:rPr>
              <a:t>CATEGORÍA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4552" y="3915726"/>
            <a:ext cx="2325263" cy="28981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F5361"/>
                </a:solidFill>
                <a:latin typeface="Neuromax"/>
              </a:rPr>
              <a:t>Descripción breve.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891" y="4591526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63700"/>
                </a:solidFill>
                <a:latin typeface="Neuromax"/>
              </a:rPr>
              <a:t>Ej.: ejemplo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74136" y="1719072"/>
            <a:ext cx="2633472" cy="3246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3529584" y="345643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 SemBd"/>
              </a:rPr>
              <a:t>CATEGORÍA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915" y="3915726"/>
            <a:ext cx="2413098" cy="28837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F5361"/>
                </a:solidFill>
                <a:latin typeface="Neuromax"/>
              </a:rPr>
              <a:t>Descripción breve.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2293" y="4591526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63700"/>
                </a:solidFill>
                <a:latin typeface="Neuromax"/>
              </a:rPr>
              <a:t>Ej.: ejemplo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344" y="1719072"/>
            <a:ext cx="2633472" cy="3246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6336792" y="345643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 SemBd"/>
              </a:rPr>
              <a:t>CATEGORÍA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2511" y="3915726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F5361"/>
                </a:solidFill>
                <a:latin typeface="Neuromax"/>
              </a:rPr>
              <a:t>Descripción breve.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2511" y="4591526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63700"/>
                </a:solidFill>
                <a:latin typeface="Neuromax"/>
              </a:rPr>
              <a:t>Ej.: ejemplo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88551" y="1719072"/>
            <a:ext cx="2633472" cy="3246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TextBox 29"/>
          <p:cNvSpPr txBox="1"/>
          <p:nvPr/>
        </p:nvSpPr>
        <p:spPr>
          <a:xfrm>
            <a:off x="9143999" y="345643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 SemBd"/>
              </a:rPr>
              <a:t>CATEGORÍA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79718" y="3915726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F5361"/>
                </a:solidFill>
                <a:latin typeface="Neuromax"/>
              </a:rPr>
              <a:t>Descripción breve.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79718" y="4591526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63700"/>
                </a:solidFill>
                <a:latin typeface="Neuromax"/>
              </a:rPr>
              <a:t>Ej.: ejemplo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5763028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dirty="0">
                <a:solidFill>
                  <a:srgbClr val="31324A"/>
                </a:solidFill>
                <a:latin typeface="Neuromax SemBd"/>
              </a:rPr>
              <a:t>Las categorías son etiquetas, no jaulas: muchos ejemplos mezclan varias.</a:t>
            </a:r>
            <a:endParaRPr lang="es-ES" b="0" i="0">
              <a:solidFill>
                <a:srgbClr val="31324A"/>
              </a:solidFill>
              <a:latin typeface="Neuromax SemBd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30936" y="1783080"/>
            <a:ext cx="2505456" cy="1508760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>
                <a:solidFill>
                  <a:srgbClr val="FFFFFF"/>
                </a:solidFill>
                <a:latin typeface="Neuromax SemBd"/>
              </a:rPr>
              <a:t>IMAGEN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38144" y="1783080"/>
            <a:ext cx="2505456" cy="1508760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>
                <a:solidFill>
                  <a:srgbClr val="FFFFFF"/>
                </a:solidFill>
                <a:latin typeface="Neuromax SemBd"/>
              </a:rPr>
              <a:t>IMAGEN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45352" y="1783080"/>
            <a:ext cx="2505456" cy="1508760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>
                <a:solidFill>
                  <a:srgbClr val="FFFFFF"/>
                </a:solidFill>
                <a:latin typeface="Neuromax SemBd"/>
              </a:rPr>
              <a:t>IMAGEN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52560" y="1783080"/>
            <a:ext cx="2505456" cy="1508760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>
                <a:solidFill>
                  <a:srgbClr val="FFFFFF"/>
                </a:solidFill>
                <a:latin typeface="Neuromax SemBd"/>
              </a:rPr>
              <a:t>IMAGEN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0664" y="25603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SECCIÓN · 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6597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95000"/>
              </a:lnSpc>
            </a:pPr>
            <a:r>
              <a:rPr lang="es-ES" sz="3600" dirty="0">
                <a:solidFill>
                  <a:srgbClr val="131315"/>
                </a:solidFill>
                <a:latin typeface="Neuromax SemBd"/>
              </a:rPr>
              <a:t>TABLA DE CATEGORÍAS</a:t>
            </a:r>
            <a:endParaRPr lang="es-ES" sz="320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925306"/>
              </p:ext>
            </p:extLst>
          </p:nvPr>
        </p:nvGraphicFramePr>
        <p:xfrm>
          <a:off x="566928" y="1737360"/>
          <a:ext cx="6903720" cy="3044952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FFFFFF"/>
                          </a:solidFill>
                          <a:latin typeface="Neuromax SemBd"/>
                        </a:rPr>
                        <a:t>CATEGORÍA</a:t>
                      </a:r>
                    </a:p>
                  </a:txBody>
                  <a:tcPr marL="82296" marR="64008" marT="27432" marB="27432" anchor="ctr">
                    <a:lnL w="20320" cap="flat" cmpd="sng" algn="ctr">
                      <a:solidFill>
                        <a:srgbClr val="FFFFFF"/>
                      </a:solidFill>
                      <a:prstDash val="solid"/>
                    </a:lnL>
                    <a:lnR w="20320" cap="flat" cmpd="sng" algn="ctr">
                      <a:solidFill>
                        <a:srgbClr val="FFFFFF"/>
                      </a:solidFill>
                      <a:prstDash val="solid"/>
                    </a:lnR>
                    <a:lnT w="20320" cap="flat" cmpd="sng" algn="ctr">
                      <a:solidFill>
                        <a:srgbClr val="FFFFFF"/>
                      </a:solidFill>
                      <a:prstDash val="solid"/>
                    </a:lnT>
                    <a:lnB w="2032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3132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FFFFFF"/>
                          </a:solidFill>
                          <a:latin typeface="Neuromax SemBd"/>
                        </a:rPr>
                        <a:t>QUÉ BUSCA</a:t>
                      </a:r>
                    </a:p>
                  </a:txBody>
                  <a:tcPr marL="82296" marR="64008" marT="27432" marB="27432" anchor="ctr">
                    <a:lnL w="20320" cap="flat" cmpd="sng" algn="ctr">
                      <a:solidFill>
                        <a:srgbClr val="FFFFFF"/>
                      </a:solidFill>
                      <a:prstDash val="solid"/>
                    </a:lnL>
                    <a:lnR w="20320" cap="flat" cmpd="sng" algn="ctr">
                      <a:solidFill>
                        <a:srgbClr val="FFFFFF"/>
                      </a:solidFill>
                      <a:prstDash val="solid"/>
                    </a:lnR>
                    <a:lnT w="20320" cap="flat" cmpd="sng" algn="ctr">
                      <a:solidFill>
                        <a:srgbClr val="FFFFFF"/>
                      </a:solidFill>
                      <a:prstDash val="solid"/>
                    </a:lnT>
                    <a:lnB w="2032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3132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FFFFFF"/>
                          </a:solidFill>
                          <a:latin typeface="Neuromax SemBd"/>
                        </a:rPr>
                        <a:t>EJEMPLO</a:t>
                      </a:r>
                    </a:p>
                  </a:txBody>
                  <a:tcPr marL="82296" marR="64008" marT="27432" marB="27432" anchor="ctr">
                    <a:lnL w="20320" cap="flat" cmpd="sng" algn="ctr">
                      <a:solidFill>
                        <a:srgbClr val="FFFFFF"/>
                      </a:solidFill>
                      <a:prstDash val="solid"/>
                    </a:lnL>
                    <a:lnR w="20320" cap="flat" cmpd="sng" algn="ctr">
                      <a:solidFill>
                        <a:srgbClr val="FFFFFF"/>
                      </a:solidFill>
                      <a:prstDash val="solid"/>
                    </a:lnR>
                    <a:lnT w="20320" cap="flat" cmpd="sng" algn="ctr">
                      <a:solidFill>
                        <a:srgbClr val="FFFFFF"/>
                      </a:solidFill>
                      <a:prstDash val="solid"/>
                    </a:lnT>
                    <a:lnB w="2032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31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600" b="0" i="0" dirty="0" err="1">
                          <a:solidFill>
                            <a:srgbClr val="963700"/>
                          </a:solidFill>
                          <a:latin typeface="Neuromax SemBd"/>
                        </a:rPr>
                        <a:t>Categoría</a:t>
                      </a:r>
                      <a:r>
                        <a:rPr sz="1600" b="0" i="0" dirty="0">
                          <a:solidFill>
                            <a:srgbClr val="963700"/>
                          </a:solidFill>
                          <a:latin typeface="Neuromax SemBd"/>
                        </a:rPr>
                        <a:t> 1</a:t>
                      </a:r>
                    </a:p>
                  </a:txBody>
                  <a:tcPr marL="82296" marR="64008" marT="27432" marB="27432" anchor="ctr">
                    <a:lnL w="20320" cap="flat" cmpd="sng" algn="ctr">
                      <a:solidFill>
                        <a:srgbClr val="FFFFFF"/>
                      </a:solidFill>
                      <a:prstDash val="solid"/>
                    </a:lnL>
                    <a:lnR w="20320" cap="flat" cmpd="sng" algn="ctr">
                      <a:solidFill>
                        <a:srgbClr val="FFFFFF"/>
                      </a:solidFill>
                      <a:prstDash val="solid"/>
                    </a:lnR>
                    <a:lnT w="20320" cap="flat" cmpd="sng" algn="ctr">
                      <a:solidFill>
                        <a:srgbClr val="FFFFFF"/>
                      </a:solidFill>
                      <a:prstDash val="solid"/>
                    </a:lnT>
                    <a:lnB w="2032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600" b="0" i="0" dirty="0" err="1">
                          <a:solidFill>
                            <a:srgbClr val="131315"/>
                          </a:solidFill>
                          <a:latin typeface="Neuromax"/>
                        </a:rPr>
                        <a:t>Descripción</a:t>
                      </a:r>
                      <a:r>
                        <a:rPr sz="1600" b="0" i="0" dirty="0">
                          <a:solidFill>
                            <a:srgbClr val="131315"/>
                          </a:solidFill>
                          <a:latin typeface="Neuromax"/>
                        </a:rPr>
                        <a:t> breve.</a:t>
                      </a:r>
                    </a:p>
                  </a:txBody>
                  <a:tcPr marL="82296" marR="64008" marT="27432" marB="27432" anchor="ctr">
                    <a:lnL w="20320" cap="flat" cmpd="sng" algn="ctr">
                      <a:solidFill>
                        <a:srgbClr val="FFFFFF"/>
                      </a:solidFill>
                      <a:prstDash val="solid"/>
                    </a:lnL>
                    <a:lnR w="20320" cap="flat" cmpd="sng" algn="ctr">
                      <a:solidFill>
                        <a:srgbClr val="FFFFFF"/>
                      </a:solidFill>
                      <a:prstDash val="solid"/>
                    </a:lnR>
                    <a:lnT w="20320" cap="flat" cmpd="sng" algn="ctr">
                      <a:solidFill>
                        <a:srgbClr val="FFFFFF"/>
                      </a:solidFill>
                      <a:prstDash val="solid"/>
                    </a:lnT>
                    <a:lnB w="2032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lang="es-ES" sz="1600" b="0" i="0">
                          <a:solidFill>
                            <a:srgbClr val="131315"/>
                          </a:solidFill>
                          <a:latin typeface="Neuromax"/>
                        </a:rPr>
                        <a:t>Ejemplo 1</a:t>
                      </a:r>
                      <a:endParaRPr sz="1600" b="0" i="0" dirty="0">
                        <a:solidFill>
                          <a:srgbClr val="131315"/>
                        </a:solidFill>
                        <a:latin typeface="Neuromax"/>
                      </a:endParaRPr>
                    </a:p>
                  </a:txBody>
                  <a:tcPr marL="82296" marR="64008" marT="27432" marB="27432" anchor="ctr">
                    <a:lnL w="20320" cap="flat" cmpd="sng" algn="ctr">
                      <a:solidFill>
                        <a:srgbClr val="FFFFFF"/>
                      </a:solidFill>
                      <a:prstDash val="solid"/>
                    </a:lnL>
                    <a:lnR w="20320" cap="flat" cmpd="sng" algn="ctr">
                      <a:solidFill>
                        <a:srgbClr val="FFFFFF"/>
                      </a:solidFill>
                      <a:prstDash val="solid"/>
                    </a:lnR>
                    <a:lnT w="20320" cap="flat" cmpd="sng" algn="ctr">
                      <a:solidFill>
                        <a:srgbClr val="FFFFFF"/>
                      </a:solidFill>
                      <a:prstDash val="solid"/>
                    </a:lnT>
                    <a:lnB w="2032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7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600" b="0" i="0" dirty="0" err="1">
                          <a:solidFill>
                            <a:srgbClr val="963700"/>
                          </a:solidFill>
                          <a:latin typeface="Neuromax SemBd"/>
                        </a:rPr>
                        <a:t>Categoría</a:t>
                      </a:r>
                      <a:r>
                        <a:rPr sz="1600" b="0" i="0" dirty="0">
                          <a:solidFill>
                            <a:srgbClr val="963700"/>
                          </a:solidFill>
                          <a:latin typeface="Neuromax SemBd"/>
                        </a:rPr>
                        <a:t> 2</a:t>
                      </a:r>
                    </a:p>
                  </a:txBody>
                  <a:tcPr marL="82296" marR="64008" marT="27432" marB="27432" anchor="ctr">
                    <a:lnL w="20320" cap="flat" cmpd="sng" algn="ctr">
                      <a:solidFill>
                        <a:srgbClr val="FFFFFF"/>
                      </a:solidFill>
                      <a:prstDash val="solid"/>
                    </a:lnL>
                    <a:lnR w="20320" cap="flat" cmpd="sng" algn="ctr">
                      <a:solidFill>
                        <a:srgbClr val="FFFFFF"/>
                      </a:solidFill>
                      <a:prstDash val="solid"/>
                    </a:lnR>
                    <a:lnT w="20320" cap="flat" cmpd="sng" algn="ctr">
                      <a:solidFill>
                        <a:srgbClr val="FFFFFF"/>
                      </a:solidFill>
                      <a:prstDash val="solid"/>
                    </a:lnT>
                    <a:lnB w="2032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600" b="0" i="0" dirty="0" err="1">
                          <a:solidFill>
                            <a:srgbClr val="131315"/>
                          </a:solidFill>
                          <a:latin typeface="Neuromax"/>
                        </a:rPr>
                        <a:t>Descripción</a:t>
                      </a:r>
                      <a:r>
                        <a:rPr sz="1600" b="0" i="0" dirty="0">
                          <a:solidFill>
                            <a:srgbClr val="131315"/>
                          </a:solidFill>
                          <a:latin typeface="Neuromax"/>
                        </a:rPr>
                        <a:t> breve.</a:t>
                      </a:r>
                    </a:p>
                  </a:txBody>
                  <a:tcPr marL="82296" marR="64008" marT="27432" marB="27432" anchor="ctr">
                    <a:lnL w="20320" cap="flat" cmpd="sng" algn="ctr">
                      <a:solidFill>
                        <a:srgbClr val="FFFFFF"/>
                      </a:solidFill>
                      <a:prstDash val="solid"/>
                    </a:lnL>
                    <a:lnR w="20320" cap="flat" cmpd="sng" algn="ctr">
                      <a:solidFill>
                        <a:srgbClr val="FFFFFF"/>
                      </a:solidFill>
                      <a:prstDash val="solid"/>
                    </a:lnR>
                    <a:lnT w="20320" cap="flat" cmpd="sng" algn="ctr">
                      <a:solidFill>
                        <a:srgbClr val="FFFFFF"/>
                      </a:solidFill>
                      <a:prstDash val="solid"/>
                    </a:lnT>
                    <a:lnB w="2032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lang="es-ES" sz="1600" b="0" i="0">
                          <a:solidFill>
                            <a:srgbClr val="131315"/>
                          </a:solidFill>
                          <a:latin typeface="Neuromax"/>
                        </a:rPr>
                        <a:t>Ejemplo 2</a:t>
                      </a:r>
                      <a:endParaRPr sz="1600" b="0" i="0">
                        <a:solidFill>
                          <a:srgbClr val="131315"/>
                        </a:solidFill>
                        <a:latin typeface="Neuromax"/>
                      </a:endParaRPr>
                    </a:p>
                  </a:txBody>
                  <a:tcPr marL="82296" marR="64008" marT="27432" marB="27432" anchor="ctr">
                    <a:lnL w="20320" cap="flat" cmpd="sng" algn="ctr">
                      <a:solidFill>
                        <a:srgbClr val="FFFFFF"/>
                      </a:solidFill>
                      <a:prstDash val="solid"/>
                    </a:lnL>
                    <a:lnR w="20320" cap="flat" cmpd="sng" algn="ctr">
                      <a:solidFill>
                        <a:srgbClr val="FFFFFF"/>
                      </a:solidFill>
                      <a:prstDash val="solid"/>
                    </a:lnR>
                    <a:lnT w="20320" cap="flat" cmpd="sng" algn="ctr">
                      <a:solidFill>
                        <a:srgbClr val="FFFFFF"/>
                      </a:solidFill>
                      <a:prstDash val="solid"/>
                    </a:lnT>
                    <a:lnB w="2032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8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600" b="0" i="0" dirty="0" err="1">
                          <a:solidFill>
                            <a:srgbClr val="963700"/>
                          </a:solidFill>
                          <a:latin typeface="Neuromax SemBd"/>
                        </a:rPr>
                        <a:t>Categoría</a:t>
                      </a:r>
                      <a:r>
                        <a:rPr sz="1600" b="0" i="0" dirty="0">
                          <a:solidFill>
                            <a:srgbClr val="963700"/>
                          </a:solidFill>
                          <a:latin typeface="Neuromax SemBd"/>
                        </a:rPr>
                        <a:t> 3</a:t>
                      </a:r>
                    </a:p>
                  </a:txBody>
                  <a:tcPr marL="82296" marR="64008" marT="27432" marB="27432" anchor="ctr">
                    <a:lnL w="20320" cap="flat" cmpd="sng" algn="ctr">
                      <a:solidFill>
                        <a:srgbClr val="FFFFFF"/>
                      </a:solidFill>
                      <a:prstDash val="solid"/>
                    </a:lnL>
                    <a:lnR w="20320" cap="flat" cmpd="sng" algn="ctr">
                      <a:solidFill>
                        <a:srgbClr val="FFFFFF"/>
                      </a:solidFill>
                      <a:prstDash val="solid"/>
                    </a:lnR>
                    <a:lnT w="20320" cap="flat" cmpd="sng" algn="ctr">
                      <a:solidFill>
                        <a:srgbClr val="FFFFFF"/>
                      </a:solidFill>
                      <a:prstDash val="solid"/>
                    </a:lnT>
                    <a:lnB w="2032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lang="es-ES" sz="1600" b="0" i="0">
                          <a:solidFill>
                            <a:srgbClr val="131315"/>
                          </a:solidFill>
                          <a:latin typeface="Neuromax"/>
                        </a:rPr>
                        <a:t>Descripción breve.</a:t>
                      </a:r>
                    </a:p>
                  </a:txBody>
                  <a:tcPr marL="82296" marR="64008" marT="27432" marB="27432" anchor="ctr">
                    <a:lnL w="20320" cap="flat" cmpd="sng" algn="ctr">
                      <a:solidFill>
                        <a:srgbClr val="FFFFFF"/>
                      </a:solidFill>
                      <a:prstDash val="solid"/>
                    </a:lnL>
                    <a:lnR w="20320" cap="flat" cmpd="sng" algn="ctr">
                      <a:solidFill>
                        <a:srgbClr val="FFFFFF"/>
                      </a:solidFill>
                      <a:prstDash val="solid"/>
                    </a:lnR>
                    <a:lnT w="20320" cap="flat" cmpd="sng" algn="ctr">
                      <a:solidFill>
                        <a:srgbClr val="FFFFFF"/>
                      </a:solidFill>
                      <a:prstDash val="solid"/>
                    </a:lnT>
                    <a:lnB w="2032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lang="es-ES" sz="1600" b="0" i="0">
                          <a:solidFill>
                            <a:srgbClr val="131315"/>
                          </a:solidFill>
                          <a:latin typeface="Neuromax"/>
                        </a:rPr>
                        <a:t>Ejemplo 3</a:t>
                      </a:r>
                      <a:endParaRPr sz="1600" b="0" i="0" dirty="0">
                        <a:solidFill>
                          <a:srgbClr val="131315"/>
                        </a:solidFill>
                        <a:latin typeface="Neuromax"/>
                      </a:endParaRPr>
                    </a:p>
                  </a:txBody>
                  <a:tcPr marL="82296" marR="64008" marT="27432" marB="27432" anchor="ctr">
                    <a:lnL w="20320" cap="flat" cmpd="sng" algn="ctr">
                      <a:solidFill>
                        <a:srgbClr val="FFFFFF"/>
                      </a:solidFill>
                      <a:prstDash val="solid"/>
                    </a:lnL>
                    <a:lnR w="20320" cap="flat" cmpd="sng" algn="ctr">
                      <a:solidFill>
                        <a:srgbClr val="FFFFFF"/>
                      </a:solidFill>
                      <a:prstDash val="solid"/>
                    </a:lnR>
                    <a:lnT w="20320" cap="flat" cmpd="sng" algn="ctr">
                      <a:solidFill>
                        <a:srgbClr val="FFFFFF"/>
                      </a:solidFill>
                      <a:prstDash val="solid"/>
                    </a:lnT>
                    <a:lnB w="2032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7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600" b="0" i="0" dirty="0" err="1">
                          <a:solidFill>
                            <a:srgbClr val="963700"/>
                          </a:solidFill>
                          <a:latin typeface="Neuromax SemBd"/>
                        </a:rPr>
                        <a:t>Categoría</a:t>
                      </a:r>
                      <a:r>
                        <a:rPr sz="1600" b="0" i="0" dirty="0">
                          <a:solidFill>
                            <a:srgbClr val="963700"/>
                          </a:solidFill>
                          <a:latin typeface="Neuromax SemBd"/>
                        </a:rPr>
                        <a:t> 4</a:t>
                      </a:r>
                    </a:p>
                  </a:txBody>
                  <a:tcPr marL="82296" marR="64008" marT="27432" marB="27432" anchor="ctr">
                    <a:lnL w="20320" cap="flat" cmpd="sng" algn="ctr">
                      <a:solidFill>
                        <a:srgbClr val="FFFFFF"/>
                      </a:solidFill>
                      <a:prstDash val="solid"/>
                    </a:lnL>
                    <a:lnR w="20320" cap="flat" cmpd="sng" algn="ctr">
                      <a:solidFill>
                        <a:srgbClr val="FFFFFF"/>
                      </a:solidFill>
                      <a:prstDash val="solid"/>
                    </a:lnR>
                    <a:lnT w="20320" cap="flat" cmpd="sng" algn="ctr">
                      <a:solidFill>
                        <a:srgbClr val="FFFFFF"/>
                      </a:solidFill>
                      <a:prstDash val="solid"/>
                    </a:lnT>
                    <a:lnB w="2032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600" b="0" i="0" dirty="0" err="1">
                          <a:solidFill>
                            <a:srgbClr val="131315"/>
                          </a:solidFill>
                          <a:latin typeface="Neuromax"/>
                        </a:rPr>
                        <a:t>Descripción</a:t>
                      </a:r>
                      <a:r>
                        <a:rPr sz="1600" b="0" i="0" dirty="0">
                          <a:solidFill>
                            <a:srgbClr val="131315"/>
                          </a:solidFill>
                          <a:latin typeface="Neuromax"/>
                        </a:rPr>
                        <a:t> breve.</a:t>
                      </a:r>
                    </a:p>
                  </a:txBody>
                  <a:tcPr marL="82296" marR="64008" marT="27432" marB="27432" anchor="ctr">
                    <a:lnL w="20320" cap="flat" cmpd="sng" algn="ctr">
                      <a:solidFill>
                        <a:srgbClr val="FFFFFF"/>
                      </a:solidFill>
                      <a:prstDash val="solid"/>
                    </a:lnL>
                    <a:lnR w="20320" cap="flat" cmpd="sng" algn="ctr">
                      <a:solidFill>
                        <a:srgbClr val="FFFFFF"/>
                      </a:solidFill>
                      <a:prstDash val="solid"/>
                    </a:lnR>
                    <a:lnT w="20320" cap="flat" cmpd="sng" algn="ctr">
                      <a:solidFill>
                        <a:srgbClr val="FFFFFF"/>
                      </a:solidFill>
                      <a:prstDash val="solid"/>
                    </a:lnT>
                    <a:lnB w="2032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600" b="0" i="0" dirty="0" err="1">
                          <a:solidFill>
                            <a:srgbClr val="131315"/>
                          </a:solidFill>
                          <a:latin typeface="Neuromax"/>
                        </a:rPr>
                        <a:t>Ejemplo</a:t>
                      </a:r>
                      <a:r>
                        <a:rPr sz="1600" b="0" i="0" dirty="0">
                          <a:solidFill>
                            <a:srgbClr val="131315"/>
                          </a:solidFill>
                          <a:latin typeface="Neuromax"/>
                        </a:rPr>
                        <a:t> 4</a:t>
                      </a:r>
                    </a:p>
                  </a:txBody>
                  <a:tcPr marL="82296" marR="64008" marT="27432" marB="27432" anchor="ctr">
                    <a:lnL w="20320" cap="flat" cmpd="sng" algn="ctr">
                      <a:solidFill>
                        <a:srgbClr val="FFFFFF"/>
                      </a:solidFill>
                      <a:prstDash val="solid"/>
                    </a:lnL>
                    <a:lnR w="20320" cap="flat" cmpd="sng" algn="ctr">
                      <a:solidFill>
                        <a:srgbClr val="FFFFFF"/>
                      </a:solidFill>
                      <a:prstDash val="solid"/>
                    </a:lnR>
                    <a:lnT w="20320" cap="flat" cmpd="sng" algn="ctr">
                      <a:solidFill>
                        <a:srgbClr val="FFFFFF"/>
                      </a:solidFill>
                      <a:prstDash val="solid"/>
                    </a:lnT>
                    <a:lnB w="2032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8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600" b="0" i="0" dirty="0" err="1">
                          <a:solidFill>
                            <a:srgbClr val="963700"/>
                          </a:solidFill>
                          <a:latin typeface="Neuromax SemBd"/>
                        </a:rPr>
                        <a:t>Categoría</a:t>
                      </a:r>
                      <a:r>
                        <a:rPr sz="1600" b="0" i="0" dirty="0">
                          <a:solidFill>
                            <a:srgbClr val="963700"/>
                          </a:solidFill>
                          <a:latin typeface="Neuromax SemBd"/>
                        </a:rPr>
                        <a:t> 5</a:t>
                      </a:r>
                    </a:p>
                  </a:txBody>
                  <a:tcPr marL="82296" marR="64008" marT="27432" marB="27432" anchor="ctr">
                    <a:lnL w="20320" cap="flat" cmpd="sng" algn="ctr">
                      <a:solidFill>
                        <a:srgbClr val="FFFFFF"/>
                      </a:solidFill>
                      <a:prstDash val="solid"/>
                    </a:lnL>
                    <a:lnR w="20320" cap="flat" cmpd="sng" algn="ctr">
                      <a:solidFill>
                        <a:srgbClr val="FFFFFF"/>
                      </a:solidFill>
                      <a:prstDash val="solid"/>
                    </a:lnR>
                    <a:lnT w="20320" cap="flat" cmpd="sng" algn="ctr">
                      <a:solidFill>
                        <a:srgbClr val="FFFFFF"/>
                      </a:solidFill>
                      <a:prstDash val="solid"/>
                    </a:lnT>
                    <a:lnB w="2032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600" b="0" i="0" dirty="0" err="1">
                          <a:solidFill>
                            <a:srgbClr val="131315"/>
                          </a:solidFill>
                          <a:latin typeface="Neuromax"/>
                        </a:rPr>
                        <a:t>Descripción</a:t>
                      </a:r>
                      <a:r>
                        <a:rPr sz="1600" b="0" i="0" dirty="0">
                          <a:solidFill>
                            <a:srgbClr val="131315"/>
                          </a:solidFill>
                          <a:latin typeface="Neuromax"/>
                        </a:rPr>
                        <a:t> breve.</a:t>
                      </a:r>
                    </a:p>
                  </a:txBody>
                  <a:tcPr marL="82296" marR="64008" marT="27432" marB="27432" anchor="ctr">
                    <a:lnL w="20320" cap="flat" cmpd="sng" algn="ctr">
                      <a:solidFill>
                        <a:srgbClr val="FFFFFF"/>
                      </a:solidFill>
                      <a:prstDash val="solid"/>
                    </a:lnL>
                    <a:lnR w="20320" cap="flat" cmpd="sng" algn="ctr">
                      <a:solidFill>
                        <a:srgbClr val="FFFFFF"/>
                      </a:solidFill>
                      <a:prstDash val="solid"/>
                    </a:lnR>
                    <a:lnT w="20320" cap="flat" cmpd="sng" algn="ctr">
                      <a:solidFill>
                        <a:srgbClr val="FFFFFF"/>
                      </a:solidFill>
                      <a:prstDash val="solid"/>
                    </a:lnT>
                    <a:lnB w="2032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s-ES" sz="1600" b="0" i="0">
                          <a:solidFill>
                            <a:srgbClr val="131315"/>
                          </a:solidFill>
                          <a:latin typeface="Neuromax"/>
                        </a:rPr>
                        <a:t>Ejemplo 5</a:t>
                      </a:r>
                      <a:endParaRPr sz="1600" b="0" i="0">
                        <a:solidFill>
                          <a:srgbClr val="131315"/>
                        </a:solidFill>
                        <a:latin typeface="Neuromax"/>
                      </a:endParaRPr>
                    </a:p>
                  </a:txBody>
                  <a:tcPr marL="82296" marR="64008" marT="27432" marB="27432" anchor="ctr">
                    <a:lnL w="20320" cap="flat" cmpd="sng" algn="ctr">
                      <a:solidFill>
                        <a:srgbClr val="FFFFFF"/>
                      </a:solidFill>
                      <a:prstDash val="solid"/>
                    </a:lnL>
                    <a:lnR w="20320" cap="flat" cmpd="sng" algn="ctr">
                      <a:solidFill>
                        <a:srgbClr val="FFFFFF"/>
                      </a:solidFill>
                      <a:prstDash val="solid"/>
                    </a:lnR>
                    <a:lnT w="20320" cap="flat" cmpd="sng" algn="ctr">
                      <a:solidFill>
                        <a:srgbClr val="FFFFFF"/>
                      </a:solidFill>
                      <a:prstDash val="solid"/>
                    </a:lnT>
                    <a:lnB w="2032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7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754112" y="4555520"/>
            <a:ext cx="41605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s-ES" sz="1600" dirty="0">
                <a:solidFill>
                  <a:srgbClr val="4F5361"/>
                </a:solidFill>
                <a:latin typeface="Neuromax"/>
              </a:rPr>
              <a:t>Imagen de apoyo: pie breve.</a:t>
            </a:r>
            <a:endParaRPr lang="es-ES" sz="1600" b="0" i="0">
              <a:solidFill>
                <a:srgbClr val="4F5361"/>
              </a:solidFill>
              <a:latin typeface="Neuromax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55691" y="5315402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dirty="0">
                <a:solidFill>
                  <a:srgbClr val="31324A"/>
                </a:solidFill>
                <a:latin typeface="Neuromax SemBd"/>
              </a:rPr>
              <a:t>Una nota que conecte la tabla con el resto del tema.</a:t>
            </a:r>
            <a:endParaRPr lang="es-ES" b="0" i="0">
              <a:solidFill>
                <a:srgbClr val="31324A"/>
              </a:solidFill>
              <a:latin typeface="Neuromax SemBd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753028" y="2079717"/>
            <a:ext cx="4163878" cy="2356310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Neuromax SemBd"/>
              </a:rPr>
              <a:t>IMAGEN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5F349-7BAB-8330-7EF0-203C5D938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614AA0-5DDA-56E5-3D68-482902817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8C961F2-8E5C-F706-1B5B-7CAD7932B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8567" y="701643"/>
            <a:ext cx="1097280" cy="4781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D3D6245-71CF-C79B-9BAE-DC534BABD9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9457" y="101342"/>
            <a:ext cx="2025111" cy="8117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230656-3A86-AF1F-CA65-FE8CEC480A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240" y="3342640"/>
            <a:ext cx="1280160" cy="22928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E02FE0-D8F7-5FF1-B426-F96A15DD6F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0800" y="4986528"/>
            <a:ext cx="1600200" cy="8485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88C7D8-5C52-3559-34D6-53263DFF2E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8000" y="4165600"/>
            <a:ext cx="685800" cy="65291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2215716-526E-7F7A-C967-9CA710390678}"/>
              </a:ext>
            </a:extLst>
          </p:cNvPr>
          <p:cNvSpPr/>
          <p:nvPr/>
        </p:nvSpPr>
        <p:spPr>
          <a:xfrm>
            <a:off x="566928" y="534924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2B53E5-E7F8-29B6-3C8E-DABF77C7DF37}"/>
              </a:ext>
            </a:extLst>
          </p:cNvPr>
          <p:cNvSpPr txBox="1"/>
          <p:nvPr/>
        </p:nvSpPr>
        <p:spPr>
          <a:xfrm>
            <a:off x="740664" y="5029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BLOQUE 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8BDA04-68A1-C9D2-B332-12F8F81B3B97}"/>
              </a:ext>
            </a:extLst>
          </p:cNvPr>
          <p:cNvSpPr txBox="1"/>
          <p:nvPr/>
        </p:nvSpPr>
        <p:spPr>
          <a:xfrm>
            <a:off x="566928" y="1181480"/>
            <a:ext cx="4927600" cy="1066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s-ES" sz="4800" dirty="0">
                <a:solidFill>
                  <a:srgbClr val="31324A"/>
                </a:solidFill>
                <a:latin typeface="Neuromax SemBd"/>
                <a:ea typeface="Neuromax SemBd"/>
                <a:cs typeface="Neuromax SemBd"/>
              </a:rPr>
              <a:t>TÍTULO</a:t>
            </a:r>
            <a:endParaRPr lang="es-ES" dirty="0">
              <a:ea typeface="Calibri"/>
              <a:cs typeface="Calibri"/>
            </a:endParaRPr>
          </a:p>
          <a:p>
            <a:r>
              <a:rPr lang="es-ES" sz="4800" dirty="0">
                <a:solidFill>
                  <a:srgbClr val="31324A"/>
                </a:solidFill>
                <a:latin typeface="Neuromax SemBd"/>
                <a:ea typeface="Neuromax SemBd"/>
                <a:cs typeface="Neuromax SemBd"/>
              </a:rPr>
              <a:t>VISUAL</a:t>
            </a:r>
            <a:endParaRPr lang="es-ES" dirty="0">
              <a:ea typeface="Calibri"/>
              <a:cs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771561" y="1285043"/>
            <a:ext cx="7587496" cy="4295313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Neuromax SemBd"/>
              </a:rPr>
              <a:t>IMAGEN O VIDEO</a:t>
            </a: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94EE67B4-9D73-0A03-9FF4-B096D84FBF86}"/>
              </a:ext>
            </a:extLst>
          </p:cNvPr>
          <p:cNvSpPr txBox="1"/>
          <p:nvPr/>
        </p:nvSpPr>
        <p:spPr>
          <a:xfrm>
            <a:off x="3953672" y="5759285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s-ES" dirty="0">
                <a:solidFill>
                  <a:srgbClr val="31324A"/>
                </a:solidFill>
                <a:latin typeface="Neuromax SemBd"/>
              </a:rPr>
              <a:t>Pie de foto, cita o idea que refuerce la imagen.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275680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0664" y="25603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SECCIÓN · 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21207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UN DATO QUE EXPLICA TODO</a:t>
            </a:r>
            <a:endParaRPr lang="es-ES" sz="3200" b="0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160771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4F5361"/>
                </a:solidFill>
                <a:latin typeface="Neuromax"/>
              </a:rPr>
              <a:t>Una cifra o idea que resuma el tema.</a:t>
            </a:r>
            <a:endParaRPr lang="es-ES" sz="1600" b="0" i="0">
              <a:solidFill>
                <a:srgbClr val="4F5361"/>
              </a:solidFill>
              <a:latin typeface="Neuromax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7555" y="2097437"/>
            <a:ext cx="3474720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B54A0E"/>
                </a:solidFill>
                <a:latin typeface="Neuromax SemBd"/>
              </a:rPr>
              <a:t>90%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67775" y="2283934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31324A"/>
                </a:solidFill>
                <a:latin typeface="Neuromax SemBd"/>
              </a:rPr>
              <a:t>del resultado</a:t>
            </a:r>
            <a:endParaRPr lang="es-ES" sz="1600" b="0" i="0" dirty="0" err="1">
              <a:solidFill>
                <a:srgbClr val="31324A"/>
              </a:solidFill>
              <a:latin typeface="Neuromax SemBd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31324A"/>
                </a:solidFill>
                <a:latin typeface="Neuromax SemBd"/>
              </a:rPr>
              <a:t>depende de este factor</a:t>
            </a:r>
            <a:endParaRPr lang="es-ES" sz="1600" b="0" i="0" dirty="0" err="1">
              <a:solidFill>
                <a:srgbClr val="31324A"/>
              </a:solidFill>
              <a:latin typeface="Neuromax SemB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1775" y="4017419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4F5361"/>
                </a:solidFill>
                <a:latin typeface="Neuromax"/>
              </a:rPr>
              <a:t>Una frase que explique el dato.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6360" y="1828800"/>
            <a:ext cx="251460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166360" y="1828800"/>
            <a:ext cx="64008" cy="914400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67528" y="199339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 SemBd"/>
              </a:rPr>
              <a:t>ACTOR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70850" y="238178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4F5361"/>
                </a:solidFill>
                <a:latin typeface="Neuromax"/>
              </a:rPr>
              <a:t>inicia el ciclo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828800"/>
            <a:ext cx="251460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83879" y="1828800"/>
            <a:ext cx="64008" cy="914400"/>
          </a:xfrm>
          <a:prstGeom prst="rect">
            <a:avLst/>
          </a:prstGeom>
          <a:solidFill>
            <a:srgbClr val="E246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85048" y="199339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 SemBd"/>
              </a:rPr>
              <a:t>ENTRADA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8370" y="238178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4F5361"/>
                </a:solidFill>
                <a:latin typeface="Neuromax"/>
              </a:rPr>
              <a:t>dato o estímulo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79" y="3703320"/>
            <a:ext cx="251460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83879" y="3703320"/>
            <a:ext cx="64008" cy="914400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85048" y="3867911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 SemBd"/>
              </a:rPr>
              <a:t>SISTEMA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8370" y="42563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4F5361"/>
                </a:solidFill>
                <a:latin typeface="Neuromax"/>
              </a:rPr>
              <a:t>procesa y responde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66360" y="3703320"/>
            <a:ext cx="251460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166360" y="3703320"/>
            <a:ext cx="64008" cy="914400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67528" y="3867911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 SemBd"/>
              </a:rPr>
              <a:t>SALIDA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70850" y="42563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4F5361"/>
                </a:solidFill>
                <a:latin typeface="Neuromax"/>
              </a:rPr>
              <a:t>resultado visible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80960" y="2286000"/>
            <a:ext cx="457200" cy="0"/>
          </a:xfrm>
          <a:prstGeom prst="line">
            <a:avLst/>
          </a:prstGeom>
          <a:ln w="25400">
            <a:solidFill>
              <a:srgbClr val="9637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436608" y="2743200"/>
            <a:ext cx="0" cy="914400"/>
          </a:xfrm>
          <a:prstGeom prst="line">
            <a:avLst/>
          </a:prstGeom>
          <a:ln w="25400">
            <a:solidFill>
              <a:srgbClr val="9637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7680960" y="4160520"/>
            <a:ext cx="457200" cy="0"/>
          </a:xfrm>
          <a:prstGeom prst="line">
            <a:avLst/>
          </a:prstGeom>
          <a:ln w="25400">
            <a:solidFill>
              <a:srgbClr val="9637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419088" y="2743200"/>
            <a:ext cx="0" cy="914400"/>
          </a:xfrm>
          <a:prstGeom prst="line">
            <a:avLst/>
          </a:prstGeom>
          <a:ln w="25400">
            <a:solidFill>
              <a:srgbClr val="9637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903720" y="301752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4F5361"/>
                </a:solidFill>
                <a:latin typeface="Neuromax SemBd"/>
              </a:rPr>
              <a:t>BUCLE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205" y="4531095"/>
            <a:ext cx="4389120" cy="914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marL="219456" indent="-219456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buClr>
                <a:srgbClr val="F08A3C"/>
              </a:buClr>
              <a:buFont typeface="Arial"/>
              <a:buChar char="•"/>
            </a:pPr>
            <a:r>
              <a:rPr sz="1600" b="1" i="0">
                <a:solidFill>
                  <a:srgbClr val="131315"/>
                </a:solidFill>
                <a:latin typeface="Neuromax"/>
              </a:rPr>
              <a:t>Punto clave uno.</a:t>
            </a:r>
          </a:p>
          <a:p>
            <a:pPr marL="219456" indent="-219456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buClr>
                <a:srgbClr val="F08A3C"/>
              </a:buClr>
              <a:buFont typeface="Arial"/>
              <a:buChar char="•"/>
            </a:pPr>
            <a:r>
              <a:rPr sz="1600" b="0" i="0">
                <a:solidFill>
                  <a:srgbClr val="131315"/>
                </a:solidFill>
                <a:latin typeface="Neuromax"/>
              </a:rPr>
              <a:t>Punto clave dos.</a:t>
            </a:r>
          </a:p>
          <a:p>
            <a:pPr marL="219456" indent="-219456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buClr>
                <a:srgbClr val="F08A3C"/>
              </a:buClr>
              <a:buFont typeface="Arial"/>
              <a:buChar char="•"/>
            </a:pPr>
            <a:r>
              <a:rPr sz="1600" b="0" i="0">
                <a:solidFill>
                  <a:srgbClr val="131315"/>
                </a:solidFill>
                <a:latin typeface="Neuromax"/>
              </a:rPr>
              <a:t>Punto clave tres.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50123" y="5351875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31324A"/>
                </a:solidFill>
                <a:latin typeface="Neuromax SemBd"/>
              </a:rPr>
              <a:t>Una nota final que cierre la idea.</a:t>
            </a:r>
            <a:endParaRPr lang="es-ES" sz="1600" b="0" i="0">
              <a:solidFill>
                <a:srgbClr val="31324A"/>
              </a:solidFill>
              <a:latin typeface="Neuromax SemB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0664" y="25603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SECCIÓN · 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5674" y="482461"/>
            <a:ext cx="5071563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95000"/>
              </a:lnSpc>
            </a:pPr>
            <a:r>
              <a:rPr lang="es-ES" sz="3600">
                <a:solidFill>
                  <a:srgbClr val="131315"/>
                </a:solidFill>
                <a:latin typeface="Neuromax SemBd"/>
              </a:rPr>
              <a:t>EJEMPLO CON IMAGEN</a:t>
            </a:r>
            <a:endParaRPr lang="es-ES"/>
          </a:p>
        </p:txBody>
      </p:sp>
      <p:sp>
        <p:nvSpPr>
          <p:cNvPr id="9" name="Rectangle 8"/>
          <p:cNvSpPr/>
          <p:nvPr/>
        </p:nvSpPr>
        <p:spPr>
          <a:xfrm>
            <a:off x="566928" y="1719072"/>
            <a:ext cx="3502152" cy="2377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719072"/>
            <a:ext cx="73152" cy="2377440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" y="1874519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 SemBd"/>
              </a:rPr>
              <a:t>EJEMPLO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468880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8000"/>
              </a:lnSpc>
            </a:pPr>
            <a:r>
              <a:rPr sz="1300" b="0" i="0">
                <a:solidFill>
                  <a:srgbClr val="4F5361"/>
                </a:solidFill>
                <a:latin typeface="Neuromax"/>
              </a:rPr>
              <a:t>Descripción del ejemplo.</a:t>
            </a:r>
            <a:endParaRPr lang="es-ES"/>
          </a:p>
          <a:p>
            <a:pPr>
              <a:lnSpc>
                <a:spcPct val="108000"/>
              </a:lnSpc>
            </a:pPr>
            <a:r>
              <a:rPr sz="1300" b="0" i="0">
                <a:solidFill>
                  <a:srgbClr val="4F5361"/>
                </a:solidFill>
                <a:latin typeface="Neuromax"/>
              </a:rPr>
              <a:t>Qué se puede aprender de él.</a:t>
            </a:r>
            <a:endParaRPr lang="es-ES"/>
          </a:p>
        </p:txBody>
      </p:sp>
      <p:sp>
        <p:nvSpPr>
          <p:cNvPr id="13" name="TextBox 12"/>
          <p:cNvSpPr txBox="1"/>
          <p:nvPr/>
        </p:nvSpPr>
        <p:spPr>
          <a:xfrm>
            <a:off x="786384" y="3185922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63700"/>
                </a:solidFill>
                <a:latin typeface="Neuromax"/>
              </a:rPr>
              <a:t>Una idea clave del ejemplo.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3538728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6384" y="353872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31315"/>
                </a:solidFill>
                <a:latin typeface="Neuromax SemBd"/>
              </a:rPr>
              <a:t>ETIQUETA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6823" y="1129684"/>
            <a:ext cx="7661476" cy="4384089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Neuromax SemBd"/>
              </a:rPr>
              <a:t>IMAGEN O VIDEO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0664" y="25603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RESUMEN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842" y="579327"/>
            <a:ext cx="5814191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IDEAS PARA LLEVARTE</a:t>
            </a:r>
            <a:endParaRPr lang="es-ES" sz="3400" b="0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6928" y="1737360"/>
            <a:ext cx="5413248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874519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63700"/>
                </a:solidFill>
                <a:latin typeface="Neuromax SemB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7" y="186537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31315"/>
                </a:solidFill>
                <a:latin typeface="Neuromax SemBd"/>
              </a:rPr>
              <a:t>IDEA UNO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1054" y="2387179"/>
            <a:ext cx="45262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Resumen breve de la primera idea.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1737360"/>
            <a:ext cx="5413248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91656" y="1874519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63700"/>
                </a:solidFill>
                <a:latin typeface="Neuromax SemB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8856" y="186537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31315"/>
                </a:solidFill>
                <a:latin typeface="Neuromax SemBd"/>
              </a:rPr>
              <a:t>IDEA 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42903" y="2387179"/>
            <a:ext cx="45262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Resumen breve de la segunda idea.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999232"/>
            <a:ext cx="5413248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3136391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63700"/>
                </a:solidFill>
                <a:latin typeface="Neuromax SemBd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8776" y="2999232"/>
            <a:ext cx="5413248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91656" y="3136391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63700"/>
                </a:solidFill>
                <a:latin typeface="Neuromax SemB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6144" y="3127248"/>
            <a:ext cx="204500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31315"/>
                </a:solidFill>
                <a:latin typeface="Neuromax SemBd"/>
              </a:rPr>
              <a:t>IDEA TRES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0191" y="3649051"/>
            <a:ext cx="4468162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Resumen breve de la tercera idea.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27" y="3123425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31315"/>
                </a:solidFill>
                <a:latin typeface="Neuromax SemBd"/>
              </a:rPr>
              <a:t>IDEA CUATRO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6274" y="3645228"/>
            <a:ext cx="45262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Resumen breve de la cuarta idea.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453" y="4370832"/>
            <a:ext cx="4865792" cy="1280160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4480560"/>
            <a:ext cx="4526280" cy="1005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131315"/>
                </a:solidFill>
                <a:latin typeface="Neuromax SemBd"/>
              </a:rPr>
              <a:t>Antes de producir, revisa el objetivo y el alcance.</a:t>
            </a:r>
            <a:endParaRPr lang="es-ES" sz="1600" b="0" i="0" dirty="0">
              <a:solidFill>
                <a:srgbClr val="131315"/>
              </a:solidFill>
              <a:latin typeface="Neuromax SemBd"/>
            </a:endParaRPr>
          </a:p>
        </p:txBody>
      </p:sp>
      <p:pic>
        <p:nvPicPr>
          <p:cNvPr id="32" name="Picture 5">
            <a:extLst>
              <a:ext uri="{FF2B5EF4-FFF2-40B4-BE49-F238E27FC236}">
                <a16:creationId xmlns:a16="http://schemas.microsoft.com/office/drawing/2014/main" id="{D70D2ABB-4447-A013-8C73-F29BDA178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315" y="5172508"/>
            <a:ext cx="1600200" cy="848504"/>
          </a:xfrm>
          <a:prstGeom prst="rect">
            <a:avLst/>
          </a:prstGeom>
        </p:spPr>
      </p:pic>
      <p:pic>
        <p:nvPicPr>
          <p:cNvPr id="34" name="Picture 6" descr="Icono&#10;&#10;El contenido generado por IA puede ser incorrecto.">
            <a:extLst>
              <a:ext uri="{FF2B5EF4-FFF2-40B4-BE49-F238E27FC236}">
                <a16:creationId xmlns:a16="http://schemas.microsoft.com/office/drawing/2014/main" id="{248D10D5-B365-0F46-8207-10F60177F2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0614" y="4357865"/>
            <a:ext cx="685800" cy="652919"/>
          </a:xfrm>
          <a:prstGeom prst="rect">
            <a:avLst/>
          </a:prstGeom>
        </p:spPr>
      </p:pic>
      <p:sp>
        <p:nvSpPr>
          <p:cNvPr id="36" name="Rectangle 29">
            <a:extLst>
              <a:ext uri="{FF2B5EF4-FFF2-40B4-BE49-F238E27FC236}">
                <a16:creationId xmlns:a16="http://schemas.microsoft.com/office/drawing/2014/main" id="{DA648046-F69A-C662-57AA-0BB0856541FC}"/>
              </a:ext>
            </a:extLst>
          </p:cNvPr>
          <p:cNvSpPr/>
          <p:nvPr/>
        </p:nvSpPr>
        <p:spPr>
          <a:xfrm>
            <a:off x="5693782" y="4370832"/>
            <a:ext cx="3679232" cy="1280160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0">
            <a:extLst>
              <a:ext uri="{FF2B5EF4-FFF2-40B4-BE49-F238E27FC236}">
                <a16:creationId xmlns:a16="http://schemas.microsoft.com/office/drawing/2014/main" id="{3CE3CA98-03D6-DACB-1496-83C55F9B82CB}"/>
              </a:ext>
            </a:extLst>
          </p:cNvPr>
          <p:cNvSpPr txBox="1"/>
          <p:nvPr/>
        </p:nvSpPr>
        <p:spPr>
          <a:xfrm>
            <a:off x="6012905" y="452628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08A3C"/>
                </a:solidFill>
                <a:latin typeface="Neuromax SemBd"/>
              </a:rPr>
              <a:t>ACTIVIDAD · 5 MINUTOS</a:t>
            </a:r>
          </a:p>
        </p:txBody>
      </p:sp>
      <p:sp>
        <p:nvSpPr>
          <p:cNvPr id="40" name="TextBox 31">
            <a:extLst>
              <a:ext uri="{FF2B5EF4-FFF2-40B4-BE49-F238E27FC236}">
                <a16:creationId xmlns:a16="http://schemas.microsoft.com/office/drawing/2014/main" id="{CAD549C8-C4A5-591D-7467-19466809F6DB}"/>
              </a:ext>
            </a:extLst>
          </p:cNvPr>
          <p:cNvSpPr txBox="1"/>
          <p:nvPr/>
        </p:nvSpPr>
        <p:spPr>
          <a:xfrm>
            <a:off x="6009519" y="4709160"/>
            <a:ext cx="306324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FFFFFF"/>
                </a:solidFill>
                <a:latin typeface="Neuromax"/>
              </a:rPr>
              <a:t>Actividad breve para cerrar el tema.</a:t>
            </a:r>
            <a:endParaRPr lang="es-ES" sz="1600" b="0" i="0">
              <a:solidFill>
                <a:srgbClr val="FFFFFF"/>
              </a:solidFill>
              <a:latin typeface="Neuromax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740664" y="25603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110">
                <a:solidFill>
                  <a:srgbClr val="963700"/>
                </a:solidFill>
                <a:latin typeface="Neuromax SemBd"/>
              </a:rPr>
              <a:t>CRÉDITOS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9535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131315"/>
                </a:solidFill>
                <a:latin typeface="Neuromax SemBd"/>
              </a:rPr>
              <a:t>CRÉDITOS DE LAS IMÁGENES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Fuentes, licencias y atribuciones del material utilizado.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83080"/>
            <a:ext cx="5303520" cy="20116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marL="219456" indent="-219456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963700"/>
              </a:buClr>
              <a:buFont typeface="Arial"/>
              <a:buChar char="•"/>
            </a:pPr>
            <a:r>
              <a:rPr sz="1200" b="0" i="0">
                <a:solidFill>
                  <a:srgbClr val="131315"/>
                </a:solidFill>
                <a:latin typeface="Neuromax"/>
              </a:rPr>
              <a:t>Recurso 1. Autor. Licencia.</a:t>
            </a:r>
          </a:p>
          <a:p>
            <a:pPr marL="219456" indent="-219456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963700"/>
              </a:buClr>
              <a:buFont typeface="Arial"/>
              <a:buChar char="•"/>
            </a:pPr>
            <a:r>
              <a:rPr sz="1200" b="0" i="0">
                <a:solidFill>
                  <a:srgbClr val="131315"/>
                </a:solidFill>
                <a:latin typeface="Neuromax"/>
              </a:rPr>
              <a:t>Recurso 2. Autor. Licencia.</a:t>
            </a:r>
          </a:p>
          <a:p>
            <a:pPr marL="219456" indent="-219456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963700"/>
              </a:buClr>
              <a:buFont typeface="Arial"/>
              <a:buChar char="•"/>
            </a:pPr>
            <a:r>
              <a:rPr sz="1200" b="0" i="0">
                <a:solidFill>
                  <a:srgbClr val="131315"/>
                </a:solidFill>
                <a:latin typeface="Neuromax"/>
              </a:rPr>
              <a:t>Recurso 3. Autor. Licencia.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1783080"/>
            <a:ext cx="5486400" cy="20116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marL="219456" indent="-219456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A81E49"/>
              </a:buClr>
              <a:buFont typeface="Arial"/>
              <a:buChar char="•"/>
            </a:pPr>
            <a:r>
              <a:rPr sz="1200" b="0" i="0">
                <a:solidFill>
                  <a:srgbClr val="131315"/>
                </a:solidFill>
                <a:latin typeface="Neuromax"/>
              </a:rPr>
              <a:t>Recurso 4. Autor. Licencia.</a:t>
            </a:r>
          </a:p>
          <a:p>
            <a:pPr marL="219456" indent="-219456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A81E49"/>
              </a:buClr>
              <a:buFont typeface="Arial"/>
              <a:buChar char="•"/>
            </a:pPr>
            <a:r>
              <a:rPr sz="1200" b="0" i="0">
                <a:solidFill>
                  <a:srgbClr val="131315"/>
                </a:solidFill>
                <a:latin typeface="Neuromax"/>
              </a:rPr>
              <a:t>Recurso 5. Autor. Licencia.</a:t>
            </a:r>
          </a:p>
          <a:p>
            <a:pPr marL="219456" indent="-219456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A81E49"/>
              </a:buClr>
              <a:buFont typeface="Arial"/>
              <a:buChar char="•"/>
            </a:pPr>
            <a:r>
              <a:rPr sz="1200" b="0" i="0">
                <a:solidFill>
                  <a:srgbClr val="131315"/>
                </a:solidFill>
                <a:latin typeface="Neuromax"/>
              </a:rPr>
              <a:t>Recurso 6. Autor. Licencia.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246120"/>
            <a:ext cx="5394960" cy="1261872"/>
          </a:xfrm>
          <a:prstGeom prst="rect">
            <a:avLst/>
          </a:prstGeom>
          <a:solidFill>
            <a:srgbClr val="F7F3EA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777240" y="3364992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63700"/>
                </a:solidFill>
                <a:latin typeface="Neuromax SemBd"/>
              </a:rPr>
              <a:t>LICENCIAS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11880"/>
            <a:ext cx="489204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31315"/>
                </a:solidFill>
                <a:latin typeface="Neuromax"/>
              </a:rPr>
              <a:t>Dominio público: uso libre.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31315"/>
                </a:solidFill>
                <a:latin typeface="Neuromax"/>
              </a:rPr>
              <a:t>CC BY: atribución.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31315"/>
                </a:solidFill>
                <a:latin typeface="Neuromax"/>
              </a:rPr>
              <a:t>CC BY-SA: atribución y compartir igual.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31315"/>
                </a:solidFill>
                <a:latin typeface="Neuromax"/>
              </a:rPr>
              <a:t>CC0: sin restricciones.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0488" y="3246120"/>
            <a:ext cx="5431536" cy="1261872"/>
          </a:xfrm>
          <a:prstGeom prst="rect">
            <a:avLst/>
          </a:prstGeom>
          <a:solidFill>
            <a:srgbClr val="F7F3EA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6400800" y="3364992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63700"/>
                </a:solidFill>
                <a:latin typeface="Neuromax SemBd"/>
              </a:rPr>
              <a:t>NOTA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611880"/>
            <a:ext cx="498348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1324A"/>
                </a:solidFill>
                <a:latin typeface="Neuromax"/>
              </a:rPr>
              <a:t>Sustituir estas líneas por las fuentes y licencias reales antes de publicar.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754880"/>
            <a:ext cx="11055096" cy="457200"/>
          </a:xfrm>
          <a:prstGeom prst="rect">
            <a:avLst/>
          </a:prstGeom>
          <a:solidFill>
            <a:srgbClr val="F7F3EA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777240" y="4873752"/>
            <a:ext cx="1060704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F5361"/>
                </a:solidFill>
                <a:latin typeface="Neuromax"/>
              </a:rPr>
              <a:t>Las marcas y juegos citados pertenecen a sus dueños. Se usan con fines educativos.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30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F5361"/>
                </a:solidFill>
                <a:latin typeface="Neuromax"/>
              </a:rPr>
              <a:t>Enlaces completos en las notas del presentador.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828800"/>
            <a:ext cx="1051560" cy="45822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731520"/>
            <a:ext cx="1051560" cy="4433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7360" y="4343400"/>
            <a:ext cx="960120" cy="171961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4663440"/>
            <a:ext cx="731520" cy="111653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0" y="5532120"/>
            <a:ext cx="502920" cy="30289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52560" y="4709160"/>
            <a:ext cx="1645920" cy="87274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81360" y="4754880"/>
            <a:ext cx="822960" cy="78350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0" y="1874519"/>
            <a:ext cx="12191695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0" b="0" i="0">
                <a:solidFill>
                  <a:srgbClr val="131315"/>
                </a:solidFill>
                <a:latin typeface="Neuromax SemBd"/>
              </a:rPr>
              <a:t>¿PREGUNTAS?</a:t>
            </a:r>
            <a:endParaRPr lang="es-ES" sz="8000" b="0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3270142"/>
            <a:ext cx="12191695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err="1">
                <a:solidFill>
                  <a:srgbClr val="31324A"/>
                </a:solidFill>
                <a:latin typeface="Neuromax"/>
              </a:rPr>
              <a:t>Siguiente: [tema o sección]</a:t>
            </a:r>
            <a:endParaRPr lang="es-ES" err="1">
              <a:solidFill>
                <a:srgbClr val="31324A"/>
              </a:solidFill>
              <a:latin typeface="Neuromax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0" y="3771254"/>
            <a:ext cx="12191695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963700"/>
                </a:solidFill>
                <a:latin typeface="Neuromax SemBd"/>
              </a:rPr>
              <a:t>Una frase que cierre la sesión.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euromax">
      <a:majorFont>
        <a:latin typeface="Neuromax SemB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euromax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Panorámica</PresentationFormat>
  <Paragraphs>0</Paragraphs>
  <Slides>22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3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· Videojuegos</dc:title>
  <dc:subject>TC2005B · Plantilla de diapositivas</dc:subject>
  <dc:creator>TC2005B · Videojuegos</dc:creator>
  <cp:keywords/>
  <dc:description>Tipografía, tamaños y estructuras base para generar diapositivas del curso.</dc:description>
  <cp:lastModifiedBy>TC2005B</cp:lastModifiedBy>
  <cp:revision>49</cp:revision>
  <dcterms:created xsi:type="dcterms:W3CDTF">2013-01-27T09:14:16Z</dcterms:created>
  <dcterms:modified xsi:type="dcterms:W3CDTF">2026-10-23T16:30:08Z</dcterms:modified>
  <cp:category/>
</cp:coreProperties>
</file>