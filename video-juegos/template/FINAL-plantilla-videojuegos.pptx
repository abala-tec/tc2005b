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embeddedFontLst>
    <p:embeddedFont>
      <p:font typeface="Neuromax SemBd" charset="0"/>
      <p:regular r:id="rId9"/>
      <p:italic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466DC2-F8D3-F8A3-CB14-C56E84B66F75}" v="381" dt="2026-10-19T20:45:18.2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fonso Balandra Antelis" userId="S::abala@tec.mx::28ba9e3f-8dae-4bf5-851d-5bb8a2fa86a5" providerId="AD" clId="Web-{0E466DC2-F8D3-F8A3-CB14-C56E84B66F75}"/>
    <pc:docChg chg="modSld">
      <pc:chgData name="Alfonso Balandra Antelis" userId="S::abala@tec.mx::28ba9e3f-8dae-4bf5-851d-5bb8a2fa86a5" providerId="AD" clId="Web-{0E466DC2-F8D3-F8A3-CB14-C56E84B66F75}" dt="2026-10-19T20:45:18.201" v="329" actId="1076"/>
      <pc:docMkLst>
        <pc:docMk/>
      </pc:docMkLst>
      <pc:sldChg chg="delSp">
        <pc:chgData name="Alfonso Balandra Antelis" userId="S::abala@tec.mx::28ba9e3f-8dae-4bf5-851d-5bb8a2fa86a5" providerId="AD" clId="Web-{0E466DC2-F8D3-F8A3-CB14-C56E84B66F75}" dt="2026-10-19T20:39:22.736" v="167"/>
        <pc:sldMkLst>
          <pc:docMk/>
          <pc:sldMk cId="0" sldId="256"/>
        </pc:sldMkLst>
        <pc:picChg chg="del">
          <ac:chgData name="Alfonso Balandra Antelis" userId="S::abala@tec.mx::28ba9e3f-8dae-4bf5-851d-5bb8a2fa86a5" providerId="AD" clId="Web-{0E466DC2-F8D3-F8A3-CB14-C56E84B66F75}" dt="2026-10-19T20:39:21.174" v="166"/>
          <ac:picMkLst>
            <pc:docMk/>
            <pc:sldMk cId="0" sldId="256"/>
            <ac:picMk id="4" creationId="{00000000-0000-0000-0000-000000000000}"/>
          </ac:picMkLst>
        </pc:picChg>
        <pc:picChg chg="del">
          <ac:chgData name="Alfonso Balandra Antelis" userId="S::abala@tec.mx::28ba9e3f-8dae-4bf5-851d-5bb8a2fa86a5" providerId="AD" clId="Web-{0E466DC2-F8D3-F8A3-CB14-C56E84B66F75}" dt="2026-10-19T20:39:22.736" v="167"/>
          <ac:picMkLst>
            <pc:docMk/>
            <pc:sldMk cId="0" sldId="256"/>
            <ac:picMk id="5" creationId="{00000000-0000-0000-0000-000000000000}"/>
          </ac:picMkLst>
        </pc:picChg>
      </pc:sldChg>
      <pc:sldChg chg="modSp">
        <pc:chgData name="Alfonso Balandra Antelis" userId="S::abala@tec.mx::28ba9e3f-8dae-4bf5-851d-5bb8a2fa86a5" providerId="AD" clId="Web-{0E466DC2-F8D3-F8A3-CB14-C56E84B66F75}" dt="2026-10-19T20:39:50.034" v="182" actId="20577"/>
        <pc:sldMkLst>
          <pc:docMk/>
          <pc:sldMk cId="0" sldId="257"/>
        </pc:sldMkLst>
        <pc:spChg chg="mod">
          <ac:chgData name="Alfonso Balandra Antelis" userId="S::abala@tec.mx::28ba9e3f-8dae-4bf5-851d-5bb8a2fa86a5" providerId="AD" clId="Web-{0E466DC2-F8D3-F8A3-CB14-C56E84B66F75}" dt="2026-10-19T20:39:38.831" v="173" actId="20577"/>
          <ac:spMkLst>
            <pc:docMk/>
            <pc:sldMk cId="0" sldId="257"/>
            <ac:spMk id="5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39:41.596" v="175" actId="20577"/>
          <ac:spMkLst>
            <pc:docMk/>
            <pc:sldMk cId="0" sldId="257"/>
            <ac:spMk id="7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39:44.550" v="177" actId="20577"/>
          <ac:spMkLst>
            <pc:docMk/>
            <pc:sldMk cId="0" sldId="257"/>
            <ac:spMk id="9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39:47.300" v="180" actId="20577"/>
          <ac:spMkLst>
            <pc:docMk/>
            <pc:sldMk cId="0" sldId="257"/>
            <ac:spMk id="11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39:50.034" v="182" actId="20577"/>
          <ac:spMkLst>
            <pc:docMk/>
            <pc:sldMk cId="0" sldId="257"/>
            <ac:spMk id="13" creationId="{00000000-0000-0000-0000-000000000000}"/>
          </ac:spMkLst>
        </pc:spChg>
      </pc:sldChg>
      <pc:sldChg chg="addSp delSp modSp">
        <pc:chgData name="Alfonso Balandra Antelis" userId="S::abala@tec.mx::28ba9e3f-8dae-4bf5-851d-5bb8a2fa86a5" providerId="AD" clId="Web-{0E466DC2-F8D3-F8A3-CB14-C56E84B66F75}" dt="2026-10-19T20:44:27.418" v="322"/>
        <pc:sldMkLst>
          <pc:docMk/>
          <pc:sldMk cId="0" sldId="258"/>
        </pc:sldMkLst>
        <pc:spChg chg="mod">
          <ac:chgData name="Alfonso Balandra Antelis" userId="S::abala@tec.mx::28ba9e3f-8dae-4bf5-851d-5bb8a2fa86a5" providerId="AD" clId="Web-{0E466DC2-F8D3-F8A3-CB14-C56E84B66F75}" dt="2026-10-19T20:39:58.144" v="186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44:24.355" v="321" actId="20577"/>
          <ac:spMkLst>
            <pc:docMk/>
            <pc:sldMk cId="0" sldId="258"/>
            <ac:spMk id="8" creationId="{00000000-0000-0000-0000-000000000000}"/>
          </ac:spMkLst>
        </pc:spChg>
        <pc:picChg chg="del">
          <ac:chgData name="Alfonso Balandra Antelis" userId="S::abala@tec.mx::28ba9e3f-8dae-4bf5-851d-5bb8a2fa86a5" providerId="AD" clId="Web-{0E466DC2-F8D3-F8A3-CB14-C56E84B66F75}" dt="2026-10-19T20:39:29.221" v="169"/>
          <ac:picMkLst>
            <pc:docMk/>
            <pc:sldMk cId="0" sldId="258"/>
            <ac:picMk id="5" creationId="{00000000-0000-0000-0000-000000000000}"/>
          </ac:picMkLst>
        </pc:picChg>
        <pc:picChg chg="del">
          <ac:chgData name="Alfonso Balandra Antelis" userId="S::abala@tec.mx::28ba9e3f-8dae-4bf5-851d-5bb8a2fa86a5" providerId="AD" clId="Web-{0E466DC2-F8D3-F8A3-CB14-C56E84B66F75}" dt="2026-10-19T20:44:27.418" v="322"/>
          <ac:picMkLst>
            <pc:docMk/>
            <pc:sldMk cId="0" sldId="258"/>
            <ac:picMk id="9" creationId="{00000000-0000-0000-0000-000000000000}"/>
          </ac:picMkLst>
        </pc:picChg>
        <pc:picChg chg="add mod">
          <ac:chgData name="Alfonso Balandra Antelis" userId="S::abala@tec.mx::28ba9e3f-8dae-4bf5-851d-5bb8a2fa86a5" providerId="AD" clId="Web-{0E466DC2-F8D3-F8A3-CB14-C56E84B66F75}" dt="2026-10-19T20:40:57.193" v="220" actId="1076"/>
          <ac:picMkLst>
            <pc:docMk/>
            <pc:sldMk cId="0" sldId="258"/>
            <ac:picMk id="13" creationId="{59276696-A2BD-BB25-0126-A204DA0CF13C}"/>
          </ac:picMkLst>
        </pc:picChg>
      </pc:sldChg>
      <pc:sldChg chg="addSp delSp modSp">
        <pc:chgData name="Alfonso Balandra Antelis" userId="S::abala@tec.mx::28ba9e3f-8dae-4bf5-851d-5bb8a2fa86a5" providerId="AD" clId="Web-{0E466DC2-F8D3-F8A3-CB14-C56E84B66F75}" dt="2026-10-19T20:44:35.871" v="324" actId="1076"/>
        <pc:sldMkLst>
          <pc:docMk/>
          <pc:sldMk cId="0" sldId="259"/>
        </pc:sldMkLst>
        <pc:spChg chg="mod">
          <ac:chgData name="Alfonso Balandra Antelis" userId="S::abala@tec.mx::28ba9e3f-8dae-4bf5-851d-5bb8a2fa86a5" providerId="AD" clId="Web-{0E466DC2-F8D3-F8A3-CB14-C56E84B66F75}" dt="2026-10-19T20:43:15.884" v="298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43:13.900" v="297" actId="1076"/>
          <ac:spMkLst>
            <pc:docMk/>
            <pc:sldMk cId="0" sldId="259"/>
            <ac:spMk id="5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43:19.166" v="299" actId="14100"/>
          <ac:spMkLst>
            <pc:docMk/>
            <pc:sldMk cId="0" sldId="259"/>
            <ac:spMk id="6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43:22.088" v="300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42:54.181" v="288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42:56.743" v="289" actId="1076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Alfonso Balandra Antelis" userId="S::abala@tec.mx::28ba9e3f-8dae-4bf5-851d-5bb8a2fa86a5" providerId="AD" clId="Web-{0E466DC2-F8D3-F8A3-CB14-C56E84B66F75}" dt="2026-10-19T20:44:35.871" v="324" actId="1076"/>
          <ac:spMkLst>
            <pc:docMk/>
            <pc:sldMk cId="0" sldId="259"/>
            <ac:spMk id="17" creationId="{1462A70D-174E-2538-2392-412EA22651F9}"/>
          </ac:spMkLst>
        </pc:spChg>
        <pc:picChg chg="mod">
          <ac:chgData name="Alfonso Balandra Antelis" userId="S::abala@tec.mx::28ba9e3f-8dae-4bf5-851d-5bb8a2fa86a5" providerId="AD" clId="Web-{0E466DC2-F8D3-F8A3-CB14-C56E84B66F75}" dt="2026-10-19T20:42:11.851" v="270" actId="1076"/>
          <ac:picMkLst>
            <pc:docMk/>
            <pc:sldMk cId="0" sldId="259"/>
            <ac:picMk id="3" creationId="{00000000-0000-0000-0000-000000000000}"/>
          </ac:picMkLst>
        </pc:picChg>
        <pc:picChg chg="del mod">
          <ac:chgData name="Alfonso Balandra Antelis" userId="S::abala@tec.mx::28ba9e3f-8dae-4bf5-851d-5bb8a2fa86a5" providerId="AD" clId="Web-{0E466DC2-F8D3-F8A3-CB14-C56E84B66F75}" dt="2026-10-19T20:42:31.696" v="279"/>
          <ac:picMkLst>
            <pc:docMk/>
            <pc:sldMk cId="0" sldId="259"/>
            <ac:picMk id="8" creationId="{00000000-0000-0000-0000-000000000000}"/>
          </ac:picMkLst>
        </pc:picChg>
        <pc:picChg chg="del">
          <ac:chgData name="Alfonso Balandra Antelis" userId="S::abala@tec.mx::28ba9e3f-8dae-4bf5-851d-5bb8a2fa86a5" providerId="AD" clId="Web-{0E466DC2-F8D3-F8A3-CB14-C56E84B66F75}" dt="2026-10-19T20:39:26.111" v="168"/>
          <ac:picMkLst>
            <pc:docMk/>
            <pc:sldMk cId="0" sldId="259"/>
            <ac:picMk id="9" creationId="{00000000-0000-0000-0000-000000000000}"/>
          </ac:picMkLst>
        </pc:picChg>
        <pc:picChg chg="del">
          <ac:chgData name="Alfonso Balandra Antelis" userId="S::abala@tec.mx::28ba9e3f-8dae-4bf5-851d-5bb8a2fa86a5" providerId="AD" clId="Web-{0E466DC2-F8D3-F8A3-CB14-C56E84B66F75}" dt="2026-10-19T20:41:58.179" v="261"/>
          <ac:picMkLst>
            <pc:docMk/>
            <pc:sldMk cId="0" sldId="259"/>
            <ac:picMk id="12" creationId="{00000000-0000-0000-0000-000000000000}"/>
          </ac:picMkLst>
        </pc:picChg>
        <pc:picChg chg="del">
          <ac:chgData name="Alfonso Balandra Antelis" userId="S::abala@tec.mx::28ba9e3f-8dae-4bf5-851d-5bb8a2fa86a5" providerId="AD" clId="Web-{0E466DC2-F8D3-F8A3-CB14-C56E84B66F75}" dt="2026-10-19T20:42:00.101" v="262"/>
          <ac:picMkLst>
            <pc:docMk/>
            <pc:sldMk cId="0" sldId="259"/>
            <ac:picMk id="13" creationId="{00000000-0000-0000-0000-000000000000}"/>
          </ac:picMkLst>
        </pc:picChg>
        <pc:picChg chg="del">
          <ac:chgData name="Alfonso Balandra Antelis" userId="S::abala@tec.mx::28ba9e3f-8dae-4bf5-851d-5bb8a2fa86a5" providerId="AD" clId="Web-{0E466DC2-F8D3-F8A3-CB14-C56E84B66F75}" dt="2026-10-19T20:42:01.523" v="263"/>
          <ac:picMkLst>
            <pc:docMk/>
            <pc:sldMk cId="0" sldId="259"/>
            <ac:picMk id="14" creationId="{00000000-0000-0000-0000-000000000000}"/>
          </ac:picMkLst>
        </pc:picChg>
      </pc:sldChg>
      <pc:sldChg chg="addSp delSp modSp">
        <pc:chgData name="Alfonso Balandra Antelis" userId="S::abala@tec.mx::28ba9e3f-8dae-4bf5-851d-5bb8a2fa86a5" providerId="AD" clId="Web-{0E466DC2-F8D3-F8A3-CB14-C56E84B66F75}" dt="2026-10-19T20:45:18.201" v="329" actId="1076"/>
        <pc:sldMkLst>
          <pc:docMk/>
          <pc:sldMk cId="0" sldId="260"/>
        </pc:sldMkLst>
        <pc:spChg chg="mod">
          <ac:chgData name="Alfonso Balandra Antelis" userId="S::abala@tec.mx::28ba9e3f-8dae-4bf5-851d-5bb8a2fa86a5" providerId="AD" clId="Web-{0E466DC2-F8D3-F8A3-CB14-C56E84B66F75}" dt="2026-10-19T20:40:41.786" v="216" actId="20577"/>
          <ac:spMkLst>
            <pc:docMk/>
            <pc:sldMk cId="0" sldId="260"/>
            <ac:spMk id="5" creationId="{00000000-0000-0000-0000-000000000000}"/>
          </ac:spMkLst>
        </pc:spChg>
        <pc:spChg chg="add del mod">
          <ac:chgData name="Alfonso Balandra Antelis" userId="S::abala@tec.mx::28ba9e3f-8dae-4bf5-851d-5bb8a2fa86a5" providerId="AD" clId="Web-{0E466DC2-F8D3-F8A3-CB14-C56E84B66F75}" dt="2026-10-19T20:40:37.895" v="210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45:16.279" v="326" actId="1076"/>
          <ac:spMkLst>
            <pc:docMk/>
            <pc:sldMk cId="0" sldId="260"/>
            <ac:spMk id="7" creationId="{00000000-0000-0000-0000-000000000000}"/>
          </ac:spMkLst>
        </pc:spChg>
        <pc:spChg chg="del mod">
          <ac:chgData name="Alfonso Balandra Antelis" userId="S::abala@tec.mx::28ba9e3f-8dae-4bf5-851d-5bb8a2fa86a5" providerId="AD" clId="Web-{0E466DC2-F8D3-F8A3-CB14-C56E84B66F75}" dt="2026-10-19T20:43:40.885" v="306"/>
          <ac:spMkLst>
            <pc:docMk/>
            <pc:sldMk cId="0" sldId="260"/>
            <ac:spMk id="8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45:16.294" v="327" actId="1076"/>
          <ac:spMkLst>
            <pc:docMk/>
            <pc:sldMk cId="0" sldId="260"/>
            <ac:spMk id="9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45:16.326" v="328" actId="1076"/>
          <ac:spMkLst>
            <pc:docMk/>
            <pc:sldMk cId="0" sldId="260"/>
            <ac:spMk id="10" creationId="{00000000-0000-0000-0000-000000000000}"/>
          </ac:spMkLst>
        </pc:spChg>
        <pc:picChg chg="mod">
          <ac:chgData name="Alfonso Balandra Antelis" userId="S::abala@tec.mx::28ba9e3f-8dae-4bf5-851d-5bb8a2fa86a5" providerId="AD" clId="Web-{0E466DC2-F8D3-F8A3-CB14-C56E84B66F75}" dt="2026-10-19T20:45:18.201" v="329" actId="1076"/>
          <ac:picMkLst>
            <pc:docMk/>
            <pc:sldMk cId="0" sldId="260"/>
            <ac:picMk id="3" creationId="{00000000-0000-0000-0000-000000000000}"/>
          </ac:picMkLst>
        </pc:picChg>
        <pc:picChg chg="mod">
          <ac:chgData name="Alfonso Balandra Antelis" userId="S::abala@tec.mx::28ba9e3f-8dae-4bf5-851d-5bb8a2fa86a5" providerId="AD" clId="Web-{0E466DC2-F8D3-F8A3-CB14-C56E84B66F75}" dt="2026-10-19T20:45:11.779" v="325" actId="1076"/>
          <ac:picMkLst>
            <pc:docMk/>
            <pc:sldMk cId="0" sldId="260"/>
            <ac:picMk id="11" creationId="{00000000-0000-0000-0000-000000000000}"/>
          </ac:picMkLst>
        </pc:picChg>
        <pc:picChg chg="del">
          <ac:chgData name="Alfonso Balandra Antelis" userId="S::abala@tec.mx::28ba9e3f-8dae-4bf5-851d-5bb8a2fa86a5" providerId="AD" clId="Web-{0E466DC2-F8D3-F8A3-CB14-C56E84B66F75}" dt="2026-10-19T20:43:31.619" v="301"/>
          <ac:picMkLst>
            <pc:docMk/>
            <pc:sldMk cId="0" sldId="260"/>
            <ac:picMk id="13" creationId="{00000000-0000-0000-0000-000000000000}"/>
          </ac:picMkLst>
        </pc:picChg>
        <pc:picChg chg="del">
          <ac:chgData name="Alfonso Balandra Antelis" userId="S::abala@tec.mx::28ba9e3f-8dae-4bf5-851d-5bb8a2fa86a5" providerId="AD" clId="Web-{0E466DC2-F8D3-F8A3-CB14-C56E84B66F75}" dt="2026-10-19T20:43:33.119" v="302"/>
          <ac:picMkLst>
            <pc:docMk/>
            <pc:sldMk cId="0" sldId="260"/>
            <ac:picMk id="14" creationId="{00000000-0000-0000-0000-000000000000}"/>
          </ac:picMkLst>
        </pc:picChg>
      </pc:sldChg>
      <pc:sldChg chg="modSp">
        <pc:chgData name="Alfonso Balandra Antelis" userId="S::abala@tec.mx::28ba9e3f-8dae-4bf5-851d-5bb8a2fa86a5" providerId="AD" clId="Web-{0E466DC2-F8D3-F8A3-CB14-C56E84B66F75}" dt="2026-10-19T20:44:15.964" v="317" actId="1076"/>
        <pc:sldMkLst>
          <pc:docMk/>
          <pc:sldMk cId="0" sldId="261"/>
        </pc:sldMkLst>
        <pc:spChg chg="mod">
          <ac:chgData name="Alfonso Balandra Antelis" userId="S::abala@tec.mx::28ba9e3f-8dae-4bf5-851d-5bb8a2fa86a5" providerId="AD" clId="Web-{0E466DC2-F8D3-F8A3-CB14-C56E84B66F75}" dt="2026-10-19T20:38:42.782" v="13" actId="20577"/>
          <ac:spMkLst>
            <pc:docMk/>
            <pc:sldMk cId="0" sldId="261"/>
            <ac:spMk id="4" creationId="{00000000-0000-0000-0000-000000000000}"/>
          </ac:spMkLst>
        </pc:spChg>
        <pc:graphicFrameChg chg="mod modGraphic">
          <ac:chgData name="Alfonso Balandra Antelis" userId="S::abala@tec.mx::28ba9e3f-8dae-4bf5-851d-5bb8a2fa86a5" providerId="AD" clId="Web-{0E466DC2-F8D3-F8A3-CB14-C56E84B66F75}" dt="2026-10-19T20:39:11.408" v="165"/>
          <ac:graphicFrameMkLst>
            <pc:docMk/>
            <pc:sldMk cId="0" sldId="261"/>
            <ac:graphicFrameMk id="6" creationId="{00000000-0000-0000-0000-000000000000}"/>
          </ac:graphicFrameMkLst>
        </pc:graphicFrameChg>
        <pc:picChg chg="mod">
          <ac:chgData name="Alfonso Balandra Antelis" userId="S::abala@tec.mx::28ba9e3f-8dae-4bf5-851d-5bb8a2fa86a5" providerId="AD" clId="Web-{0E466DC2-F8D3-F8A3-CB14-C56E84B66F75}" dt="2026-10-19T20:44:15.964" v="317" actId="1076"/>
          <ac:picMkLst>
            <pc:docMk/>
            <pc:sldMk cId="0" sldId="261"/>
            <ac:picMk id="2" creationId="{00000000-0000-0000-0000-000000000000}"/>
          </ac:picMkLst>
        </pc:picChg>
        <pc:picChg chg="mod">
          <ac:chgData name="Alfonso Balandra Antelis" userId="S::abala@tec.mx::28ba9e3f-8dae-4bf5-851d-5bb8a2fa86a5" providerId="AD" clId="Web-{0E466DC2-F8D3-F8A3-CB14-C56E84B66F75}" dt="2026-10-19T20:44:13.230" v="315" actId="14100"/>
          <ac:picMkLst>
            <pc:docMk/>
            <pc:sldMk cId="0" sldId="261"/>
            <ac:picMk id="3" creationId="{00000000-0000-0000-0000-000000000000}"/>
          </ac:picMkLst>
        </pc:picChg>
      </pc:sldChg>
      <pc:sldChg chg="modSp">
        <pc:chgData name="Alfonso Balandra Antelis" userId="S::abala@tec.mx::28ba9e3f-8dae-4bf5-851d-5bb8a2fa86a5" providerId="AD" clId="Web-{0E466DC2-F8D3-F8A3-CB14-C56E84B66F75}" dt="2026-10-19T20:38:37.297" v="9" actId="20577"/>
        <pc:sldMkLst>
          <pc:docMk/>
          <pc:sldMk cId="0" sldId="262"/>
        </pc:sldMkLst>
        <pc:spChg chg="mod">
          <ac:chgData name="Alfonso Balandra Antelis" userId="S::abala@tec.mx::28ba9e3f-8dae-4bf5-851d-5bb8a2fa86a5" providerId="AD" clId="Web-{0E466DC2-F8D3-F8A3-CB14-C56E84B66F75}" dt="2026-10-19T20:38:32.610" v="5" actId="20577"/>
          <ac:spMkLst>
            <pc:docMk/>
            <pc:sldMk cId="0" sldId="262"/>
            <ac:spMk id="5" creationId="{00000000-0000-0000-0000-000000000000}"/>
          </ac:spMkLst>
        </pc:spChg>
        <pc:spChg chg="mod">
          <ac:chgData name="Alfonso Balandra Antelis" userId="S::abala@tec.mx::28ba9e3f-8dae-4bf5-851d-5bb8a2fa86a5" providerId="AD" clId="Web-{0E466DC2-F8D3-F8A3-CB14-C56E84B66F75}" dt="2026-10-19T20:38:37.297" v="9" actId="20577"/>
          <ac:spMkLst>
            <pc:docMk/>
            <pc:sldMk cId="0" sldId="262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587500"/>
            <a:ext cx="12192000" cy="25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0">
                <a:solidFill>
                  <a:srgbClr val="131315"/>
                </a:solidFill>
                <a:latin typeface="Neuromax SemBd"/>
              </a:rPr>
              <a:t>TITULO DE LA</a:t>
            </a:r>
          </a:p>
          <a:p>
            <a:pPr algn="ctr">
              <a:lnSpc>
                <a:spcPct val="100000"/>
              </a:lnSpc>
            </a:pPr>
            <a:r>
              <a:rPr sz="7200" b="0">
                <a:solidFill>
                  <a:srgbClr val="131315"/>
                </a:solidFill>
                <a:latin typeface="Neuromax SemBd"/>
              </a:rPr>
              <a:t>PRESENTACION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318000"/>
            <a:ext cx="1219200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131315"/>
                </a:solidFill>
                <a:latin typeface="Neuromax SemBd"/>
              </a:rPr>
              <a:t>Escribe aqui tu subtitulo - Autor</a:t>
            </a:r>
          </a:p>
        </p:txBody>
      </p:sp>
      <p:pic>
        <p:nvPicPr>
          <p:cNvPr id="7" name="Picture 6" descr="tree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4362450"/>
            <a:ext cx="844550" cy="1289050"/>
          </a:xfrm>
          <a:prstGeom prst="rect">
            <a:avLst/>
          </a:prstGeom>
        </p:spPr>
      </p:pic>
      <p:pic>
        <p:nvPicPr>
          <p:cNvPr id="8" name="Picture 7" descr="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3500" y="4127500"/>
            <a:ext cx="850900" cy="1524000"/>
          </a:xfrm>
          <a:prstGeom prst="rect">
            <a:avLst/>
          </a:prstGeom>
        </p:spPr>
      </p:pic>
      <p:pic>
        <p:nvPicPr>
          <p:cNvPr id="9" name="Picture 8" descr="mushr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0600" y="5314950"/>
            <a:ext cx="558800" cy="336550"/>
          </a:xfrm>
          <a:prstGeom prst="rect">
            <a:avLst/>
          </a:prstGeom>
        </p:spPr>
      </p:pic>
      <p:pic>
        <p:nvPicPr>
          <p:cNvPr id="10" name="Picture 9" descr="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5100" y="4127500"/>
            <a:ext cx="850900" cy="1524000"/>
          </a:xfrm>
          <a:prstGeom prst="rect">
            <a:avLst/>
          </a:prstGeom>
        </p:spPr>
      </p:pic>
      <p:pic>
        <p:nvPicPr>
          <p:cNvPr id="11" name="Picture 10" descr="tree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9550" y="4362450"/>
            <a:ext cx="844550" cy="12890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838200"/>
            <a:ext cx="1136650" cy="495300"/>
          </a:xfrm>
          <a:prstGeom prst="rect">
            <a:avLst/>
          </a:prstGeom>
        </p:spPr>
      </p:pic>
      <p:pic>
        <p:nvPicPr>
          <p:cNvPr id="4" name="Picture 3" descr="cloud-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3771900"/>
            <a:ext cx="1174750" cy="495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571500"/>
            <a:ext cx="12192000" cy="8061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0">
                <a:solidFill>
                  <a:srgbClr val="131315"/>
                </a:solidFill>
                <a:latin typeface="Neuromax SemBd"/>
              </a:rPr>
              <a:t>TABLA DE CONTENIDO</a:t>
            </a:r>
            <a:endParaRPr lang="es-ES" sz="4800" b="0">
              <a:solidFill>
                <a:srgbClr val="131315"/>
              </a:solidFill>
              <a:latin typeface="Neuromax SemBd"/>
            </a:endParaRPr>
          </a:p>
        </p:txBody>
      </p:sp>
      <p:pic>
        <p:nvPicPr>
          <p:cNvPr id="6" name="Picture 5" descr="pixel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6200" y="1693862"/>
            <a:ext cx="266700" cy="4524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14700" y="1636305"/>
            <a:ext cx="8572500" cy="5373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dirty="0">
                <a:solidFill>
                  <a:srgbClr val="131315"/>
                </a:solidFill>
                <a:latin typeface="Neuromax SemBd"/>
              </a:rPr>
              <a:t>01   </a:t>
            </a:r>
            <a:r>
              <a:rPr sz="3200" b="0" dirty="0" err="1">
                <a:solidFill>
                  <a:srgbClr val="131315"/>
                </a:solidFill>
                <a:latin typeface="Neuromax SemBd"/>
              </a:rPr>
              <a:t>Seccion</a:t>
            </a:r>
            <a:r>
              <a:rPr sz="3200" b="0" dirty="0">
                <a:solidFill>
                  <a:srgbClr val="131315"/>
                </a:solidFill>
                <a:latin typeface="Neuromax SemBd"/>
              </a:rPr>
              <a:t> uno</a:t>
            </a:r>
            <a:endParaRPr lang="es-ES" sz="3200" b="0" dirty="0">
              <a:solidFill>
                <a:srgbClr val="131315"/>
              </a:solidFill>
              <a:latin typeface="Neuromax SemBd"/>
            </a:endParaRPr>
          </a:p>
        </p:txBody>
      </p:sp>
      <p:pic>
        <p:nvPicPr>
          <p:cNvPr id="8" name="Picture 7" descr="pixel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2100" y="2760662"/>
            <a:ext cx="266700" cy="4524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00600" y="2703105"/>
            <a:ext cx="8572500" cy="5373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dirty="0">
                <a:solidFill>
                  <a:srgbClr val="131315"/>
                </a:solidFill>
                <a:latin typeface="Neuromax SemBd"/>
              </a:rPr>
              <a:t>02   </a:t>
            </a:r>
            <a:r>
              <a:rPr sz="3200" b="0" dirty="0" err="1">
                <a:solidFill>
                  <a:srgbClr val="131315"/>
                </a:solidFill>
                <a:latin typeface="Neuromax SemBd"/>
              </a:rPr>
              <a:t>Seccion</a:t>
            </a:r>
            <a:r>
              <a:rPr sz="3200" b="0" dirty="0">
                <a:solidFill>
                  <a:srgbClr val="131315"/>
                </a:solidFill>
                <a:latin typeface="Neuromax SemBd"/>
              </a:rPr>
              <a:t> dos</a:t>
            </a:r>
            <a:endParaRPr lang="es-ES" sz="3200" b="0" dirty="0">
              <a:solidFill>
                <a:srgbClr val="131315"/>
              </a:solidFill>
              <a:latin typeface="Neuromax SemBd"/>
            </a:endParaRPr>
          </a:p>
        </p:txBody>
      </p:sp>
      <p:pic>
        <p:nvPicPr>
          <p:cNvPr id="10" name="Picture 9" descr="pixel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6200" y="3827462"/>
            <a:ext cx="266700" cy="4524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14700" y="3769905"/>
            <a:ext cx="8572500" cy="5373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dirty="0">
                <a:solidFill>
                  <a:srgbClr val="131315"/>
                </a:solidFill>
                <a:latin typeface="Neuromax SemBd"/>
              </a:rPr>
              <a:t>03   </a:t>
            </a:r>
            <a:r>
              <a:rPr sz="3200" b="0" dirty="0" err="1">
                <a:solidFill>
                  <a:srgbClr val="131315"/>
                </a:solidFill>
                <a:latin typeface="Neuromax SemBd"/>
              </a:rPr>
              <a:t>Seccion</a:t>
            </a:r>
            <a:r>
              <a:rPr sz="3200"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sz="3200" b="0" dirty="0" err="1">
                <a:solidFill>
                  <a:srgbClr val="131315"/>
                </a:solidFill>
                <a:latin typeface="Neuromax SemBd"/>
              </a:rPr>
              <a:t>tres</a:t>
            </a:r>
            <a:endParaRPr lang="es-ES" sz="3200" b="0" dirty="0">
              <a:solidFill>
                <a:srgbClr val="131315"/>
              </a:solidFill>
              <a:latin typeface="Neuromax SemBd"/>
            </a:endParaRPr>
          </a:p>
        </p:txBody>
      </p:sp>
      <p:pic>
        <p:nvPicPr>
          <p:cNvPr id="12" name="Picture 11" descr="pixel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2100" y="4894262"/>
            <a:ext cx="266700" cy="45243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00600" y="4836705"/>
            <a:ext cx="8572500" cy="5373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dirty="0">
                <a:solidFill>
                  <a:srgbClr val="131315"/>
                </a:solidFill>
                <a:latin typeface="Neuromax SemBd"/>
              </a:rPr>
              <a:t>04   </a:t>
            </a:r>
            <a:r>
              <a:rPr sz="3200" b="0" dirty="0" err="1">
                <a:solidFill>
                  <a:srgbClr val="131315"/>
                </a:solidFill>
                <a:latin typeface="Neuromax SemBd"/>
              </a:rPr>
              <a:t>Seccion</a:t>
            </a:r>
            <a:r>
              <a:rPr sz="3200" b="0" dirty="0">
                <a:solidFill>
                  <a:srgbClr val="131315"/>
                </a:solidFill>
                <a:latin typeface="Neuromax SemBd"/>
              </a:rPr>
              <a:t> cuatro</a:t>
            </a:r>
            <a:endParaRPr lang="es-ES" sz="3200" b="0" dirty="0">
              <a:solidFill>
                <a:srgbClr val="131315"/>
              </a:solidFill>
              <a:latin typeface="Neuromax SemBd"/>
            </a:endParaRPr>
          </a:p>
        </p:txBody>
      </p:sp>
      <p:pic>
        <p:nvPicPr>
          <p:cNvPr id="14" name="Picture 13" descr="mushroo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7800" y="5314950"/>
            <a:ext cx="558800" cy="336550"/>
          </a:xfrm>
          <a:prstGeom prst="rect">
            <a:avLst/>
          </a:prstGeom>
        </p:spPr>
      </p:pic>
      <p:pic>
        <p:nvPicPr>
          <p:cNvPr id="15" name="Picture 14" descr="mushroo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800" y="5314950"/>
            <a:ext cx="558800" cy="336550"/>
          </a:xfrm>
          <a:prstGeom prst="rect">
            <a:avLst/>
          </a:prstGeom>
        </p:spPr>
      </p:pic>
      <p:pic>
        <p:nvPicPr>
          <p:cNvPr id="16" name="Picture 15" descr="mushroo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3100" y="5314950"/>
            <a:ext cx="558800" cy="336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000" y="901700"/>
            <a:ext cx="1136650" cy="495300"/>
          </a:xfrm>
          <a:prstGeom prst="rect">
            <a:avLst/>
          </a:prstGeom>
        </p:spPr>
      </p:pic>
      <p:pic>
        <p:nvPicPr>
          <p:cNvPr id="4" name="Picture 3" descr="cloud-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5500" y="2044700"/>
            <a:ext cx="1174750" cy="495300"/>
          </a:xfrm>
          <a:prstGeom prst="rect">
            <a:avLst/>
          </a:prstGeom>
        </p:spPr>
      </p:pic>
      <p:pic>
        <p:nvPicPr>
          <p:cNvPr id="6" name="Picture 5" descr="pixel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1009650"/>
            <a:ext cx="284480" cy="482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2500" y="1587500"/>
            <a:ext cx="7937500" cy="750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0">
                <a:solidFill>
                  <a:srgbClr val="131315"/>
                </a:solidFill>
                <a:latin typeface="Neuromax SemBd"/>
              </a:rPr>
              <a:t>TITULO DE LA SECCION</a:t>
            </a:r>
            <a:endParaRPr lang="es-ES" sz="4800" b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52500" y="2921000"/>
            <a:ext cx="8255000" cy="20005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0"/>
              </a:spcAft>
            </a:pPr>
            <a:r>
              <a:rPr sz="2000" b="0" dirty="0">
                <a:solidFill>
                  <a:srgbClr val="131315"/>
                </a:solidFill>
                <a:latin typeface="Neuromax SemBd"/>
              </a:rPr>
              <a:t>Escribe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aqui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el primer punto: describe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tu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idea principal.</a:t>
            </a:r>
            <a:endParaRPr lang="es-ES" sz="2000" b="0">
              <a:solidFill>
                <a:srgbClr val="131315"/>
              </a:solidFill>
              <a:latin typeface="Neuromax SemBd"/>
            </a:endParaRPr>
          </a:p>
          <a:p>
            <a:pPr algn="l">
              <a:spcAft>
                <a:spcPts val="2000"/>
              </a:spcAft>
            </a:pPr>
            <a:r>
              <a:rPr sz="2000" b="0" dirty="0">
                <a:solidFill>
                  <a:srgbClr val="131315"/>
                </a:solidFill>
                <a:latin typeface="Neuromax SemBd"/>
              </a:rPr>
              <a:t>Segundo punto.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Puedes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ajustar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este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texto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a lo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que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necesites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.</a:t>
            </a:r>
          </a:p>
          <a:p>
            <a:pPr algn="l">
              <a:spcAft>
                <a:spcPts val="2000"/>
              </a:spcAft>
            </a:pPr>
            <a:r>
              <a:rPr sz="2000" b="0" dirty="0" err="1">
                <a:solidFill>
                  <a:srgbClr val="131315"/>
                </a:solidFill>
                <a:latin typeface="Neuromax SemBd"/>
              </a:rPr>
              <a:t>Tercer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punto: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usa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ejemplos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, datos o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cifras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que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refuercen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el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mensaje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.</a:t>
            </a:r>
          </a:p>
          <a:p>
            <a:pPr algn="l">
              <a:spcAft>
                <a:spcPts val="2000"/>
              </a:spcAft>
            </a:pPr>
            <a:r>
              <a:rPr sz="2000" b="0" dirty="0">
                <a:solidFill>
                  <a:srgbClr val="131315"/>
                </a:solidFill>
                <a:latin typeface="Neuromax SemBd"/>
              </a:rPr>
              <a:t>Cuarto punto: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cierra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con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una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conclusion o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una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llamada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 a la </a:t>
            </a:r>
            <a:r>
              <a:rPr sz="2000" b="0" dirty="0" err="1">
                <a:solidFill>
                  <a:srgbClr val="131315"/>
                </a:solidFill>
                <a:latin typeface="Neuromax SemBd"/>
              </a:rPr>
              <a:t>accion</a:t>
            </a:r>
            <a:r>
              <a:rPr sz="2000" b="0" dirty="0">
                <a:solidFill>
                  <a:srgbClr val="131315"/>
                </a:solidFill>
                <a:latin typeface="Neuromax SemBd"/>
              </a:rPr>
              <a:t>.</a:t>
            </a:r>
          </a:p>
        </p:txBody>
      </p:sp>
      <p:pic>
        <p:nvPicPr>
          <p:cNvPr id="10" name="Picture 9" descr="ch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0" y="4705350"/>
            <a:ext cx="1784350" cy="946150"/>
          </a:xfrm>
          <a:prstGeom prst="rect">
            <a:avLst/>
          </a:prstGeom>
        </p:spPr>
      </p:pic>
      <p:pic>
        <p:nvPicPr>
          <p:cNvPr id="11" name="Picture 10" descr="tre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95000" y="4432300"/>
            <a:ext cx="680720" cy="1219200"/>
          </a:xfrm>
          <a:prstGeom prst="rect">
            <a:avLst/>
          </a:prstGeom>
        </p:spPr>
      </p:pic>
      <p:pic>
        <p:nvPicPr>
          <p:cNvPr id="13" name="Picture 3" descr="accent-num.png">
            <a:extLst>
              <a:ext uri="{FF2B5EF4-FFF2-40B4-BE49-F238E27FC236}">
                <a16:creationId xmlns:a16="http://schemas.microsoft.com/office/drawing/2014/main" id="{59276696-A2BD-BB25-0126-A204DA0CF1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98997" y="849630"/>
            <a:ext cx="134620" cy="6426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1172" y="244872"/>
            <a:ext cx="1827212" cy="79295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3338" y="100409"/>
            <a:ext cx="5946376" cy="55701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42012" y="5552280"/>
            <a:ext cx="305197" cy="4183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19869" y="248444"/>
            <a:ext cx="5609031" cy="5297882"/>
          </a:xfrm>
          <a:prstGeom prst="rect">
            <a:avLst/>
          </a:prstGeom>
          <a:solidFill>
            <a:srgbClr val="3A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1900" y="2685245"/>
            <a:ext cx="3632596" cy="5373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0">
                <a:solidFill>
                  <a:srgbClr val="FFFFFF"/>
                </a:solidFill>
                <a:latin typeface="Neuromax SemBd"/>
              </a:rPr>
              <a:t>AQUI VA TU IMAGEN</a:t>
            </a:r>
            <a:endParaRPr lang="es-ES" sz="3200" b="0">
              <a:solidFill>
                <a:srgbClr val="FFFFFF"/>
              </a:solidFill>
              <a:latin typeface="Neuromax SemB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933406" y="319484"/>
            <a:ext cx="4699000" cy="14329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0">
                <a:solidFill>
                  <a:srgbClr val="131315"/>
                </a:solidFill>
                <a:latin typeface="Neuromax SemBd"/>
              </a:rPr>
              <a:t>TITULO</a:t>
            </a:r>
            <a:endParaRPr lang="es-ES" sz="4400" b="0">
              <a:solidFill>
                <a:srgbClr val="131315"/>
              </a:solidFill>
              <a:latin typeface="Neuromax SemBd"/>
            </a:endParaRPr>
          </a:p>
          <a:p>
            <a:pPr algn="l">
              <a:lnSpc>
                <a:spcPct val="110000"/>
              </a:lnSpc>
            </a:pPr>
            <a:r>
              <a:rPr sz="4400" b="0">
                <a:solidFill>
                  <a:srgbClr val="131315"/>
                </a:solidFill>
                <a:latin typeface="Neuromax SemBd"/>
              </a:rPr>
              <a:t>DEL BLOQUE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3406" y="1855391"/>
            <a:ext cx="4445000" cy="828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1800"/>
              </a:spcAft>
            </a:pPr>
            <a:r>
              <a:rPr b="0" dirty="0">
                <a:solidFill>
                  <a:srgbClr val="131315"/>
                </a:solidFill>
                <a:latin typeface="Neuromax SemBd"/>
              </a:rPr>
              <a:t>Escribe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aqui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tu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texto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normal: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puedes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describir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la imagen o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desarrollar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la idea principal del bloque</a:t>
            </a:r>
            <a:endParaRPr lang="es-ES" b="0" dirty="0">
              <a:solidFill>
                <a:srgbClr val="131315"/>
              </a:solidFill>
              <a:latin typeface="Neuromax SemBd"/>
            </a:endParaRPr>
          </a:p>
        </p:txBody>
      </p:sp>
      <p:pic>
        <p:nvPicPr>
          <p:cNvPr id="15" name="Picture 14" descr="tree-sm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3700" y="4684712"/>
            <a:ext cx="633412" cy="966788"/>
          </a:xfrm>
          <a:prstGeom prst="rect">
            <a:avLst/>
          </a:prstGeom>
        </p:spPr>
      </p:pic>
      <p:pic>
        <p:nvPicPr>
          <p:cNvPr id="16" name="Picture 15" descr="tre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4508500"/>
            <a:ext cx="638175" cy="1143000"/>
          </a:xfrm>
          <a:prstGeom prst="rect">
            <a:avLst/>
          </a:prstGeom>
        </p:spPr>
      </p:pic>
      <p:sp>
        <p:nvSpPr>
          <p:cNvPr id="17" name="TextBox 10">
            <a:extLst>
              <a:ext uri="{FF2B5EF4-FFF2-40B4-BE49-F238E27FC236}">
                <a16:creationId xmlns:a16="http://schemas.microsoft.com/office/drawing/2014/main" id="{1462A70D-174E-2538-2392-412EA22651F9}"/>
              </a:ext>
            </a:extLst>
          </p:cNvPr>
          <p:cNvSpPr txBox="1"/>
          <p:nvPr/>
        </p:nvSpPr>
        <p:spPr>
          <a:xfrm>
            <a:off x="6933405" y="2950766"/>
            <a:ext cx="4445000" cy="828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1800"/>
              </a:spcAft>
            </a:pPr>
            <a:r>
              <a:rPr b="0" dirty="0">
                <a:solidFill>
                  <a:srgbClr val="131315"/>
                </a:solidFill>
                <a:latin typeface="Neuromax SemBd"/>
              </a:rPr>
              <a:t>Escribe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aqui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tu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texto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normal: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puedes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describir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la imagen o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desarrollar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la idea principal del bloque</a:t>
            </a:r>
            <a:endParaRPr lang="es-ES" b="0" dirty="0">
              <a:solidFill>
                <a:srgbClr val="131315"/>
              </a:solidFill>
              <a:latin typeface="Neuromax SemB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578" y="943372"/>
            <a:ext cx="1136650" cy="495300"/>
          </a:xfrm>
          <a:prstGeom prst="rect">
            <a:avLst/>
          </a:prstGeom>
        </p:spPr>
      </p:pic>
      <p:pic>
        <p:nvPicPr>
          <p:cNvPr id="4" name="Picture 3" descr="accent-n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944880"/>
            <a:ext cx="134620" cy="642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0100" y="1778000"/>
            <a:ext cx="5080000" cy="1563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0">
                <a:solidFill>
                  <a:srgbClr val="131315"/>
                </a:solidFill>
                <a:latin typeface="Neuromax SemBd"/>
              </a:rPr>
              <a:t>TITULO</a:t>
            </a:r>
            <a:endParaRPr lang="es-ES" sz="4800" b="0">
              <a:solidFill>
                <a:srgbClr val="131315"/>
              </a:solidFill>
              <a:latin typeface="Neuromax SemBd"/>
            </a:endParaRPr>
          </a:p>
          <a:p>
            <a:pPr algn="l">
              <a:lnSpc>
                <a:spcPct val="110000"/>
              </a:lnSpc>
            </a:pPr>
            <a:r>
              <a:rPr sz="4800" b="0">
                <a:solidFill>
                  <a:srgbClr val="131315"/>
                </a:solidFill>
                <a:latin typeface="Neuromax SemBd"/>
              </a:rPr>
              <a:t>DEL BLOQUE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429000"/>
            <a:ext cx="4445000" cy="12717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1800"/>
              </a:spcAft>
            </a:pPr>
            <a:r>
              <a:rPr b="0" dirty="0">
                <a:solidFill>
                  <a:srgbClr val="131315"/>
                </a:solidFill>
                <a:latin typeface="Neuromax SemBd"/>
              </a:rPr>
              <a:t>Esta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variante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repite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el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bloque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con la imagen a la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derecha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, ideal para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alternar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el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ritmo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 de la </a:t>
            </a:r>
            <a:r>
              <a:rPr b="0" dirty="0" err="1">
                <a:solidFill>
                  <a:srgbClr val="131315"/>
                </a:solidFill>
                <a:latin typeface="Neuromax SemBd"/>
              </a:rPr>
              <a:t>presentacion</a:t>
            </a:r>
            <a:r>
              <a:rPr b="0" dirty="0">
                <a:solidFill>
                  <a:srgbClr val="131315"/>
                </a:solidFill>
                <a:latin typeface="Neuromax SemBd"/>
              </a:rPr>
              <a:t>.</a:t>
            </a:r>
            <a:endParaRPr lang="es-ES" b="0" dirty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299869" y="110332"/>
            <a:ext cx="6788943" cy="546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38776" y="240507"/>
            <a:ext cx="6540895" cy="5189536"/>
          </a:xfrm>
          <a:prstGeom prst="rect">
            <a:avLst/>
          </a:prstGeom>
          <a:solidFill>
            <a:srgbClr val="3A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53275" y="2673298"/>
            <a:ext cx="3117850" cy="33586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Neuromax SemBd"/>
              </a:rPr>
              <a:t>AQUI VA TU IMAGEN</a:t>
            </a:r>
            <a:endParaRPr lang="es-ES" sz="2000" b="0">
              <a:solidFill>
                <a:srgbClr val="FFFFFF"/>
              </a:solidFill>
              <a:latin typeface="Neuromax SemBd"/>
            </a:endParaRPr>
          </a:p>
        </p:txBody>
      </p:sp>
      <p:pic>
        <p:nvPicPr>
          <p:cNvPr id="11" name="Picture 10" descr="pixel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6643" y="5465762"/>
            <a:ext cx="355600" cy="603250"/>
          </a:xfrm>
          <a:prstGeom prst="rect">
            <a:avLst/>
          </a:prstGeom>
        </p:spPr>
      </p:pic>
      <p:pic>
        <p:nvPicPr>
          <p:cNvPr id="12" name="Picture 11" descr="mushroo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5314950"/>
            <a:ext cx="558800" cy="336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5031" y="476250"/>
            <a:ext cx="1464071" cy="638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571500"/>
            <a:ext cx="12192000" cy="8061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0">
                <a:solidFill>
                  <a:srgbClr val="131315"/>
                </a:solidFill>
                <a:latin typeface="Neuromax SemBd"/>
              </a:rPr>
              <a:t>TABLA COMPARATIVA</a:t>
            </a:r>
            <a:endParaRPr lang="es-ES" sz="4800" b="0">
              <a:solidFill>
                <a:srgbClr val="131315"/>
              </a:solidFill>
              <a:latin typeface="Neuromax SemBd"/>
            </a:endParaRPr>
          </a:p>
        </p:txBody>
      </p:sp>
      <p:pic>
        <p:nvPicPr>
          <p:cNvPr id="5" name="Picture 4" descr="mushr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5314950"/>
            <a:ext cx="558800" cy="33655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922159"/>
              </p:ext>
            </p:extLst>
          </p:nvPr>
        </p:nvGraphicFramePr>
        <p:xfrm>
          <a:off x="1308100" y="1866900"/>
          <a:ext cx="9601200" cy="35687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31315"/>
                          </a:solidFill>
                          <a:latin typeface="Neuromax SemBd"/>
                        </a:rPr>
                        <a:t>COLUMNA A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61B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31315"/>
                          </a:solidFill>
                          <a:latin typeface="Neuromax SemBd"/>
                        </a:rPr>
                        <a:t>COLUMNA B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61B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31315"/>
                          </a:solidFill>
                          <a:latin typeface="Neuromax SemBd"/>
                        </a:rPr>
                        <a:t>COLUMNA C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61B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31315"/>
                          </a:solidFill>
                          <a:latin typeface="Neuromax SemBd"/>
                        </a:rPr>
                        <a:t>COLUMNA D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61BD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31315"/>
                          </a:solidFill>
                          <a:latin typeface="Neuromax SemBd"/>
                        </a:rPr>
                        <a:t>COLUMNA E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61BD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3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31315"/>
                          </a:solidFill>
                          <a:latin typeface="Neuromax SemBd"/>
                        </a:rPr>
                        <a:t>Fila 1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61BD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B8E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B8E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3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31315"/>
                          </a:solidFill>
                          <a:latin typeface="Neuromax SemBd"/>
                        </a:rPr>
                        <a:t>Fila 2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61BD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B8E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B8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3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31315"/>
                          </a:solidFill>
                          <a:latin typeface="Neuromax SemBd"/>
                        </a:rPr>
                        <a:t>Fila 3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61BD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B8E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B8E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FEFE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3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31315"/>
                          </a:solidFill>
                          <a:latin typeface="Neuromax SemBd"/>
                        </a:rPr>
                        <a:t>Fila 4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61BD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B8E2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FEFE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Describe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tu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contenido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31315"/>
                          </a:solidFill>
                          <a:latin typeface="Neuromax SemBd"/>
                        </a:rPr>
                        <a:t>aqui</a:t>
                      </a:r>
                      <a:r>
                        <a:rPr sz="1400" b="0" dirty="0">
                          <a:solidFill>
                            <a:srgbClr val="131315"/>
                          </a:solidFill>
                          <a:latin typeface="Neuromax SemBd"/>
                        </a:rPr>
                        <a:t>.</a:t>
                      </a:r>
                    </a:p>
                  </a:txBody>
                  <a:tcPr marL="152400" marR="152400" marT="50800" marB="50800" anchor="ctr">
                    <a:lnL w="12700" cap="flat" cmpd="sng" algn="ctr">
                      <a:solidFill>
                        <a:srgbClr val="B5E0F3"/>
                      </a:solidFill>
                      <a:prstDash val="solid"/>
                    </a:lnL>
                    <a:lnR w="12700" cap="flat" cmpd="sng" algn="ctr">
                      <a:solidFill>
                        <a:srgbClr val="B5E0F3"/>
                      </a:solidFill>
                      <a:prstDash val="solid"/>
                    </a:lnR>
                    <a:lnT w="12700" cap="flat" cmpd="sng" algn="ctr">
                      <a:solidFill>
                        <a:srgbClr val="B5E0F3"/>
                      </a:solidFill>
                      <a:prstDash val="solid"/>
                    </a:lnT>
                    <a:lnB w="12700" cap="flat" cmpd="sng" algn="ctr">
                      <a:solidFill>
                        <a:srgbClr val="B5E0F3"/>
                      </a:solidFill>
                      <a:prstDash val="solid"/>
                    </a:lnB>
                    <a:solidFill>
                      <a:srgbClr val="B8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1981200"/>
            <a:ext cx="1136650" cy="495300"/>
          </a:xfrm>
          <a:prstGeom prst="rect">
            <a:avLst/>
          </a:prstGeom>
        </p:spPr>
      </p:pic>
      <p:pic>
        <p:nvPicPr>
          <p:cNvPr id="4" name="Picture 3" descr="cloud-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2000" y="774700"/>
            <a:ext cx="1174750" cy="495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674081"/>
            <a:ext cx="12192000" cy="1477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800" b="0" dirty="0">
                <a:solidFill>
                  <a:srgbClr val="131315"/>
                </a:solidFill>
                <a:latin typeface="Neuromax SemBd"/>
              </a:rPr>
              <a:t>GRACIAS!</a:t>
            </a:r>
            <a:endParaRPr lang="es-ES" sz="8800" b="0" dirty="0">
              <a:solidFill>
                <a:srgbClr val="131315"/>
              </a:solidFill>
              <a:latin typeface="Neuromax SemB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3238500"/>
            <a:ext cx="12192000" cy="4030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dirty="0">
                <a:solidFill>
                  <a:srgbClr val="131315"/>
                </a:solidFill>
                <a:latin typeface="Neuromax SemBd"/>
              </a:rPr>
              <a:t>Escribe </a:t>
            </a:r>
            <a:r>
              <a:rPr sz="2400" b="0" dirty="0" err="1">
                <a:solidFill>
                  <a:srgbClr val="131315"/>
                </a:solidFill>
                <a:latin typeface="Neuromax SemBd"/>
              </a:rPr>
              <a:t>aqui</a:t>
            </a:r>
            <a:r>
              <a:rPr sz="2400"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sz="2400" b="0" dirty="0" err="1">
                <a:solidFill>
                  <a:srgbClr val="131315"/>
                </a:solidFill>
                <a:latin typeface="Neuromax SemBd"/>
              </a:rPr>
              <a:t>tu</a:t>
            </a:r>
            <a:r>
              <a:rPr sz="2400" b="0" dirty="0">
                <a:solidFill>
                  <a:srgbClr val="131315"/>
                </a:solidFill>
                <a:latin typeface="Neuromax SemBd"/>
              </a:rPr>
              <a:t> </a:t>
            </a:r>
            <a:r>
              <a:rPr sz="2400" b="0" dirty="0" err="1">
                <a:solidFill>
                  <a:srgbClr val="131315"/>
                </a:solidFill>
                <a:latin typeface="Neuromax SemBd"/>
              </a:rPr>
              <a:t>contacto</a:t>
            </a:r>
            <a:r>
              <a:rPr sz="2400" b="0" dirty="0">
                <a:solidFill>
                  <a:srgbClr val="131315"/>
                </a:solidFill>
                <a:latin typeface="Neuromax SemBd"/>
              </a:rPr>
              <a:t> - red social</a:t>
            </a:r>
            <a:endParaRPr lang="es-ES" sz="2400" b="0">
              <a:solidFill>
                <a:srgbClr val="131315"/>
              </a:solidFill>
              <a:latin typeface="Neuromax SemBd"/>
            </a:endParaRPr>
          </a:p>
        </p:txBody>
      </p:sp>
      <p:pic>
        <p:nvPicPr>
          <p:cNvPr id="7" name="Picture 6" descr="ch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4705350"/>
            <a:ext cx="1784350" cy="946150"/>
          </a:xfrm>
          <a:prstGeom prst="rect">
            <a:avLst/>
          </a:prstGeom>
        </p:spPr>
      </p:pic>
      <p:pic>
        <p:nvPicPr>
          <p:cNvPr id="8" name="Picture 7" descr="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80750" y="4768850"/>
            <a:ext cx="927100" cy="882650"/>
          </a:xfrm>
          <a:prstGeom prst="rect">
            <a:avLst/>
          </a:prstGeom>
        </p:spPr>
      </p:pic>
      <p:pic>
        <p:nvPicPr>
          <p:cNvPr id="9" name="Picture 8" descr="mushroo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5000" y="5314950"/>
            <a:ext cx="558800" cy="336550"/>
          </a:xfrm>
          <a:prstGeom prst="rect">
            <a:avLst/>
          </a:prstGeom>
        </p:spPr>
      </p:pic>
      <p:pic>
        <p:nvPicPr>
          <p:cNvPr id="10" name="Picture 9" descr="tree-sma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67000" y="4362450"/>
            <a:ext cx="844550" cy="12890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Panorámica</PresentationFormat>
  <Paragraphs>0</Paragraphs>
  <Slides>7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8" baseType="lpstr"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Plantilla Videojuegos</dc:title>
  <dc:subject/>
  <dc:creator>Plantilla videojuegos</dc:creator>
  <cp:keywords/>
  <dc:description>generated using python-pptx</dc:description>
  <cp:lastModifiedBy>Steve Canny</cp:lastModifiedBy>
  <cp:revision>49</cp:revision>
  <dcterms:created xsi:type="dcterms:W3CDTF">2013-01-27T09:14:16Z</dcterms:created>
  <dcterms:modified xsi:type="dcterms:W3CDTF">2026-10-19T20:45:21Z</dcterms:modified>
  <cp:category/>
</cp:coreProperties>
</file>