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82" r:id="rId7"/>
    <p:sldId id="261" r:id="rId8"/>
    <p:sldId id="284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85" r:id="rId18"/>
    <p:sldId id="270" r:id="rId19"/>
    <p:sldId id="271" r:id="rId20"/>
    <p:sldId id="272" r:id="rId21"/>
    <p:sldId id="273" r:id="rId22"/>
    <p:sldId id="274" r:id="rId23"/>
    <p:sldId id="275" r:id="rId24"/>
    <p:sldId id="286" r:id="rId25"/>
    <p:sldId id="276" r:id="rId26"/>
    <p:sldId id="289" r:id="rId27"/>
    <p:sldId id="277" r:id="rId28"/>
    <p:sldId id="278" r:id="rId29"/>
    <p:sldId id="287" r:id="rId30"/>
    <p:sldId id="288" r:id="rId31"/>
    <p:sldId id="279" r:id="rId32"/>
    <p:sldId id="280" r:id="rId33"/>
    <p:sldId id="281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482" dt="2026-10-20T17:06:12.077"/>
    <p1510:client id="{C6745F95-9E49-2156-EF8F-7FF2B7FD3637}" v="40" dt="2026-10-20T14:19:41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fonso Balandra Antelis" userId="S::abala@tec.mx::28ba9e3f-8dae-4bf5-851d-5bb8a2fa86a5" providerId="AD" clId="Web-{00000000-0000-0000-0000-000000000000}"/>
    <pc:docChg chg="addSld delSld modSld">
      <pc:chgData name="Alfonso Balandra Antelis" userId="S::abala@tec.mx::28ba9e3f-8dae-4bf5-851d-5bb8a2fa86a5" providerId="AD" clId="Web-{00000000-0000-0000-0000-000000000000}" dt="2026-10-20T17:06:12.077" v="3481" actId="1076"/>
      <pc:docMkLst>
        <pc:docMk/>
      </pc:docMkLst>
      <pc:sldChg chg="addSp delSp modSp">
        <pc:chgData name="Alfonso Balandra Antelis" userId="S::abala@tec.mx::28ba9e3f-8dae-4bf5-851d-5bb8a2fa86a5" providerId="AD" clId="Web-{00000000-0000-0000-0000-000000000000}" dt="2026-10-20T14:20:27.273" v="990" actId="1076"/>
        <pc:sldMkLst>
          <pc:docMk/>
          <pc:sldMk cId="0" sldId="256"/>
        </pc:sldMkLst>
        <pc:spChg chg="del">
          <ac:chgData name="Alfonso Balandra Antelis" userId="S::abala@tec.mx::28ba9e3f-8dae-4bf5-851d-5bb8a2fa86a5" providerId="AD" clId="Web-{00000000-0000-0000-0000-000000000000}" dt="2026-10-19T22:37:38.769" v="13"/>
          <ac:spMkLst>
            <pc:docMk/>
            <pc:sldMk cId="0" sldId="256"/>
            <ac:spMk id="10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2:37:37.050" v="12"/>
          <ac:spMkLst>
            <pc:docMk/>
            <pc:sldMk cId="0" sldId="256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37:45.066" v="15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37:34.378" v="11" actId="20577"/>
          <ac:spMkLst>
            <pc:docMk/>
            <pc:sldMk cId="0" sldId="256"/>
            <ac:spMk id="14" creationId="{00000000-0000-0000-0000-000000000000}"/>
          </ac:spMkLst>
        </pc:spChg>
        <pc:picChg chg="mod ord">
          <ac:chgData name="Alfonso Balandra Antelis" userId="S::abala@tec.mx::28ba9e3f-8dae-4bf5-851d-5bb8a2fa86a5" providerId="AD" clId="Web-{00000000-0000-0000-0000-000000000000}" dt="2026-10-20T14:20:27.273" v="990" actId="1076"/>
          <ac:picMkLst>
            <pc:docMk/>
            <pc:sldMk cId="0" sldId="256"/>
            <ac:picMk id="6" creationId="{00000000-0000-0000-0000-000000000000}"/>
          </ac:picMkLst>
        </pc:picChg>
        <pc:picChg chg="ord">
          <ac:chgData name="Alfonso Balandra Antelis" userId="S::abala@tec.mx::28ba9e3f-8dae-4bf5-851d-5bb8a2fa86a5" providerId="AD" clId="Web-{00000000-0000-0000-0000-000000000000}" dt="2026-10-20T14:20:07.865" v="986"/>
          <ac:picMkLst>
            <pc:docMk/>
            <pc:sldMk cId="0" sldId="256"/>
            <ac:picMk id="7" creationId="{00000000-0000-0000-0000-000000000000}"/>
          </ac:picMkLst>
        </pc:picChg>
        <pc:picChg chg="mod">
          <ac:chgData name="Alfonso Balandra Antelis" userId="S::abala@tec.mx::28ba9e3f-8dae-4bf5-851d-5bb8a2fa86a5" providerId="AD" clId="Web-{00000000-0000-0000-0000-000000000000}" dt="2026-10-19T22:39:00.925" v="33" actId="1076"/>
          <ac:picMkLst>
            <pc:docMk/>
            <pc:sldMk cId="0" sldId="256"/>
            <ac:picMk id="8" creationId="{00000000-0000-0000-0000-000000000000}"/>
          </ac:picMkLst>
        </pc:picChg>
        <pc:picChg chg="mod ord">
          <ac:chgData name="Alfonso Balandra Antelis" userId="S::abala@tec.mx::28ba9e3f-8dae-4bf5-851d-5bb8a2fa86a5" providerId="AD" clId="Web-{00000000-0000-0000-0000-000000000000}" dt="2026-10-19T22:38:57.362" v="31" actId="14100"/>
          <ac:picMkLst>
            <pc:docMk/>
            <pc:sldMk cId="0" sldId="256"/>
            <ac:picMk id="9" creationId="{00000000-0000-0000-0000-000000000000}"/>
          </ac:picMkLst>
        </pc:picChg>
        <pc:picChg chg="add mod">
          <ac:chgData name="Alfonso Balandra Antelis" userId="S::abala@tec.mx::28ba9e3f-8dae-4bf5-851d-5bb8a2fa86a5" providerId="AD" clId="Web-{00000000-0000-0000-0000-000000000000}" dt="2026-10-20T14:20:01.865" v="985" actId="1076"/>
          <ac:picMkLst>
            <pc:docMk/>
            <pc:sldMk cId="0" sldId="256"/>
            <ac:picMk id="15" creationId="{CF378A6D-A11E-EADD-DF23-4D505066E6FE}"/>
          </ac:picMkLst>
        </pc:picChg>
      </pc:sldChg>
      <pc:sldChg chg="delSp modSp">
        <pc:chgData name="Alfonso Balandra Antelis" userId="S::abala@tec.mx::28ba9e3f-8dae-4bf5-851d-5bb8a2fa86a5" providerId="AD" clId="Web-{00000000-0000-0000-0000-000000000000}" dt="2026-10-19T22:41:52.001" v="87"/>
        <pc:sldMkLst>
          <pc:docMk/>
          <pc:sldMk cId="0" sldId="257"/>
        </pc:sldMkLst>
        <pc:spChg chg="del">
          <ac:chgData name="Alfonso Balandra Antelis" userId="S::abala@tec.mx::28ba9e3f-8dae-4bf5-851d-5bb8a2fa86a5" providerId="AD" clId="Web-{00000000-0000-0000-0000-000000000000}" dt="2026-10-19T22:41:52.001" v="87"/>
          <ac:spMkLst>
            <pc:docMk/>
            <pc:sldMk cId="0" sldId="257"/>
            <ac:spMk id="4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2:41:52.001" v="86"/>
          <ac:spMkLst>
            <pc:docMk/>
            <pc:sldMk cId="0" sldId="257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1:43.970" v="85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0:49.971" v="36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0:55.080" v="39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1:00.861" v="41" actId="20577"/>
          <ac:spMkLst>
            <pc:docMk/>
            <pc:sldMk cId="0" sldId="257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1:04.658" v="42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1:07.345" v="43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1:10.908" v="45" actId="20577"/>
          <ac:spMkLst>
            <pc:docMk/>
            <pc:sldMk cId="0" sldId="257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1:14.127" v="46" actId="20577"/>
          <ac:spMkLst>
            <pc:docMk/>
            <pc:sldMk cId="0" sldId="257"/>
            <ac:spMk id="2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1:38.626" v="82" actId="20577"/>
          <ac:spMkLst>
            <pc:docMk/>
            <pc:sldMk cId="0" sldId="257"/>
            <ac:spMk id="30" creationId="{00000000-0000-0000-0000-000000000000}"/>
          </ac:spMkLst>
        </pc:spChg>
      </pc:sldChg>
      <pc:sldChg chg="addSp delSp modSp">
        <pc:chgData name="Alfonso Balandra Antelis" userId="S::abala@tec.mx::28ba9e3f-8dae-4bf5-851d-5bb8a2fa86a5" providerId="AD" clId="Web-{00000000-0000-0000-0000-000000000000}" dt="2026-10-20T14:21:09.134" v="993" actId="1076"/>
        <pc:sldMkLst>
          <pc:docMk/>
          <pc:sldMk cId="0" sldId="258"/>
        </pc:sldMkLst>
        <pc:spChg chg="mod">
          <ac:chgData name="Alfonso Balandra Antelis" userId="S::abala@tec.mx::28ba9e3f-8dae-4bf5-851d-5bb8a2fa86a5" providerId="AD" clId="Web-{00000000-0000-0000-0000-000000000000}" dt="2026-10-19T22:42:13.142" v="92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2:08.642" v="91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2:50.360" v="109" actId="20577"/>
          <ac:spMkLst>
            <pc:docMk/>
            <pc:sldMk cId="0" sldId="258"/>
            <ac:spMk id="12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2:42:36.735" v="101"/>
          <ac:spMkLst>
            <pc:docMk/>
            <pc:sldMk cId="0" sldId="258"/>
            <ac:spMk id="13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19T22:42:35.876" v="100"/>
          <ac:spMkLst>
            <pc:docMk/>
            <pc:sldMk cId="0" sldId="258"/>
            <ac:spMk id="14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2:42:37.423" v="102"/>
          <ac:spMkLst>
            <pc:docMk/>
            <pc:sldMk cId="0" sldId="258"/>
            <ac:spMk id="15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2:42:34.767" v="99"/>
          <ac:spMkLst>
            <pc:docMk/>
            <pc:sldMk cId="0" sldId="258"/>
            <ac:spMk id="1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2:42:38.142" v="103"/>
          <ac:spMkLst>
            <pc:docMk/>
            <pc:sldMk cId="0" sldId="258"/>
            <ac:spMk id="1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2:42:33.595" v="98"/>
          <ac:spMkLst>
            <pc:docMk/>
            <pc:sldMk cId="0" sldId="258"/>
            <ac:spMk id="18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0T14:20:44.414" v="991" actId="1076"/>
          <ac:picMkLst>
            <pc:docMk/>
            <pc:sldMk cId="0" sldId="258"/>
            <ac:picMk id="5" creationId="{00000000-0000-0000-0000-000000000000}"/>
          </ac:picMkLst>
        </pc:picChg>
        <pc:picChg chg="mod">
          <ac:chgData name="Alfonso Balandra Antelis" userId="S::abala@tec.mx::28ba9e3f-8dae-4bf5-851d-5bb8a2fa86a5" providerId="AD" clId="Web-{00000000-0000-0000-0000-000000000000}" dt="2026-10-19T23:16:25.485" v="655" actId="1076"/>
          <ac:picMkLst>
            <pc:docMk/>
            <pc:sldMk cId="0" sldId="258"/>
            <ac:picMk id="6" creationId="{00000000-0000-0000-0000-000000000000}"/>
          </ac:picMkLst>
        </pc:picChg>
        <pc:picChg chg="mod">
          <ac:chgData name="Alfonso Balandra Antelis" userId="S::abala@tec.mx::28ba9e3f-8dae-4bf5-851d-5bb8a2fa86a5" providerId="AD" clId="Web-{00000000-0000-0000-0000-000000000000}" dt="2026-10-19T23:16:26.703" v="656" actId="1076"/>
          <ac:picMkLst>
            <pc:docMk/>
            <pc:sldMk cId="0" sldId="258"/>
            <ac:picMk id="7" creationId="{00000000-0000-0000-0000-000000000000}"/>
          </ac:picMkLst>
        </pc:picChg>
        <pc:picChg chg="add mod">
          <ac:chgData name="Alfonso Balandra Antelis" userId="S::abala@tec.mx::28ba9e3f-8dae-4bf5-851d-5bb8a2fa86a5" providerId="AD" clId="Web-{00000000-0000-0000-0000-000000000000}" dt="2026-10-20T14:21:09.134" v="993" actId="1076"/>
          <ac:picMkLst>
            <pc:docMk/>
            <pc:sldMk cId="0" sldId="258"/>
            <ac:picMk id="14" creationId="{57C039A2-3770-B7E8-3798-CF9E8BF269BC}"/>
          </ac:picMkLst>
        </pc:picChg>
      </pc:sldChg>
      <pc:sldChg chg="delSp modSp">
        <pc:chgData name="Alfonso Balandra Antelis" userId="S::abala@tec.mx::28ba9e3f-8dae-4bf5-851d-5bb8a2fa86a5" providerId="AD" clId="Web-{00000000-0000-0000-0000-000000000000}" dt="2026-10-19T22:48:42.279" v="259" actId="20577"/>
        <pc:sldMkLst>
          <pc:docMk/>
          <pc:sldMk cId="0" sldId="259"/>
        </pc:sldMkLst>
        <pc:spChg chg="del">
          <ac:chgData name="Alfonso Balandra Antelis" userId="S::abala@tec.mx::28ba9e3f-8dae-4bf5-851d-5bb8a2fa86a5" providerId="AD" clId="Web-{00000000-0000-0000-0000-000000000000}" dt="2026-10-19T22:43:49.047" v="218"/>
          <ac:spMkLst>
            <pc:docMk/>
            <pc:sldMk cId="0" sldId="259"/>
            <ac:spMk id="8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2:43:51.032" v="219"/>
          <ac:spMkLst>
            <pc:docMk/>
            <pc:sldMk cId="0" sldId="259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3:40.922" v="211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4:08.688" v="224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3:31.548" v="199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3:46.563" v="215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3:40.938" v="212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8:32.014" v="254" actId="2057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3:31.548" v="203"/>
          <ac:spMkLst>
            <pc:docMk/>
            <pc:sldMk cId="0" sldId="259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8:42.279" v="259" actId="20577"/>
          <ac:spMkLst>
            <pc:docMk/>
            <pc:sldMk cId="0" sldId="259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3:40.954" v="213" actId="1076"/>
          <ac:spMkLst>
            <pc:docMk/>
            <pc:sldMk cId="0" sldId="259"/>
            <ac:spMk id="2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3:31.563" v="206"/>
          <ac:spMkLst>
            <pc:docMk/>
            <pc:sldMk cId="0" sldId="259"/>
            <ac:spMk id="2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3:31.563" v="207"/>
          <ac:spMkLst>
            <pc:docMk/>
            <pc:sldMk cId="0" sldId="259"/>
            <ac:spMk id="3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8:17.639" v="250" actId="20577"/>
          <ac:spMkLst>
            <pc:docMk/>
            <pc:sldMk cId="0" sldId="259"/>
            <ac:spMk id="3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3:40.969" v="214" actId="1076"/>
          <ac:spMkLst>
            <pc:docMk/>
            <pc:sldMk cId="0" sldId="259"/>
            <ac:spMk id="3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3:31.751" v="210"/>
          <ac:spMkLst>
            <pc:docMk/>
            <pc:sldMk cId="0" sldId="259"/>
            <ac:spMk id="3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48:10.452" v="247" actId="20577"/>
          <ac:spMkLst>
            <pc:docMk/>
            <pc:sldMk cId="0" sldId="259"/>
            <ac:spMk id="40" creationId="{00000000-0000-0000-0000-000000000000}"/>
          </ac:spMkLst>
        </pc:spChg>
      </pc:sldChg>
      <pc:sldChg chg="addSp delSp modSp">
        <pc:chgData name="Alfonso Balandra Antelis" userId="S::abala@tec.mx::28ba9e3f-8dae-4bf5-851d-5bb8a2fa86a5" providerId="AD" clId="Web-{00000000-0000-0000-0000-000000000000}" dt="2026-10-19T23:03:20.429" v="452" actId="1076"/>
        <pc:sldMkLst>
          <pc:docMk/>
          <pc:sldMk cId="0" sldId="260"/>
        </pc:sldMkLst>
        <pc:spChg chg="mod">
          <ac:chgData name="Alfonso Balandra Antelis" userId="S::abala@tec.mx::28ba9e3f-8dae-4bf5-851d-5bb8a2fa86a5" providerId="AD" clId="Web-{00000000-0000-0000-0000-000000000000}" dt="2026-10-19T22:51:06.091" v="378" actId="1076"/>
          <ac:spMkLst>
            <pc:docMk/>
            <pc:sldMk cId="0" sldId="260"/>
            <ac:spMk id="5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19T22:51:03.528" v="377"/>
          <ac:spMkLst>
            <pc:docMk/>
            <pc:sldMk cId="0" sldId="260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2:49:04.748" v="267"/>
          <ac:spMkLst>
            <pc:docMk/>
            <pc:sldMk cId="0" sldId="260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2:49:06.717" v="268"/>
          <ac:spMkLst>
            <pc:docMk/>
            <pc:sldMk cId="0" sldId="260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50:53.778" v="371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50:33.278" v="351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51:41.747" v="387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03:16.913" v="449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50:39.450" v="353" actId="2057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51:41.762" v="388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50:53.810" v="373" actId="1076"/>
          <ac:spMkLst>
            <pc:docMk/>
            <pc:sldMk cId="0" sldId="260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50:36.638" v="352" actId="20577"/>
          <ac:spMkLst>
            <pc:docMk/>
            <pc:sldMk cId="0" sldId="260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51:46.418" v="389" actId="107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50:53.825" v="374" actId="107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50:41.138" v="354" actId="20577"/>
          <ac:spMkLst>
            <pc:docMk/>
            <pc:sldMk cId="0" sldId="260"/>
            <ac:spMk id="3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2:51:46.434" v="390" actId="1076"/>
          <ac:spMkLst>
            <pc:docMk/>
            <pc:sldMk cId="0" sldId="260"/>
            <ac:spMk id="32" creationId="{00000000-0000-0000-0000-000000000000}"/>
          </ac:spMkLst>
        </pc:spChg>
        <pc:picChg chg="del">
          <ac:chgData name="Alfonso Balandra Antelis" userId="S::abala@tec.mx::28ba9e3f-8dae-4bf5-851d-5bb8a2fa86a5" providerId="AD" clId="Web-{00000000-0000-0000-0000-000000000000}" dt="2026-10-19T22:51:49.403" v="391"/>
          <ac:picMkLst>
            <pc:docMk/>
            <pc:sldMk cId="0" sldId="260"/>
            <ac:picMk id="17" creationId="{00000000-0000-0000-0000-000000000000}"/>
          </ac:picMkLst>
        </pc:picChg>
        <pc:picChg chg="add mod">
          <ac:chgData name="Alfonso Balandra Antelis" userId="S::abala@tec.mx::28ba9e3f-8dae-4bf5-851d-5bb8a2fa86a5" providerId="AD" clId="Web-{00000000-0000-0000-0000-000000000000}" dt="2026-10-19T23:03:20.429" v="452" actId="1076"/>
          <ac:picMkLst>
            <pc:docMk/>
            <pc:sldMk cId="0" sldId="260"/>
            <ac:picMk id="33" creationId="{1970022A-03FA-64C6-5DF8-45ED3E385A14}"/>
          </ac:picMkLst>
        </pc:picChg>
      </pc:sldChg>
      <pc:sldChg chg="addSp delSp modSp">
        <pc:chgData name="Alfonso Balandra Antelis" userId="S::abala@tec.mx::28ba9e3f-8dae-4bf5-851d-5bb8a2fa86a5" providerId="AD" clId="Web-{00000000-0000-0000-0000-000000000000}" dt="2026-10-19T23:18:40.718" v="693" actId="1076"/>
        <pc:sldMkLst>
          <pc:docMk/>
          <pc:sldMk cId="0" sldId="261"/>
        </pc:sldMkLst>
        <pc:spChg chg="mod">
          <ac:chgData name="Alfonso Balandra Antelis" userId="S::abala@tec.mx::28ba9e3f-8dae-4bf5-851d-5bb8a2fa86a5" providerId="AD" clId="Web-{00000000-0000-0000-0000-000000000000}" dt="2026-10-19T23:18:25.124" v="683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18:25.140" v="684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18:32.077" v="687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04:49.022" v="520" actId="1076"/>
          <ac:spMkLst>
            <pc:docMk/>
            <pc:sldMk cId="0" sldId="261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3:15:55.735" v="652"/>
          <ac:spMkLst>
            <pc:docMk/>
            <pc:sldMk cId="0" sldId="261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3:16:10.719" v="653"/>
          <ac:spMkLst>
            <pc:docMk/>
            <pc:sldMk cId="0" sldId="261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18:40.671" v="688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18:40.687" v="690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18:40.702" v="691" actId="1076"/>
          <ac:spMkLst>
            <pc:docMk/>
            <pc:sldMk cId="0" sldId="261"/>
            <ac:spMk id="12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19T23:05:09.147" v="529"/>
          <ac:spMkLst>
            <pc:docMk/>
            <pc:sldMk cId="0" sldId="261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15:53.610" v="646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15:53.610" v="647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15:53.625" v="648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15:53.641" v="649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15:53.641" v="650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15:53.657" v="651" actId="1076"/>
          <ac:spMkLst>
            <pc:docMk/>
            <pc:sldMk cId="0" sldId="261"/>
            <ac:spMk id="20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3:05:52.771" v="551"/>
          <ac:spMkLst>
            <pc:docMk/>
            <pc:sldMk cId="0" sldId="261"/>
            <ac:spMk id="21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19T23:05:52.771" v="550"/>
          <ac:spMkLst>
            <pc:docMk/>
            <pc:sldMk cId="0" sldId="261"/>
            <ac:spMk id="22" creationId="{00000000-0000-0000-0000-000000000000}"/>
          </ac:spMkLst>
        </pc:spChg>
        <pc:spChg chg="add mod">
          <ac:chgData name="Alfonso Balandra Antelis" userId="S::abala@tec.mx::28ba9e3f-8dae-4bf5-851d-5bb8a2fa86a5" providerId="AD" clId="Web-{00000000-0000-0000-0000-000000000000}" dt="2026-10-19T23:18:40.718" v="693" actId="1076"/>
          <ac:spMkLst>
            <pc:docMk/>
            <pc:sldMk cId="0" sldId="261"/>
            <ac:spMk id="24" creationId="{4244101C-81F5-3FD5-B445-036555C18933}"/>
          </ac:spMkLst>
        </pc:spChg>
        <pc:picChg chg="mod">
          <ac:chgData name="Alfonso Balandra Antelis" userId="S::abala@tec.mx::28ba9e3f-8dae-4bf5-851d-5bb8a2fa86a5" providerId="AD" clId="Web-{00000000-0000-0000-0000-000000000000}" dt="2026-10-19T23:18:40.687" v="689" actId="1076"/>
          <ac:picMkLst>
            <pc:docMk/>
            <pc:sldMk cId="0" sldId="261"/>
            <ac:picMk id="10" creationId="{00000000-0000-0000-0000-000000000000}"/>
          </ac:picMkLst>
        </pc:picChg>
        <pc:picChg chg="mod">
          <ac:chgData name="Alfonso Balandra Antelis" userId="S::abala@tec.mx::28ba9e3f-8dae-4bf5-851d-5bb8a2fa86a5" providerId="AD" clId="Web-{00000000-0000-0000-0000-000000000000}" dt="2026-10-19T23:18:40.718" v="692" actId="1076"/>
          <ac:picMkLst>
            <pc:docMk/>
            <pc:sldMk cId="0" sldId="261"/>
            <ac:picMk id="13" creationId="{00000000-0000-0000-0000-000000000000}"/>
          </ac:picMkLst>
        </pc:picChg>
        <pc:picChg chg="add del mod">
          <ac:chgData name="Alfonso Balandra Antelis" userId="S::abala@tec.mx::28ba9e3f-8dae-4bf5-851d-5bb8a2fa86a5" providerId="AD" clId="Web-{00000000-0000-0000-0000-000000000000}" dt="2026-10-19T23:04:55.412" v="522"/>
          <ac:picMkLst>
            <pc:docMk/>
            <pc:sldMk cId="0" sldId="261"/>
            <ac:picMk id="23" creationId="{DEFA7D9B-DF24-F662-3D18-B4B69BBDEBBC}"/>
          </ac:picMkLst>
        </pc:picChg>
      </pc:sldChg>
      <pc:sldChg chg="addSp delSp modSp">
        <pc:chgData name="Alfonso Balandra Antelis" userId="S::abala@tec.mx::28ba9e3f-8dae-4bf5-851d-5bb8a2fa86a5" providerId="AD" clId="Web-{00000000-0000-0000-0000-000000000000}" dt="2026-10-19T23:27:42.465" v="860" actId="14100"/>
        <pc:sldMkLst>
          <pc:docMk/>
          <pc:sldMk cId="0" sldId="262"/>
        </pc:sldMkLst>
        <pc:spChg chg="mod">
          <ac:chgData name="Alfonso Balandra Antelis" userId="S::abala@tec.mx::28ba9e3f-8dae-4bf5-851d-5bb8a2fa86a5" providerId="AD" clId="Web-{00000000-0000-0000-0000-000000000000}" dt="2026-10-19T23:20:15.110" v="708" actId="14100"/>
          <ac:spMkLst>
            <pc:docMk/>
            <pc:sldMk cId="0" sldId="262"/>
            <ac:spMk id="5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19T23:18:12.281" v="681"/>
          <ac:spMkLst>
            <pc:docMk/>
            <pc:sldMk cId="0" sldId="262"/>
            <ac:spMk id="6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19T23:16:52.141" v="660"/>
          <ac:spMkLst>
            <pc:docMk/>
            <pc:sldMk cId="0" sldId="262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3:17:02.641" v="661"/>
          <ac:spMkLst>
            <pc:docMk/>
            <pc:sldMk cId="0" sldId="262"/>
            <ac:spMk id="8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3:21:08.672" v="728"/>
          <ac:spMkLst>
            <pc:docMk/>
            <pc:sldMk cId="0" sldId="262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26:28.560" v="818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26:32.153" v="820" actId="14100"/>
          <ac:spMkLst>
            <pc:docMk/>
            <pc:sldMk cId="0" sldId="262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26:44.481" v="823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27:42.465" v="860" actId="14100"/>
          <ac:spMkLst>
            <pc:docMk/>
            <pc:sldMk cId="0" sldId="262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26:39.544" v="822"/>
          <ac:spMkLst>
            <pc:docMk/>
            <pc:sldMk cId="0" sldId="262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27:17.294" v="838" actId="20577"/>
          <ac:spMkLst>
            <pc:docMk/>
            <pc:sldMk cId="0" sldId="262"/>
            <ac:spMk id="16" creationId="{00000000-0000-0000-0000-000000000000}"/>
          </ac:spMkLst>
        </pc:spChg>
        <pc:spChg chg="del mod topLvl">
          <ac:chgData name="Alfonso Balandra Antelis" userId="S::abala@tec.mx::28ba9e3f-8dae-4bf5-851d-5bb8a2fa86a5" providerId="AD" clId="Web-{00000000-0000-0000-0000-000000000000}" dt="2026-10-19T23:22:27.781" v="754"/>
          <ac:spMkLst>
            <pc:docMk/>
            <pc:sldMk cId="0" sldId="262"/>
            <ac:spMk id="1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3:20:24.250" v="712"/>
          <ac:spMkLst>
            <pc:docMk/>
            <pc:sldMk cId="0" sldId="262"/>
            <ac:spMk id="19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3:21:08.672" v="727"/>
          <ac:spMkLst>
            <pc:docMk/>
            <pc:sldMk cId="0" sldId="262"/>
            <ac:spMk id="20" creationId="{00000000-0000-0000-0000-000000000000}"/>
          </ac:spMkLst>
        </pc:spChg>
        <pc:grpChg chg="add del mod">
          <ac:chgData name="Alfonso Balandra Antelis" userId="S::abala@tec.mx::28ba9e3f-8dae-4bf5-851d-5bb8a2fa86a5" providerId="AD" clId="Web-{00000000-0000-0000-0000-000000000000}" dt="2026-10-19T23:22:27.781" v="754"/>
          <ac:grpSpMkLst>
            <pc:docMk/>
            <pc:sldMk cId="0" sldId="262"/>
            <ac:grpSpMk id="23" creationId="{4802FE5E-BBE4-E130-5609-FFE0D51E2DF2}"/>
          </ac:grpSpMkLst>
        </pc:grpChg>
        <pc:picChg chg="mod">
          <ac:chgData name="Alfonso Balandra Antelis" userId="S::abala@tec.mx::28ba9e3f-8dae-4bf5-851d-5bb8a2fa86a5" providerId="AD" clId="Web-{00000000-0000-0000-0000-000000000000}" dt="2026-10-19T23:21:29.515" v="738" actId="1076"/>
          <ac:picMkLst>
            <pc:docMk/>
            <pc:sldMk cId="0" sldId="262"/>
            <ac:picMk id="2" creationId="{00000000-0000-0000-0000-000000000000}"/>
          </ac:picMkLst>
        </pc:picChg>
        <pc:picChg chg="del">
          <ac:chgData name="Alfonso Balandra Antelis" userId="S::abala@tec.mx::28ba9e3f-8dae-4bf5-851d-5bb8a2fa86a5" providerId="AD" clId="Web-{00000000-0000-0000-0000-000000000000}" dt="2026-10-19T23:18:51.140" v="698"/>
          <ac:picMkLst>
            <pc:docMk/>
            <pc:sldMk cId="0" sldId="262"/>
            <ac:picMk id="9" creationId="{00000000-0000-0000-0000-000000000000}"/>
          </ac:picMkLst>
        </pc:picChg>
        <pc:picChg chg="del">
          <ac:chgData name="Alfonso Balandra Antelis" userId="S::abala@tec.mx::28ba9e3f-8dae-4bf5-851d-5bb8a2fa86a5" providerId="AD" clId="Web-{00000000-0000-0000-0000-000000000000}" dt="2026-10-19T23:20:22.360" v="711"/>
          <ac:picMkLst>
            <pc:docMk/>
            <pc:sldMk cId="0" sldId="262"/>
            <ac:picMk id="18" creationId="{00000000-0000-0000-0000-000000000000}"/>
          </ac:picMkLst>
        </pc:picChg>
        <pc:picChg chg="add del mod topLvl modCrop">
          <ac:chgData name="Alfonso Balandra Antelis" userId="S::abala@tec.mx::28ba9e3f-8dae-4bf5-851d-5bb8a2fa86a5" providerId="AD" clId="Web-{00000000-0000-0000-0000-000000000000}" dt="2026-10-19T23:22:32.077" v="758"/>
          <ac:picMkLst>
            <pc:docMk/>
            <pc:sldMk cId="0" sldId="262"/>
            <ac:picMk id="21" creationId="{07633844-0352-8D1B-954D-9AC2FD9259DF}"/>
          </ac:picMkLst>
        </pc:picChg>
        <pc:picChg chg="add mod">
          <ac:chgData name="Alfonso Balandra Antelis" userId="S::abala@tec.mx::28ba9e3f-8dae-4bf5-851d-5bb8a2fa86a5" providerId="AD" clId="Web-{00000000-0000-0000-0000-000000000000}" dt="2026-10-19T23:22:25.077" v="753" actId="1076"/>
          <ac:picMkLst>
            <pc:docMk/>
            <pc:sldMk cId="0" sldId="262"/>
            <ac:picMk id="22" creationId="{E00BC14B-26AA-BF10-7D10-FEDA80B1A6F2}"/>
          </ac:picMkLst>
        </pc:picChg>
        <pc:picChg chg="add mod">
          <ac:chgData name="Alfonso Balandra Antelis" userId="S::abala@tec.mx::28ba9e3f-8dae-4bf5-851d-5bb8a2fa86a5" providerId="AD" clId="Web-{00000000-0000-0000-0000-000000000000}" dt="2026-10-19T23:22:21.093" v="751" actId="1076"/>
          <ac:picMkLst>
            <pc:docMk/>
            <pc:sldMk cId="0" sldId="262"/>
            <ac:picMk id="24" creationId="{C457BDDB-FC74-C2BF-2DEE-C1AB78FFE76B}"/>
          </ac:picMkLst>
        </pc:picChg>
        <pc:picChg chg="add mod">
          <ac:chgData name="Alfonso Balandra Antelis" userId="S::abala@tec.mx::28ba9e3f-8dae-4bf5-851d-5bb8a2fa86a5" providerId="AD" clId="Web-{00000000-0000-0000-0000-000000000000}" dt="2026-10-19T23:23:00.140" v="764" actId="1076"/>
          <ac:picMkLst>
            <pc:docMk/>
            <pc:sldMk cId="0" sldId="262"/>
            <ac:picMk id="25" creationId="{59C398E0-4825-FE73-EFDF-EBABC4417C78}"/>
          </ac:picMkLst>
        </pc:picChg>
      </pc:sldChg>
      <pc:sldChg chg="addSp delSp modSp">
        <pc:chgData name="Alfonso Balandra Antelis" userId="S::abala@tec.mx::28ba9e3f-8dae-4bf5-851d-5bb8a2fa86a5" providerId="AD" clId="Web-{00000000-0000-0000-0000-000000000000}" dt="2026-10-19T23:33:01.588" v="965" actId="20577"/>
        <pc:sldMkLst>
          <pc:docMk/>
          <pc:sldMk cId="0" sldId="263"/>
        </pc:sldMkLst>
        <pc:spChg chg="mod">
          <ac:chgData name="Alfonso Balandra Antelis" userId="S::abala@tec.mx::28ba9e3f-8dae-4bf5-851d-5bb8a2fa86a5" providerId="AD" clId="Web-{00000000-0000-0000-0000-000000000000}" dt="2026-10-19T23:30:10.542" v="884" actId="20577"/>
          <ac:spMkLst>
            <pc:docMk/>
            <pc:sldMk cId="0" sldId="263"/>
            <ac:spMk id="5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19T23:30:25.776" v="892"/>
          <ac:spMkLst>
            <pc:docMk/>
            <pc:sldMk cId="0" sldId="263"/>
            <ac:spMk id="6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19T23:28:42.543" v="862"/>
          <ac:spMkLst>
            <pc:docMk/>
            <pc:sldMk cId="0" sldId="263"/>
            <ac:spMk id="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31:44.010" v="918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31:45.916" v="920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33:01.588" v="965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32:45.650" v="959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32:42.853" v="956" actId="107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32:42.869" v="957" actId="1076"/>
          <ac:spMkLst>
            <pc:docMk/>
            <pc:sldMk cId="0" sldId="263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29:10.418" v="868" actId="14100"/>
          <ac:spMkLst>
            <pc:docMk/>
            <pc:sldMk cId="0" sldId="263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29:13.418" v="869" actId="107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19T23:32:39.166" v="955" actId="1076"/>
          <ac:spMkLst>
            <pc:docMk/>
            <pc:sldMk cId="0" sldId="263"/>
            <ac:spMk id="19" creationId="{00000000-0000-0000-0000-000000000000}"/>
          </ac:spMkLst>
        </pc:spChg>
        <pc:grpChg chg="add mod">
          <ac:chgData name="Alfonso Balandra Antelis" userId="S::abala@tec.mx::28ba9e3f-8dae-4bf5-851d-5bb8a2fa86a5" providerId="AD" clId="Web-{00000000-0000-0000-0000-000000000000}" dt="2026-10-19T23:29:52.605" v="882" actId="1076"/>
          <ac:grpSpMkLst>
            <pc:docMk/>
            <pc:sldMk cId="0" sldId="263"/>
            <ac:grpSpMk id="20" creationId="{89D3CC8B-33E0-6F52-B5BA-06101F28C34A}"/>
          </ac:grpSpMkLst>
        </pc:grpChg>
        <pc:picChg chg="mod">
          <ac:chgData name="Alfonso Balandra Antelis" userId="S::abala@tec.mx::28ba9e3f-8dae-4bf5-851d-5bb8a2fa86a5" providerId="AD" clId="Web-{00000000-0000-0000-0000-000000000000}" dt="2026-10-19T23:29:46.089" v="881" actId="1076"/>
          <ac:picMkLst>
            <pc:docMk/>
            <pc:sldMk cId="0" sldId="263"/>
            <ac:picMk id="16" creationId="{00000000-0000-0000-0000-000000000000}"/>
          </ac:picMkLst>
        </pc:picChg>
      </pc:sldChg>
      <pc:sldChg chg="addSp delSp modSp">
        <pc:chgData name="Alfonso Balandra Antelis" userId="S::abala@tec.mx::28ba9e3f-8dae-4bf5-851d-5bb8a2fa86a5" providerId="AD" clId="Web-{00000000-0000-0000-0000-000000000000}" dt="2026-10-20T14:50:21.285" v="1597" actId="20577"/>
        <pc:sldMkLst>
          <pc:docMk/>
          <pc:sldMk cId="0" sldId="264"/>
        </pc:sldMkLst>
        <pc:spChg chg="mod">
          <ac:chgData name="Alfonso Balandra Antelis" userId="S::abala@tec.mx::28ba9e3f-8dae-4bf5-851d-5bb8a2fa86a5" providerId="AD" clId="Web-{00000000-0000-0000-0000-000000000000}" dt="2026-10-19T23:33:33.384" v="967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50:21.285" v="1597" actId="20577"/>
          <ac:spMkLst>
            <pc:docMk/>
            <pc:sldMk cId="0" sldId="264"/>
            <ac:spMk id="12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3:33:55.384" v="971"/>
          <ac:spMkLst>
            <pc:docMk/>
            <pc:sldMk cId="0" sldId="264"/>
            <ac:spMk id="1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3:33:57.040" v="972"/>
          <ac:spMkLst>
            <pc:docMk/>
            <pc:sldMk cId="0" sldId="264"/>
            <ac:spMk id="14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3:33:59.040" v="973"/>
          <ac:spMkLst>
            <pc:docMk/>
            <pc:sldMk cId="0" sldId="264"/>
            <ac:spMk id="15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3:33:55.384" v="970"/>
          <ac:spMkLst>
            <pc:docMk/>
            <pc:sldMk cId="0" sldId="264"/>
            <ac:spMk id="1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3:34:01.212" v="974"/>
          <ac:spMkLst>
            <pc:docMk/>
            <pc:sldMk cId="0" sldId="264"/>
            <ac:spMk id="1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3:33:55.384" v="969"/>
          <ac:spMkLst>
            <pc:docMk/>
            <pc:sldMk cId="0" sldId="264"/>
            <ac:spMk id="18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19T23:34:12.493" v="978" actId="1076"/>
          <ac:picMkLst>
            <pc:docMk/>
            <pc:sldMk cId="0" sldId="264"/>
            <ac:picMk id="5" creationId="{00000000-0000-0000-0000-000000000000}"/>
          </ac:picMkLst>
        </pc:picChg>
        <pc:picChg chg="mod">
          <ac:chgData name="Alfonso Balandra Antelis" userId="S::abala@tec.mx::28ba9e3f-8dae-4bf5-851d-5bb8a2fa86a5" providerId="AD" clId="Web-{00000000-0000-0000-0000-000000000000}" dt="2026-10-19T23:34:05.806" v="976" actId="1076"/>
          <ac:picMkLst>
            <pc:docMk/>
            <pc:sldMk cId="0" sldId="264"/>
            <ac:picMk id="6" creationId="{00000000-0000-0000-0000-000000000000}"/>
          </ac:picMkLst>
        </pc:picChg>
        <pc:picChg chg="mod">
          <ac:chgData name="Alfonso Balandra Antelis" userId="S::abala@tec.mx::28ba9e3f-8dae-4bf5-851d-5bb8a2fa86a5" providerId="AD" clId="Web-{00000000-0000-0000-0000-000000000000}" dt="2026-10-19T23:34:07.509" v="977" actId="1076"/>
          <ac:picMkLst>
            <pc:docMk/>
            <pc:sldMk cId="0" sldId="264"/>
            <ac:picMk id="7" creationId="{00000000-0000-0000-0000-000000000000}"/>
          </ac:picMkLst>
        </pc:picChg>
        <pc:picChg chg="add mod">
          <ac:chgData name="Alfonso Balandra Antelis" userId="S::abala@tec.mx::28ba9e3f-8dae-4bf5-851d-5bb8a2fa86a5" providerId="AD" clId="Web-{00000000-0000-0000-0000-000000000000}" dt="2026-10-20T14:21:21.009" v="996" actId="1076"/>
          <ac:picMkLst>
            <pc:docMk/>
            <pc:sldMk cId="0" sldId="264"/>
            <ac:picMk id="14" creationId="{3B5EBC9C-F22E-DB16-DE7A-7CC65659DD3D}"/>
          </ac:picMkLst>
        </pc:picChg>
        <pc:picChg chg="add mod">
          <ac:chgData name="Alfonso Balandra Antelis" userId="S::abala@tec.mx::28ba9e3f-8dae-4bf5-851d-5bb8a2fa86a5" providerId="AD" clId="Web-{00000000-0000-0000-0000-000000000000}" dt="2026-10-19T23:34:18.634" v="982" actId="1076"/>
          <ac:picMkLst>
            <pc:docMk/>
            <pc:sldMk cId="0" sldId="264"/>
            <ac:picMk id="19" creationId="{8C838AF3-68B1-1BC8-0F4A-BDCC7EE2E023}"/>
          </ac:picMkLst>
        </pc:picChg>
      </pc:sldChg>
      <pc:sldChg chg="delSp modSp">
        <pc:chgData name="Alfonso Balandra Antelis" userId="S::abala@tec.mx::28ba9e3f-8dae-4bf5-851d-5bb8a2fa86a5" providerId="AD" clId="Web-{00000000-0000-0000-0000-000000000000}" dt="2026-10-20T14:36:45.016" v="1407" actId="1076"/>
        <pc:sldMkLst>
          <pc:docMk/>
          <pc:sldMk cId="0" sldId="265"/>
        </pc:sldMkLst>
        <pc:spChg chg="mod">
          <ac:chgData name="Alfonso Balandra Antelis" userId="S::abala@tec.mx::28ba9e3f-8dae-4bf5-851d-5bb8a2fa86a5" providerId="AD" clId="Web-{00000000-0000-0000-0000-000000000000}" dt="2026-10-20T14:29:43.765" v="1203" actId="1076"/>
          <ac:spMkLst>
            <pc:docMk/>
            <pc:sldMk cId="0" sldId="265"/>
            <ac:spMk id="6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4:29:32.108" v="1201"/>
          <ac:spMkLst>
            <pc:docMk/>
            <pc:sldMk cId="0" sldId="265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3:34:24.056" v="983"/>
          <ac:spMkLst>
            <pc:docMk/>
            <pc:sldMk cId="0" sldId="265"/>
            <ac:spMk id="8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19T23:34:26.665" v="984"/>
          <ac:spMkLst>
            <pc:docMk/>
            <pc:sldMk cId="0" sldId="265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6:37.703" v="1406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6:45.016" v="1407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6:26.672" v="1383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6:26.750" v="1384" actId="107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6:26.797" v="1385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6:26.859" v="1386" actId="107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6:26.906" v="1387" actId="107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6:26.969" v="1388" actId="107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6:27.031" v="1389" actId="107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6:27.109" v="1390" actId="107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6:27.141" v="1391" actId="1076"/>
          <ac:spMkLst>
            <pc:docMk/>
            <pc:sldMk cId="0" sldId="265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6:27.219" v="1392" actId="1076"/>
          <ac:spMkLst>
            <pc:docMk/>
            <pc:sldMk cId="0" sldId="265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6:27.312" v="1393" actId="1076"/>
          <ac:spMkLst>
            <pc:docMk/>
            <pc:sldMk cId="0" sldId="265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6:27.422" v="1394" actId="1076"/>
          <ac:spMkLst>
            <pc:docMk/>
            <pc:sldMk cId="0" sldId="265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6:27.531" v="1395" actId="1076"/>
          <ac:spMkLst>
            <pc:docMk/>
            <pc:sldMk cId="0" sldId="265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6:27.625" v="1396" actId="1076"/>
          <ac:spMkLst>
            <pc:docMk/>
            <pc:sldMk cId="0" sldId="265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6:27.687" v="1397" actId="1076"/>
          <ac:spMkLst>
            <pc:docMk/>
            <pc:sldMk cId="0" sldId="265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6:27.812" v="1398" actId="1076"/>
          <ac:spMkLst>
            <pc:docMk/>
            <pc:sldMk cId="0" sldId="265"/>
            <ac:spMk id="2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6:27.953" v="1399" actId="1076"/>
          <ac:spMkLst>
            <pc:docMk/>
            <pc:sldMk cId="0" sldId="265"/>
            <ac:spMk id="2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6:28.031" v="1400" actId="1076"/>
          <ac:spMkLst>
            <pc:docMk/>
            <pc:sldMk cId="0" sldId="265"/>
            <ac:spMk id="2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6:28.141" v="1401" actId="1076"/>
          <ac:spMkLst>
            <pc:docMk/>
            <pc:sldMk cId="0" sldId="265"/>
            <ac:spMk id="3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6:28.250" v="1402" actId="1076"/>
          <ac:spMkLst>
            <pc:docMk/>
            <pc:sldMk cId="0" sldId="265"/>
            <ac:spMk id="3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3:33.477" v="1273" actId="1076"/>
          <ac:spMkLst>
            <pc:docMk/>
            <pc:sldMk cId="0" sldId="265"/>
            <ac:spMk id="32" creationId="{00000000-0000-0000-0000-000000000000}"/>
          </ac:spMkLst>
        </pc:spChg>
      </pc:sldChg>
      <pc:sldChg chg="delSp modSp">
        <pc:chgData name="Alfonso Balandra Antelis" userId="S::abala@tec.mx::28ba9e3f-8dae-4bf5-851d-5bb8a2fa86a5" providerId="AD" clId="Web-{00000000-0000-0000-0000-000000000000}" dt="2026-10-20T14:33:05.023" v="1255" actId="14100"/>
        <pc:sldMkLst>
          <pc:docMk/>
          <pc:sldMk cId="0" sldId="266"/>
        </pc:sldMkLst>
        <pc:spChg chg="mod">
          <ac:chgData name="Alfonso Balandra Antelis" userId="S::abala@tec.mx::28ba9e3f-8dae-4bf5-851d-5bb8a2fa86a5" providerId="AD" clId="Web-{00000000-0000-0000-0000-000000000000}" dt="2026-10-20T14:33:00.210" v="1253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3:05.023" v="1255" actId="14100"/>
          <ac:spMkLst>
            <pc:docMk/>
            <pc:sldMk cId="0" sldId="266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4:22:52.294" v="1007"/>
          <ac:spMkLst>
            <pc:docMk/>
            <pc:sldMk cId="0" sldId="266"/>
            <ac:spMk id="8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4:22:54.701" v="1008"/>
          <ac:spMkLst>
            <pc:docMk/>
            <pc:sldMk cId="0" sldId="266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25:17.113" v="1067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25:10.300" v="1064"/>
          <ac:spMkLst>
            <pc:docMk/>
            <pc:sldMk cId="0" sldId="266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28:43.918" v="1194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28:52.012" v="1197" actId="107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25:18.050" v="1068" actId="107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25:10.300" v="1065"/>
          <ac:spMkLst>
            <pc:docMk/>
            <pc:sldMk cId="0" sldId="266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28:43.965" v="1195" actId="107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28:52.122" v="1198" actId="107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25:26.301" v="1071" actId="20577"/>
          <ac:spMkLst>
            <pc:docMk/>
            <pc:sldMk cId="0" sldId="266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25:10.347" v="1066"/>
          <ac:spMkLst>
            <pc:docMk/>
            <pc:sldMk cId="0" sldId="266"/>
            <ac:spMk id="2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28:44.012" v="1196" actId="1076"/>
          <ac:spMkLst>
            <pc:docMk/>
            <pc:sldMk cId="0" sldId="266"/>
            <ac:spMk id="2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28:52.294" v="1199" actId="1076"/>
          <ac:spMkLst>
            <pc:docMk/>
            <pc:sldMk cId="0" sldId="266"/>
            <ac:spMk id="2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27:45.603" v="1149" actId="20577"/>
          <ac:spMkLst>
            <pc:docMk/>
            <pc:sldMk cId="0" sldId="266"/>
            <ac:spMk id="3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2:03.036" v="1238" actId="1076"/>
          <ac:spMkLst>
            <pc:docMk/>
            <pc:sldMk cId="0" sldId="266"/>
            <ac:spMk id="3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2:03.083" v="1239" actId="1076"/>
          <ac:spMkLst>
            <pc:docMk/>
            <pc:sldMk cId="0" sldId="266"/>
            <ac:spMk id="3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2:03.114" v="1240" actId="1076"/>
          <ac:spMkLst>
            <pc:docMk/>
            <pc:sldMk cId="0" sldId="266"/>
            <ac:spMk id="3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2:03.161" v="1241" actId="1076"/>
          <ac:spMkLst>
            <pc:docMk/>
            <pc:sldMk cId="0" sldId="266"/>
            <ac:spMk id="3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2:03.192" v="1242" actId="1076"/>
          <ac:spMkLst>
            <pc:docMk/>
            <pc:sldMk cId="0" sldId="266"/>
            <ac:spMk id="3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32:50.007" v="1252" actId="1076"/>
          <ac:spMkLst>
            <pc:docMk/>
            <pc:sldMk cId="0" sldId="266"/>
            <ac:spMk id="37" creationId="{00000000-0000-0000-0000-000000000000}"/>
          </ac:spMkLst>
        </pc:spChg>
      </pc:sldChg>
      <pc:sldChg chg="addSp delSp modSp">
        <pc:chgData name="Alfonso Balandra Antelis" userId="S::abala@tec.mx::28ba9e3f-8dae-4bf5-851d-5bb8a2fa86a5" providerId="AD" clId="Web-{00000000-0000-0000-0000-000000000000}" dt="2026-10-20T14:44:24.441" v="1569" actId="20577"/>
        <pc:sldMkLst>
          <pc:docMk/>
          <pc:sldMk cId="0" sldId="267"/>
        </pc:sldMkLst>
        <pc:spChg chg="mod">
          <ac:chgData name="Alfonso Balandra Antelis" userId="S::abala@tec.mx::28ba9e3f-8dae-4bf5-851d-5bb8a2fa86a5" providerId="AD" clId="Web-{00000000-0000-0000-0000-000000000000}" dt="2026-10-20T14:41:10.715" v="1450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40:59.668" v="1449" actId="20577"/>
          <ac:spMkLst>
            <pc:docMk/>
            <pc:sldMk cId="0" sldId="267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4:33:08.351" v="1256"/>
          <ac:spMkLst>
            <pc:docMk/>
            <pc:sldMk cId="0" sldId="267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4:33:10.523" v="1257"/>
          <ac:spMkLst>
            <pc:docMk/>
            <pc:sldMk cId="0" sldId="267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41:18.403" v="1451"/>
          <ac:spMkLst>
            <pc:docMk/>
            <pc:sldMk cId="0" sldId="267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41:33.357" v="1460" actId="107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41:52.654" v="1467" actId="107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44:01.097" v="1554" actId="20577"/>
          <ac:spMkLst>
            <pc:docMk/>
            <pc:sldMk cId="0" sldId="267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41:18.403" v="1452"/>
          <ac:spMkLst>
            <pc:docMk/>
            <pc:sldMk cId="0" sldId="267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41:33.372" v="1461" actId="1076"/>
          <ac:spMkLst>
            <pc:docMk/>
            <pc:sldMk cId="0" sldId="267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41:52.670" v="1468" actId="1076"/>
          <ac:spMkLst>
            <pc:docMk/>
            <pc:sldMk cId="0" sldId="267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43:56.331" v="1553" actId="20577"/>
          <ac:spMkLst>
            <pc:docMk/>
            <pc:sldMk cId="0" sldId="267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41:18.434" v="1453"/>
          <ac:spMkLst>
            <pc:docMk/>
            <pc:sldMk cId="0" sldId="267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41:33.388" v="1462" actId="1076"/>
          <ac:spMkLst>
            <pc:docMk/>
            <pc:sldMk cId="0" sldId="267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41:52.685" v="1469" actId="1076"/>
          <ac:spMkLst>
            <pc:docMk/>
            <pc:sldMk cId="0" sldId="267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44:24.441" v="1569" actId="20577"/>
          <ac:spMkLst>
            <pc:docMk/>
            <pc:sldMk cId="0" sldId="267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44:08.722" v="1555" actId="1076"/>
          <ac:spMkLst>
            <pc:docMk/>
            <pc:sldMk cId="0" sldId="267"/>
            <ac:spMk id="30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0T14:40:07.587" v="1415" actId="1076"/>
          <ac:picMkLst>
            <pc:docMk/>
            <pc:sldMk cId="0" sldId="267"/>
            <ac:picMk id="27" creationId="{00000000-0000-0000-0000-000000000000}"/>
          </ac:picMkLst>
        </pc:picChg>
        <pc:picChg chg="mod">
          <ac:chgData name="Alfonso Balandra Antelis" userId="S::abala@tec.mx::28ba9e3f-8dae-4bf5-851d-5bb8a2fa86a5" providerId="AD" clId="Web-{00000000-0000-0000-0000-000000000000}" dt="2026-10-20T14:40:05.556" v="1414" actId="1076"/>
          <ac:picMkLst>
            <pc:docMk/>
            <pc:sldMk cId="0" sldId="267"/>
            <ac:picMk id="28" creationId="{00000000-0000-0000-0000-000000000000}"/>
          </ac:picMkLst>
        </pc:picChg>
        <pc:picChg chg="add mod">
          <ac:chgData name="Alfonso Balandra Antelis" userId="S::abala@tec.mx::28ba9e3f-8dae-4bf5-851d-5bb8a2fa86a5" providerId="AD" clId="Web-{00000000-0000-0000-0000-000000000000}" dt="2026-10-20T14:40:21.682" v="1419" actId="1076"/>
          <ac:picMkLst>
            <pc:docMk/>
            <pc:sldMk cId="0" sldId="267"/>
            <ac:picMk id="32" creationId="{9072D934-4417-3523-F681-731B43482F19}"/>
          </ac:picMkLst>
        </pc:picChg>
        <pc:picChg chg="add mod">
          <ac:chgData name="Alfonso Balandra Antelis" userId="S::abala@tec.mx::28ba9e3f-8dae-4bf5-851d-5bb8a2fa86a5" providerId="AD" clId="Web-{00000000-0000-0000-0000-000000000000}" dt="2026-10-20T14:40:37.385" v="1423" actId="1076"/>
          <ac:picMkLst>
            <pc:docMk/>
            <pc:sldMk cId="0" sldId="267"/>
            <ac:picMk id="34" creationId="{78C527E1-2B13-6163-55F8-0BEC0C2B5357}"/>
          </ac:picMkLst>
        </pc:picChg>
      </pc:sldChg>
      <pc:sldChg chg="delSp modSp">
        <pc:chgData name="Alfonso Balandra Antelis" userId="S::abala@tec.mx::28ba9e3f-8dae-4bf5-851d-5bb8a2fa86a5" providerId="AD" clId="Web-{00000000-0000-0000-0000-000000000000}" dt="2026-10-20T15:00:23.263" v="1765" actId="20577"/>
        <pc:sldMkLst>
          <pc:docMk/>
          <pc:sldMk cId="0" sldId="268"/>
        </pc:sldMkLst>
        <pc:spChg chg="mod">
          <ac:chgData name="Alfonso Balandra Antelis" userId="S::abala@tec.mx::28ba9e3f-8dae-4bf5-851d-5bb8a2fa86a5" providerId="AD" clId="Web-{00000000-0000-0000-0000-000000000000}" dt="2026-10-20T14:44:57.521" v="1578" actId="1076"/>
          <ac:spMkLst>
            <pc:docMk/>
            <pc:sldMk cId="0" sldId="268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50:37.567" v="1598" actId="20577"/>
          <ac:spMkLst>
            <pc:docMk/>
            <pc:sldMk cId="0" sldId="268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4:51:52.257" v="1620"/>
          <ac:spMkLst>
            <pc:docMk/>
            <pc:sldMk cId="0" sldId="268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4:51:54.788" v="1621"/>
          <ac:spMkLst>
            <pc:docMk/>
            <pc:sldMk cId="0" sldId="268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50:49.598" v="1599"/>
          <ac:spMkLst>
            <pc:docMk/>
            <pc:sldMk cId="0" sldId="268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52:00.648" v="1622" actId="107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50:49.598" v="1600"/>
          <ac:spMkLst>
            <pc:docMk/>
            <pc:sldMk cId="0" sldId="268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52:00.664" v="1623" actId="1076"/>
          <ac:spMkLst>
            <pc:docMk/>
            <pc:sldMk cId="0" sldId="268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50:49.645" v="1601"/>
          <ac:spMkLst>
            <pc:docMk/>
            <pc:sldMk cId="0" sldId="268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52:00.695" v="1624" actId="1076"/>
          <ac:spMkLst>
            <pc:docMk/>
            <pc:sldMk cId="0" sldId="268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58:54.712" v="1654" actId="20577"/>
          <ac:spMkLst>
            <pc:docMk/>
            <pc:sldMk cId="0" sldId="268"/>
            <ac:spMk id="2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57:35.490" v="1637"/>
          <ac:spMkLst>
            <pc:docMk/>
            <pc:sldMk cId="0" sldId="268"/>
            <ac:spMk id="3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00:23.263" v="1765" actId="20577"/>
          <ac:spMkLst>
            <pc:docMk/>
            <pc:sldMk cId="0" sldId="268"/>
            <ac:spMk id="3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57:35.537" v="1638"/>
          <ac:spMkLst>
            <pc:docMk/>
            <pc:sldMk cId="0" sldId="268"/>
            <ac:spMk id="3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4:58:02.288" v="1647" actId="1076"/>
          <ac:spMkLst>
            <pc:docMk/>
            <pc:sldMk cId="0" sldId="268"/>
            <ac:spMk id="35" creationId="{00000000-0000-0000-0000-000000000000}"/>
          </ac:spMkLst>
        </pc:spChg>
        <pc:cxnChg chg="mod">
          <ac:chgData name="Alfonso Balandra Antelis" userId="S::abala@tec.mx::28ba9e3f-8dae-4bf5-851d-5bb8a2fa86a5" providerId="AD" clId="Web-{00000000-0000-0000-0000-000000000000}" dt="2026-10-20T14:57:07.177" v="1631" actId="14100"/>
          <ac:cxnSpMkLst>
            <pc:docMk/>
            <pc:sldMk cId="0" sldId="268"/>
            <ac:cxnSpMk id="26" creationId="{00000000-0000-0000-0000-000000000000}"/>
          </ac:cxnSpMkLst>
        </pc:cxnChg>
        <pc:cxnChg chg="mod">
          <ac:chgData name="Alfonso Balandra Antelis" userId="S::abala@tec.mx::28ba9e3f-8dae-4bf5-851d-5bb8a2fa86a5" providerId="AD" clId="Web-{00000000-0000-0000-0000-000000000000}" dt="2026-10-20T14:56:41.222" v="1628" actId="1076"/>
          <ac:cxnSpMkLst>
            <pc:docMk/>
            <pc:sldMk cId="0" sldId="268"/>
            <ac:cxnSpMk id="27" creationId="{00000000-0000-0000-0000-000000000000}"/>
          </ac:cxnSpMkLst>
        </pc:cxnChg>
        <pc:cxnChg chg="mod">
          <ac:chgData name="Alfonso Balandra Antelis" userId="S::abala@tec.mx::28ba9e3f-8dae-4bf5-851d-5bb8a2fa86a5" providerId="AD" clId="Web-{00000000-0000-0000-0000-000000000000}" dt="2026-10-20T14:57:02.770" v="1630" actId="14100"/>
          <ac:cxnSpMkLst>
            <pc:docMk/>
            <pc:sldMk cId="0" sldId="268"/>
            <ac:cxnSpMk id="28" creationId="{00000000-0000-0000-0000-000000000000}"/>
          </ac:cxnSpMkLst>
        </pc:cxnChg>
      </pc:sldChg>
      <pc:sldChg chg="delSp modSp">
        <pc:chgData name="Alfonso Balandra Antelis" userId="S::abala@tec.mx::28ba9e3f-8dae-4bf5-851d-5bb8a2fa86a5" providerId="AD" clId="Web-{00000000-0000-0000-0000-000000000000}" dt="2026-10-20T15:09:49.630" v="1853" actId="1076"/>
        <pc:sldMkLst>
          <pc:docMk/>
          <pc:sldMk cId="0" sldId="269"/>
        </pc:sldMkLst>
        <pc:spChg chg="mod">
          <ac:chgData name="Alfonso Balandra Antelis" userId="S::abala@tec.mx::28ba9e3f-8dae-4bf5-851d-5bb8a2fa86a5" providerId="AD" clId="Web-{00000000-0000-0000-0000-000000000000}" dt="2026-10-20T15:07:32.125" v="1774" actId="20577"/>
          <ac:spMkLst>
            <pc:docMk/>
            <pc:sldMk cId="0" sldId="269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08:35.033" v="1823" actId="14100"/>
          <ac:spMkLst>
            <pc:docMk/>
            <pc:sldMk cId="0" sldId="269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5:07:12.530" v="1768"/>
          <ac:spMkLst>
            <pc:docMk/>
            <pc:sldMk cId="0" sldId="269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5:07:17.718" v="1769"/>
          <ac:spMkLst>
            <pc:docMk/>
            <pc:sldMk cId="0" sldId="269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08:04.016" v="1799" actId="107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08:44.346" v="1828"/>
          <ac:spMkLst>
            <pc:docMk/>
            <pc:sldMk cId="0" sldId="269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09:13.004" v="1840" actId="107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08:44.346" v="1829"/>
          <ac:spMkLst>
            <pc:docMk/>
            <pc:sldMk cId="0" sldId="269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09:13.066" v="1841" actId="1076"/>
          <ac:spMkLst>
            <pc:docMk/>
            <pc:sldMk cId="0" sldId="269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08:44.346" v="1830"/>
          <ac:spMkLst>
            <pc:docMk/>
            <pc:sldMk cId="0" sldId="269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09:13.113" v="1842" actId="1076"/>
          <ac:spMkLst>
            <pc:docMk/>
            <pc:sldMk cId="0" sldId="269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08:44.456" v="1831"/>
          <ac:spMkLst>
            <pc:docMk/>
            <pc:sldMk cId="0" sldId="269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09:13.144" v="1843" actId="107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09:49.630" v="1853" actId="1076"/>
          <ac:spMkLst>
            <pc:docMk/>
            <pc:sldMk cId="0" sldId="269"/>
            <ac:spMk id="21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5:09:26.864" v="1845"/>
          <ac:spMkLst>
            <pc:docMk/>
            <pc:sldMk cId="0" sldId="269"/>
            <ac:spMk id="22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0T15:08:04.001" v="1798" actId="1076"/>
          <ac:picMkLst>
            <pc:docMk/>
            <pc:sldMk cId="0" sldId="269"/>
            <ac:picMk id="9" creationId="{00000000-0000-0000-0000-000000000000}"/>
          </ac:picMkLst>
        </pc:picChg>
      </pc:sldChg>
      <pc:sldChg chg="addSp delSp modSp">
        <pc:chgData name="Alfonso Balandra Antelis" userId="S::abala@tec.mx::28ba9e3f-8dae-4bf5-851d-5bb8a2fa86a5" providerId="AD" clId="Web-{00000000-0000-0000-0000-000000000000}" dt="2026-10-20T15:22:34.021" v="1896" actId="1076"/>
        <pc:sldMkLst>
          <pc:docMk/>
          <pc:sldMk cId="0" sldId="270"/>
        </pc:sldMkLst>
        <pc:spChg chg="del">
          <ac:chgData name="Alfonso Balandra Antelis" userId="S::abala@tec.mx::28ba9e3f-8dae-4bf5-851d-5bb8a2fa86a5" providerId="AD" clId="Web-{00000000-0000-0000-0000-000000000000}" dt="2026-10-20T14:21:48.198" v="1002"/>
          <ac:spMkLst>
            <pc:docMk/>
            <pc:sldMk cId="0" sldId="270"/>
            <ac:spMk id="14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4:21:49.995" v="1003"/>
          <ac:spMkLst>
            <pc:docMk/>
            <pc:sldMk cId="0" sldId="270"/>
            <ac:spMk id="15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4:21:51.901" v="1004"/>
          <ac:spMkLst>
            <pc:docMk/>
            <pc:sldMk cId="0" sldId="270"/>
            <ac:spMk id="17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0T15:22:34.021" v="1896" actId="1076"/>
          <ac:picMkLst>
            <pc:docMk/>
            <pc:sldMk cId="0" sldId="270"/>
            <ac:picMk id="3" creationId="{00000000-0000-0000-0000-000000000000}"/>
          </ac:picMkLst>
        </pc:picChg>
        <pc:picChg chg="mod">
          <ac:chgData name="Alfonso Balandra Antelis" userId="S::abala@tec.mx::28ba9e3f-8dae-4bf5-851d-5bb8a2fa86a5" providerId="AD" clId="Web-{00000000-0000-0000-0000-000000000000}" dt="2026-10-20T14:21:44.354" v="1000" actId="1076"/>
          <ac:picMkLst>
            <pc:docMk/>
            <pc:sldMk cId="0" sldId="270"/>
            <ac:picMk id="7" creationId="{00000000-0000-0000-0000-000000000000}"/>
          </ac:picMkLst>
        </pc:picChg>
        <pc:picChg chg="add mod">
          <ac:chgData name="Alfonso Balandra Antelis" userId="S::abala@tec.mx::28ba9e3f-8dae-4bf5-851d-5bb8a2fa86a5" providerId="AD" clId="Web-{00000000-0000-0000-0000-000000000000}" dt="2026-10-20T14:21:46.354" v="1001" actId="1076"/>
          <ac:picMkLst>
            <pc:docMk/>
            <pc:sldMk cId="0" sldId="270"/>
            <ac:picMk id="16" creationId="{49253908-5B89-3BA3-31BD-400A400043F5}"/>
          </ac:picMkLst>
        </pc:picChg>
      </pc:sldChg>
      <pc:sldChg chg="addSp delSp modSp">
        <pc:chgData name="Alfonso Balandra Antelis" userId="S::abala@tec.mx::28ba9e3f-8dae-4bf5-851d-5bb8a2fa86a5" providerId="AD" clId="Web-{00000000-0000-0000-0000-000000000000}" dt="2026-10-20T15:26:42.516" v="1996" actId="20577"/>
        <pc:sldMkLst>
          <pc:docMk/>
          <pc:sldMk cId="0" sldId="271"/>
        </pc:sldMkLst>
        <pc:spChg chg="mod">
          <ac:chgData name="Alfonso Balandra Antelis" userId="S::abala@tec.mx::28ba9e3f-8dae-4bf5-851d-5bb8a2fa86a5" providerId="AD" clId="Web-{00000000-0000-0000-0000-000000000000}" dt="2026-10-20T15:26:03.530" v="1983" actId="20577"/>
          <ac:spMkLst>
            <pc:docMk/>
            <pc:sldMk cId="0" sldId="271"/>
            <ac:spMk id="5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5:25:56.358" v="1980"/>
          <ac:spMkLst>
            <pc:docMk/>
            <pc:sldMk cId="0" sldId="271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4:21:55.526" v="1005"/>
          <ac:spMkLst>
            <pc:docMk/>
            <pc:sldMk cId="0" sldId="271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4:21:57.964" v="1006"/>
          <ac:spMkLst>
            <pc:docMk/>
            <pc:sldMk cId="0" sldId="271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3:30.446" v="1929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4:08.494" v="1945"/>
          <ac:spMkLst>
            <pc:docMk/>
            <pc:sldMk cId="0" sldId="271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6:07.983" v="1984" actId="1076"/>
          <ac:spMkLst>
            <pc:docMk/>
            <pc:sldMk cId="0" sldId="271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3:30.477" v="1930" actId="1076"/>
          <ac:spMkLst>
            <pc:docMk/>
            <pc:sldMk cId="0" sldId="271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4:08.494" v="1946"/>
          <ac:spMkLst>
            <pc:docMk/>
            <pc:sldMk cId="0" sldId="271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6:10.702" v="1985" actId="1076"/>
          <ac:spMkLst>
            <pc:docMk/>
            <pc:sldMk cId="0" sldId="271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3:30.493" v="1931" actId="1076"/>
          <ac:spMkLst>
            <pc:docMk/>
            <pc:sldMk cId="0" sldId="271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4:08.494" v="1947"/>
          <ac:spMkLst>
            <pc:docMk/>
            <pc:sldMk cId="0" sldId="271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6:16.124" v="1986" actId="1076"/>
          <ac:spMkLst>
            <pc:docMk/>
            <pc:sldMk cId="0" sldId="271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3:30.524" v="1932" actId="1076"/>
          <ac:spMkLst>
            <pc:docMk/>
            <pc:sldMk cId="0" sldId="271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6:36.469" v="1993" actId="20577"/>
          <ac:spMkLst>
            <pc:docMk/>
            <pc:sldMk cId="0" sldId="271"/>
            <ac:spMk id="2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6:24.609" v="1987" actId="1076"/>
          <ac:spMkLst>
            <pc:docMk/>
            <pc:sldMk cId="0" sldId="271"/>
            <ac:spMk id="2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3:30.555" v="1933" actId="1076"/>
          <ac:spMkLst>
            <pc:docMk/>
            <pc:sldMk cId="0" sldId="271"/>
            <ac:spMk id="3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6:42.516" v="1996" actId="20577"/>
          <ac:spMkLst>
            <pc:docMk/>
            <pc:sldMk cId="0" sldId="271"/>
            <ac:spMk id="3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5:38.607" v="1973" actId="1076"/>
          <ac:spMkLst>
            <pc:docMk/>
            <pc:sldMk cId="0" sldId="271"/>
            <ac:spMk id="3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3:30.586" v="1934" actId="1076"/>
          <ac:spMkLst>
            <pc:docMk/>
            <pc:sldMk cId="0" sldId="271"/>
            <ac:spMk id="3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4:08.494" v="1950"/>
          <ac:spMkLst>
            <pc:docMk/>
            <pc:sldMk cId="0" sldId="271"/>
            <ac:spMk id="3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5:38.638" v="1974" actId="1076"/>
          <ac:spMkLst>
            <pc:docMk/>
            <pc:sldMk cId="0" sldId="271"/>
            <ac:spMk id="3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3:30.618" v="1935" actId="1076"/>
          <ac:spMkLst>
            <pc:docMk/>
            <pc:sldMk cId="0" sldId="271"/>
            <ac:spMk id="4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4:08.510" v="1951"/>
          <ac:spMkLst>
            <pc:docMk/>
            <pc:sldMk cId="0" sldId="271"/>
            <ac:spMk id="4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5:38.654" v="1975" actId="1076"/>
          <ac:spMkLst>
            <pc:docMk/>
            <pc:sldMk cId="0" sldId="271"/>
            <ac:spMk id="4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3:30.649" v="1936" actId="1076"/>
          <ac:spMkLst>
            <pc:docMk/>
            <pc:sldMk cId="0" sldId="271"/>
            <ac:spMk id="4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4:08.869" v="1952"/>
          <ac:spMkLst>
            <pc:docMk/>
            <pc:sldMk cId="0" sldId="271"/>
            <ac:spMk id="4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5:38.685" v="1976" actId="1076"/>
          <ac:spMkLst>
            <pc:docMk/>
            <pc:sldMk cId="0" sldId="271"/>
            <ac:spMk id="4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23:52.884" v="1944" actId="14100"/>
          <ac:spMkLst>
            <pc:docMk/>
            <pc:sldMk cId="0" sldId="271"/>
            <ac:spMk id="49" creationId="{00000000-0000-0000-0000-000000000000}"/>
          </ac:spMkLst>
        </pc:spChg>
        <pc:picChg chg="add del">
          <ac:chgData name="Alfonso Balandra Antelis" userId="S::abala@tec.mx::28ba9e3f-8dae-4bf5-851d-5bb8a2fa86a5" providerId="AD" clId="Web-{00000000-0000-0000-0000-000000000000}" dt="2026-10-20T15:25:52.092" v="1979"/>
          <ac:picMkLst>
            <pc:docMk/>
            <pc:sldMk cId="0" sldId="271"/>
            <ac:picMk id="2" creationId="{00000000-0000-0000-0000-000000000000}"/>
          </ac:picMkLst>
        </pc:picChg>
      </pc:sldChg>
      <pc:sldChg chg="addSp delSp modSp">
        <pc:chgData name="Alfonso Balandra Antelis" userId="S::abala@tec.mx::28ba9e3f-8dae-4bf5-851d-5bb8a2fa86a5" providerId="AD" clId="Web-{00000000-0000-0000-0000-000000000000}" dt="2026-10-20T15:33:20.127" v="2077" actId="20577"/>
        <pc:sldMkLst>
          <pc:docMk/>
          <pc:sldMk cId="0" sldId="272"/>
        </pc:sldMkLst>
        <pc:spChg chg="mod">
          <ac:chgData name="Alfonso Balandra Antelis" userId="S::abala@tec.mx::28ba9e3f-8dae-4bf5-851d-5bb8a2fa86a5" providerId="AD" clId="Web-{00000000-0000-0000-0000-000000000000}" dt="2026-10-20T15:33:20.127" v="2077" actId="20577"/>
          <ac:spMkLst>
            <pc:docMk/>
            <pc:sldMk cId="0" sldId="272"/>
            <ac:spMk id="5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5:33:10.235" v="2072"/>
          <ac:spMkLst>
            <pc:docMk/>
            <pc:sldMk cId="0" sldId="272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5:27:06.580" v="1998"/>
          <ac:spMkLst>
            <pc:docMk/>
            <pc:sldMk cId="0" sldId="272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5:27:07.611" v="1999"/>
          <ac:spMkLst>
            <pc:docMk/>
            <pc:sldMk cId="0" sldId="272"/>
            <ac:spMk id="8" creationId="{00000000-0000-0000-0000-000000000000}"/>
          </ac:spMkLst>
        </pc:spChg>
        <pc:spChg chg="ord">
          <ac:chgData name="Alfonso Balandra Antelis" userId="S::abala@tec.mx::28ba9e3f-8dae-4bf5-851d-5bb8a2fa86a5" providerId="AD" clId="Web-{00000000-0000-0000-0000-000000000000}" dt="2026-10-20T15:30:03.775" v="2038"/>
          <ac:spMkLst>
            <pc:docMk/>
            <pc:sldMk cId="0" sldId="272"/>
            <ac:spMk id="11" creationId="{00000000-0000-0000-0000-000000000000}"/>
          </ac:spMkLst>
        </pc:spChg>
        <pc:spChg chg="mod ord">
          <ac:chgData name="Alfonso Balandra Antelis" userId="S::abala@tec.mx::28ba9e3f-8dae-4bf5-851d-5bb8a2fa86a5" providerId="AD" clId="Web-{00000000-0000-0000-0000-000000000000}" dt="2026-10-20T15:30:16.916" v="2044"/>
          <ac:spMkLst>
            <pc:docMk/>
            <pc:sldMk cId="0" sldId="272"/>
            <ac:spMk id="12" creationId="{00000000-0000-0000-0000-000000000000}"/>
          </ac:spMkLst>
        </pc:spChg>
        <pc:spChg chg="mod ord">
          <ac:chgData name="Alfonso Balandra Antelis" userId="S::abala@tec.mx::28ba9e3f-8dae-4bf5-851d-5bb8a2fa86a5" providerId="AD" clId="Web-{00000000-0000-0000-0000-000000000000}" dt="2026-10-20T15:30:29.057" v="2049" actId="1076"/>
          <ac:spMkLst>
            <pc:docMk/>
            <pc:sldMk cId="0" sldId="272"/>
            <ac:spMk id="13" creationId="{00000000-0000-0000-0000-000000000000}"/>
          </ac:spMkLst>
        </pc:spChg>
        <pc:spChg chg="ord">
          <ac:chgData name="Alfonso Balandra Antelis" userId="S::abala@tec.mx::28ba9e3f-8dae-4bf5-851d-5bb8a2fa86a5" providerId="AD" clId="Web-{00000000-0000-0000-0000-000000000000}" dt="2026-10-20T15:32:36.031" v="2066"/>
          <ac:spMkLst>
            <pc:docMk/>
            <pc:sldMk cId="0" sldId="272"/>
            <ac:spMk id="16" creationId="{00000000-0000-0000-0000-000000000000}"/>
          </ac:spMkLst>
        </pc:spChg>
        <pc:spChg chg="mod ord">
          <ac:chgData name="Alfonso Balandra Antelis" userId="S::abala@tec.mx::28ba9e3f-8dae-4bf5-851d-5bb8a2fa86a5" providerId="AD" clId="Web-{00000000-0000-0000-0000-000000000000}" dt="2026-10-20T15:32:39.531" v="2067" actId="1076"/>
          <ac:spMkLst>
            <pc:docMk/>
            <pc:sldMk cId="0" sldId="272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32:06.764" v="2059" actId="1076"/>
          <ac:spMkLst>
            <pc:docMk/>
            <pc:sldMk cId="0" sldId="272"/>
            <ac:spMk id="18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5:27:02.970" v="1997"/>
          <ac:spMkLst>
            <pc:docMk/>
            <pc:sldMk cId="0" sldId="272"/>
            <ac:spMk id="19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0T15:29:44.336" v="2036" actId="1076"/>
          <ac:picMkLst>
            <pc:docMk/>
            <pc:sldMk cId="0" sldId="272"/>
            <ac:picMk id="2" creationId="{00000000-0000-0000-0000-000000000000}"/>
          </ac:picMkLst>
        </pc:picChg>
        <pc:picChg chg="del mod">
          <ac:chgData name="Alfonso Balandra Antelis" userId="S::abala@tec.mx::28ba9e3f-8dae-4bf5-851d-5bb8a2fa86a5" providerId="AD" clId="Web-{00000000-0000-0000-0000-000000000000}" dt="2026-10-20T15:28:16.332" v="2019"/>
          <ac:picMkLst>
            <pc:docMk/>
            <pc:sldMk cId="0" sldId="272"/>
            <ac:picMk id="10" creationId="{00000000-0000-0000-0000-000000000000}"/>
          </ac:picMkLst>
        </pc:picChg>
        <pc:picChg chg="del mod">
          <ac:chgData name="Alfonso Balandra Antelis" userId="S::abala@tec.mx::28ba9e3f-8dae-4bf5-851d-5bb8a2fa86a5" providerId="AD" clId="Web-{00000000-0000-0000-0000-000000000000}" dt="2026-10-20T15:28:17.786" v="2020"/>
          <ac:picMkLst>
            <pc:docMk/>
            <pc:sldMk cId="0" sldId="272"/>
            <ac:picMk id="15" creationId="{00000000-0000-0000-0000-000000000000}"/>
          </ac:picMkLst>
        </pc:picChg>
        <pc:picChg chg="add mod ord">
          <ac:chgData name="Alfonso Balandra Antelis" userId="S::abala@tec.mx::28ba9e3f-8dae-4bf5-851d-5bb8a2fa86a5" providerId="AD" clId="Web-{00000000-0000-0000-0000-000000000000}" dt="2026-10-20T15:30:35.198" v="2053" actId="1076"/>
          <ac:picMkLst>
            <pc:docMk/>
            <pc:sldMk cId="0" sldId="272"/>
            <ac:picMk id="20" creationId="{68E0C35E-288B-F672-0570-80CDC3324A5D}"/>
          </ac:picMkLst>
        </pc:picChg>
        <pc:picChg chg="add mod">
          <ac:chgData name="Alfonso Balandra Antelis" userId="S::abala@tec.mx::28ba9e3f-8dae-4bf5-851d-5bb8a2fa86a5" providerId="AD" clId="Web-{00000000-0000-0000-0000-000000000000}" dt="2026-10-20T15:32:45.313" v="2069" actId="14100"/>
          <ac:picMkLst>
            <pc:docMk/>
            <pc:sldMk cId="0" sldId="272"/>
            <ac:picMk id="21" creationId="{36A478EF-1CCA-E7D1-CC7F-687E5E404C5B}"/>
          </ac:picMkLst>
        </pc:picChg>
      </pc:sldChg>
      <pc:sldChg chg="addSp delSp modSp">
        <pc:chgData name="Alfonso Balandra Antelis" userId="S::abala@tec.mx::28ba9e3f-8dae-4bf5-851d-5bb8a2fa86a5" providerId="AD" clId="Web-{00000000-0000-0000-0000-000000000000}" dt="2026-10-20T15:43:12.510" v="2274" actId="1076"/>
        <pc:sldMkLst>
          <pc:docMk/>
          <pc:sldMk cId="0" sldId="273"/>
        </pc:sldMkLst>
        <pc:spChg chg="mod">
          <ac:chgData name="Alfonso Balandra Antelis" userId="S::abala@tec.mx::28ba9e3f-8dae-4bf5-851d-5bb8a2fa86a5" providerId="AD" clId="Web-{00000000-0000-0000-0000-000000000000}" dt="2026-10-20T15:40:24.222" v="2194" actId="14100"/>
          <ac:spMkLst>
            <pc:docMk/>
            <pc:sldMk cId="0" sldId="273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37:01.714" v="2153" actId="14100"/>
          <ac:spMkLst>
            <pc:docMk/>
            <pc:sldMk cId="0" sldId="273"/>
            <ac:spMk id="5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5:36:38.275" v="2138"/>
          <ac:spMkLst>
            <pc:docMk/>
            <pc:sldMk cId="0" sldId="273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5:32:53.954" v="2070"/>
          <ac:spMkLst>
            <pc:docMk/>
            <pc:sldMk cId="0" sldId="273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5:32:56.547" v="2071"/>
          <ac:spMkLst>
            <pc:docMk/>
            <pc:sldMk cId="0" sldId="273"/>
            <ac:spMk id="8" creationId="{00000000-0000-0000-0000-000000000000}"/>
          </ac:spMkLst>
        </pc:spChg>
        <pc:spChg chg="mod ord">
          <ac:chgData name="Alfonso Balandra Antelis" userId="S::abala@tec.mx::28ba9e3f-8dae-4bf5-851d-5bb8a2fa86a5" providerId="AD" clId="Web-{00000000-0000-0000-0000-000000000000}" dt="2026-10-20T15:41:15.349" v="2202" actId="1076"/>
          <ac:spMkLst>
            <pc:docMk/>
            <pc:sldMk cId="0" sldId="273"/>
            <ac:spMk id="10" creationId="{00000000-0000-0000-0000-000000000000}"/>
          </ac:spMkLst>
        </pc:spChg>
        <pc:spChg chg="add del mod ord">
          <ac:chgData name="Alfonso Balandra Antelis" userId="S::abala@tec.mx::28ba9e3f-8dae-4bf5-851d-5bb8a2fa86a5" providerId="AD" clId="Web-{00000000-0000-0000-0000-000000000000}" dt="2026-10-20T15:42:23.446" v="2231" actId="1076"/>
          <ac:spMkLst>
            <pc:docMk/>
            <pc:sldMk cId="0" sldId="273"/>
            <ac:spMk id="11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5:39:37.752" v="2179"/>
          <ac:spMkLst>
            <pc:docMk/>
            <pc:sldMk cId="0" sldId="273"/>
            <ac:spMk id="12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5:39:37.752" v="2178"/>
          <ac:spMkLst>
            <pc:docMk/>
            <pc:sldMk cId="0" sldId="273"/>
            <ac:spMk id="13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5:39:37.752" v="2177"/>
          <ac:spMkLst>
            <pc:docMk/>
            <pc:sldMk cId="0" sldId="273"/>
            <ac:spMk id="14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5:39:37.752" v="2176"/>
          <ac:spMkLst>
            <pc:docMk/>
            <pc:sldMk cId="0" sldId="273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3:09.026" v="2264" actId="1076"/>
          <ac:spMkLst>
            <pc:docMk/>
            <pc:sldMk cId="0" sldId="273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3:09.042" v="2265" actId="1076"/>
          <ac:spMkLst>
            <pc:docMk/>
            <pc:sldMk cId="0" sldId="273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3:09.057" v="2266" actId="1076"/>
          <ac:spMkLst>
            <pc:docMk/>
            <pc:sldMk cId="0" sldId="273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3:09.073" v="2267" actId="1076"/>
          <ac:spMkLst>
            <pc:docMk/>
            <pc:sldMk cId="0" sldId="273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3:09.104" v="2268" actId="1076"/>
          <ac:spMkLst>
            <pc:docMk/>
            <pc:sldMk cId="0" sldId="273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3:09.135" v="2269" actId="1076"/>
          <ac:spMkLst>
            <pc:docMk/>
            <pc:sldMk cId="0" sldId="273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3:09.167" v="2270" actId="1076"/>
          <ac:spMkLst>
            <pc:docMk/>
            <pc:sldMk cId="0" sldId="273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3:09.182" v="2271" actId="1076"/>
          <ac:spMkLst>
            <pc:docMk/>
            <pc:sldMk cId="0" sldId="273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3:09.198" v="2272" actId="1076"/>
          <ac:spMkLst>
            <pc:docMk/>
            <pc:sldMk cId="0" sldId="273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3:12.495" v="2273" actId="1076"/>
          <ac:spMkLst>
            <pc:docMk/>
            <pc:sldMk cId="0" sldId="273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3:12.510" v="2274" actId="1076"/>
          <ac:spMkLst>
            <pc:docMk/>
            <pc:sldMk cId="0" sldId="273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37:09.402" v="2155" actId="1076"/>
          <ac:spMkLst>
            <pc:docMk/>
            <pc:sldMk cId="0" sldId="273"/>
            <ac:spMk id="27" creationId="{00000000-0000-0000-0000-000000000000}"/>
          </ac:spMkLst>
        </pc:spChg>
        <pc:spChg chg="add del mod">
          <ac:chgData name="Alfonso Balandra Antelis" userId="S::abala@tec.mx::28ba9e3f-8dae-4bf5-851d-5bb8a2fa86a5" providerId="AD" clId="Web-{00000000-0000-0000-0000-000000000000}" dt="2026-10-20T15:40:48.332" v="2199"/>
          <ac:spMkLst>
            <pc:docMk/>
            <pc:sldMk cId="0" sldId="273"/>
            <ac:spMk id="29" creationId="{FC5545BC-7026-ACB4-F94D-43A460086A36}"/>
          </ac:spMkLst>
        </pc:spChg>
        <pc:spChg chg="add mod">
          <ac:chgData name="Alfonso Balandra Antelis" userId="S::abala@tec.mx::28ba9e3f-8dae-4bf5-851d-5bb8a2fa86a5" providerId="AD" clId="Web-{00000000-0000-0000-0000-000000000000}" dt="2026-10-20T15:41:27.037" v="2206" actId="1076"/>
          <ac:spMkLst>
            <pc:docMk/>
            <pc:sldMk cId="0" sldId="273"/>
            <ac:spMk id="30" creationId="{F5806737-477A-5976-7F99-1ADB04671CA5}"/>
          </ac:spMkLst>
        </pc:spChg>
        <pc:spChg chg="add mod">
          <ac:chgData name="Alfonso Balandra Antelis" userId="S::abala@tec.mx::28ba9e3f-8dae-4bf5-851d-5bb8a2fa86a5" providerId="AD" clId="Web-{00000000-0000-0000-0000-000000000000}" dt="2026-10-20T15:41:43.616" v="2214" actId="20577"/>
          <ac:spMkLst>
            <pc:docMk/>
            <pc:sldMk cId="0" sldId="273"/>
            <ac:spMk id="31" creationId="{868A6E22-AEE8-D0DA-FAF4-E3599B96CD5D}"/>
          </ac:spMkLst>
        </pc:spChg>
        <pc:spChg chg="add del">
          <ac:chgData name="Alfonso Balandra Antelis" userId="S::abala@tec.mx::28ba9e3f-8dae-4bf5-851d-5bb8a2fa86a5" providerId="AD" clId="Web-{00000000-0000-0000-0000-000000000000}" dt="2026-10-20T15:41:54.351" v="2218"/>
          <ac:spMkLst>
            <pc:docMk/>
            <pc:sldMk cId="0" sldId="273"/>
            <ac:spMk id="32" creationId="{9A22E458-E2D9-B272-50AD-EA6CCEFC8591}"/>
          </ac:spMkLst>
        </pc:spChg>
        <pc:spChg chg="add del">
          <ac:chgData name="Alfonso Balandra Antelis" userId="S::abala@tec.mx::28ba9e3f-8dae-4bf5-851d-5bb8a2fa86a5" providerId="AD" clId="Web-{00000000-0000-0000-0000-000000000000}" dt="2026-10-20T15:41:54.351" v="2217"/>
          <ac:spMkLst>
            <pc:docMk/>
            <pc:sldMk cId="0" sldId="273"/>
            <ac:spMk id="33" creationId="{A9FCB6B4-6454-79E5-62A8-B1216752087C}"/>
          </ac:spMkLst>
        </pc:spChg>
        <pc:spChg chg="add mod">
          <ac:chgData name="Alfonso Balandra Antelis" userId="S::abala@tec.mx::28ba9e3f-8dae-4bf5-851d-5bb8a2fa86a5" providerId="AD" clId="Web-{00000000-0000-0000-0000-000000000000}" dt="2026-10-20T15:42:00.617" v="2221" actId="1076"/>
          <ac:spMkLst>
            <pc:docMk/>
            <pc:sldMk cId="0" sldId="273"/>
            <ac:spMk id="34" creationId="{A4E2FD80-938F-6558-83C8-BA7BFEF0BC27}"/>
          </ac:spMkLst>
        </pc:spChg>
        <pc:spChg chg="add del mod">
          <ac:chgData name="Alfonso Balandra Antelis" userId="S::abala@tec.mx::28ba9e3f-8dae-4bf5-851d-5bb8a2fa86a5" providerId="AD" clId="Web-{00000000-0000-0000-0000-000000000000}" dt="2026-10-20T15:42:18.008" v="2228" actId="20577"/>
          <ac:spMkLst>
            <pc:docMk/>
            <pc:sldMk cId="0" sldId="273"/>
            <ac:spMk id="35" creationId="{7BF65651-CF66-C4C2-E63C-EDD27D19223E}"/>
          </ac:spMkLst>
        </pc:spChg>
        <pc:picChg chg="mod">
          <ac:chgData name="Alfonso Balandra Antelis" userId="S::abala@tec.mx::28ba9e3f-8dae-4bf5-851d-5bb8a2fa86a5" providerId="AD" clId="Web-{00000000-0000-0000-0000-000000000000}" dt="2026-10-20T15:43:06.166" v="2263" actId="1076"/>
          <ac:picMkLst>
            <pc:docMk/>
            <pc:sldMk cId="0" sldId="273"/>
            <ac:picMk id="2" creationId="{00000000-0000-0000-0000-000000000000}"/>
          </ac:picMkLst>
        </pc:picChg>
        <pc:picChg chg="del">
          <ac:chgData name="Alfonso Balandra Antelis" userId="S::abala@tec.mx::28ba9e3f-8dae-4bf5-851d-5bb8a2fa86a5" providerId="AD" clId="Web-{00000000-0000-0000-0000-000000000000}" dt="2026-10-20T15:33:30.596" v="2079"/>
          <ac:picMkLst>
            <pc:docMk/>
            <pc:sldMk cId="0" sldId="273"/>
            <ac:picMk id="9" creationId="{00000000-0000-0000-0000-000000000000}"/>
          </ac:picMkLst>
        </pc:picChg>
        <pc:picChg chg="add mod">
          <ac:chgData name="Alfonso Balandra Antelis" userId="S::abala@tec.mx::28ba9e3f-8dae-4bf5-851d-5bb8a2fa86a5" providerId="AD" clId="Web-{00000000-0000-0000-0000-000000000000}" dt="2026-10-20T15:36:36.103" v="2137" actId="1076"/>
          <ac:picMkLst>
            <pc:docMk/>
            <pc:sldMk cId="0" sldId="273"/>
            <ac:picMk id="28" creationId="{FF4FD6EA-F426-10A8-819C-F1F6C3746B77}"/>
          </ac:picMkLst>
        </pc:picChg>
      </pc:sldChg>
      <pc:sldChg chg="delSp modSp">
        <pc:chgData name="Alfonso Balandra Antelis" userId="S::abala@tec.mx::28ba9e3f-8dae-4bf5-851d-5bb8a2fa86a5" providerId="AD" clId="Web-{00000000-0000-0000-0000-000000000000}" dt="2026-10-20T16:25:55.883" v="2973"/>
        <pc:sldMkLst>
          <pc:docMk/>
          <pc:sldMk cId="0" sldId="274"/>
        </pc:sldMkLst>
        <pc:spChg chg="mod">
          <ac:chgData name="Alfonso Balandra Antelis" userId="S::abala@tec.mx::28ba9e3f-8dae-4bf5-851d-5bb8a2fa86a5" providerId="AD" clId="Web-{00000000-0000-0000-0000-000000000000}" dt="2026-10-20T16:24:33.114" v="2955" actId="20577"/>
          <ac:spMkLst>
            <pc:docMk/>
            <pc:sldMk cId="0" sldId="274"/>
            <ac:spMk id="5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6:24:29.410" v="2954"/>
          <ac:spMkLst>
            <pc:docMk/>
            <pc:sldMk cId="0" sldId="274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5:43:15.948" v="2275"/>
          <ac:spMkLst>
            <pc:docMk/>
            <pc:sldMk cId="0" sldId="274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5:43:18.901" v="2276"/>
          <ac:spMkLst>
            <pc:docMk/>
            <pc:sldMk cId="0" sldId="274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25:15.178" v="2960"/>
          <ac:spMkLst>
            <pc:docMk/>
            <pc:sldMk cId="0" sldId="274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4:46.999" v="2283" actId="14100"/>
          <ac:spMkLst>
            <pc:docMk/>
            <pc:sldMk cId="0" sldId="274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25:34.585" v="2964" actId="1076"/>
          <ac:spMkLst>
            <pc:docMk/>
            <pc:sldMk cId="0" sldId="274"/>
            <ac:spMk id="13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6:25:45.101" v="2968"/>
          <ac:spMkLst>
            <pc:docMk/>
            <pc:sldMk cId="0" sldId="274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25:15.178" v="2961"/>
          <ac:spMkLst>
            <pc:docMk/>
            <pc:sldMk cId="0" sldId="274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25:37.773" v="2965" actId="14100"/>
          <ac:spMkLst>
            <pc:docMk/>
            <pc:sldMk cId="0" sldId="274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25:41.382" v="2966" actId="1076"/>
          <ac:spMkLst>
            <pc:docMk/>
            <pc:sldMk cId="0" sldId="274"/>
            <ac:spMk id="19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6:25:49.664" v="2970"/>
          <ac:spMkLst>
            <pc:docMk/>
            <pc:sldMk cId="0" sldId="274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25:15.178" v="2962"/>
          <ac:spMkLst>
            <pc:docMk/>
            <pc:sldMk cId="0" sldId="274"/>
            <ac:spMk id="24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6:25:53.211" v="2972"/>
          <ac:spMkLst>
            <pc:docMk/>
            <pc:sldMk cId="0" sldId="274"/>
            <ac:spMk id="2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25:15.256" v="2963"/>
          <ac:spMkLst>
            <pc:docMk/>
            <pc:sldMk cId="0" sldId="274"/>
            <ac:spMk id="30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5:55.883" v="2973"/>
          <ac:spMkLst>
            <pc:docMk/>
            <pc:sldMk cId="0" sldId="274"/>
            <ac:spMk id="3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24:03.987" v="2908" actId="1076"/>
          <ac:spMkLst>
            <pc:docMk/>
            <pc:sldMk cId="0" sldId="274"/>
            <ac:spMk id="34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0T15:43:51.137" v="2281" actId="1076"/>
          <ac:picMkLst>
            <pc:docMk/>
            <pc:sldMk cId="0" sldId="274"/>
            <ac:picMk id="2" creationId="{00000000-0000-0000-0000-000000000000}"/>
          </ac:picMkLst>
        </pc:picChg>
        <pc:picChg chg="del">
          <ac:chgData name="Alfonso Balandra Antelis" userId="S::abala@tec.mx::28ba9e3f-8dae-4bf5-851d-5bb8a2fa86a5" providerId="AD" clId="Web-{00000000-0000-0000-0000-000000000000}" dt="2026-10-20T15:44:35.717" v="2282"/>
          <ac:picMkLst>
            <pc:docMk/>
            <pc:sldMk cId="0" sldId="274"/>
            <ac:picMk id="10" creationId="{00000000-0000-0000-0000-000000000000}"/>
          </ac:picMkLst>
        </pc:picChg>
      </pc:sldChg>
      <pc:sldChg chg="addSp delSp modSp">
        <pc:chgData name="Alfonso Balandra Antelis" userId="S::abala@tec.mx::28ba9e3f-8dae-4bf5-851d-5bb8a2fa86a5" providerId="AD" clId="Web-{00000000-0000-0000-0000-000000000000}" dt="2026-10-20T16:15:03.465" v="2824"/>
        <pc:sldMkLst>
          <pc:docMk/>
          <pc:sldMk cId="0" sldId="275"/>
        </pc:sldMkLst>
        <pc:spChg chg="mod">
          <ac:chgData name="Alfonso Balandra Antelis" userId="S::abala@tec.mx::28ba9e3f-8dae-4bf5-851d-5bb8a2fa86a5" providerId="AD" clId="Web-{00000000-0000-0000-0000-000000000000}" dt="2026-10-20T16:14:37.214" v="2814" actId="1076"/>
          <ac:spMkLst>
            <pc:docMk/>
            <pc:sldMk cId="0" sldId="275"/>
            <ac:spMk id="5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6:14:34.182" v="2813"/>
          <ac:spMkLst>
            <pc:docMk/>
            <pc:sldMk cId="0" sldId="275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5:58:55.018" v="2435"/>
          <ac:spMkLst>
            <pc:docMk/>
            <pc:sldMk cId="0" sldId="275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5:58:57.159" v="2436"/>
          <ac:spMkLst>
            <pc:docMk/>
            <pc:sldMk cId="0" sldId="275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10:34.594" v="2565" actId="20577"/>
          <ac:spMkLst>
            <pc:docMk/>
            <pc:sldMk cId="0" sldId="275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09:16.622" v="2528" actId="1076"/>
          <ac:spMkLst>
            <pc:docMk/>
            <pc:sldMk cId="0" sldId="275"/>
            <ac:spMk id="12" creationId="{00000000-0000-0000-0000-000000000000}"/>
          </ac:spMkLst>
        </pc:spChg>
        <pc:graphicFrameChg chg="mod modGraphic">
          <ac:chgData name="Alfonso Balandra Antelis" userId="S::abala@tec.mx::28ba9e3f-8dae-4bf5-851d-5bb8a2fa86a5" providerId="AD" clId="Web-{00000000-0000-0000-0000-000000000000}" dt="2026-10-20T16:15:03.465" v="2824"/>
          <ac:graphicFrameMkLst>
            <pc:docMk/>
            <pc:sldMk cId="0" sldId="275"/>
            <ac:graphicFrameMk id="9" creationId="{00000000-0000-0000-0000-000000000000}"/>
          </ac:graphicFrameMkLst>
        </pc:graphicFrameChg>
        <pc:picChg chg="del">
          <ac:chgData name="Alfonso Balandra Antelis" userId="S::abala@tec.mx::28ba9e3f-8dae-4bf5-851d-5bb8a2fa86a5" providerId="AD" clId="Web-{00000000-0000-0000-0000-000000000000}" dt="2026-10-20T16:09:29.607" v="2532"/>
          <ac:picMkLst>
            <pc:docMk/>
            <pc:sldMk cId="0" sldId="275"/>
            <ac:picMk id="10" creationId="{00000000-0000-0000-0000-000000000000}"/>
          </ac:picMkLst>
        </pc:picChg>
        <pc:picChg chg="add mod">
          <ac:chgData name="Alfonso Balandra Antelis" userId="S::abala@tec.mx::28ba9e3f-8dae-4bf5-851d-5bb8a2fa86a5" providerId="AD" clId="Web-{00000000-0000-0000-0000-000000000000}" dt="2026-10-20T16:10:23.578" v="2553" actId="1076"/>
          <ac:picMkLst>
            <pc:docMk/>
            <pc:sldMk cId="0" sldId="275"/>
            <ac:picMk id="13" creationId="{B5A4BB98-67A6-7E4E-E184-68C1E3FD2D15}"/>
          </ac:picMkLst>
        </pc:picChg>
      </pc:sldChg>
      <pc:sldChg chg="delSp modSp">
        <pc:chgData name="Alfonso Balandra Antelis" userId="S::abala@tec.mx::28ba9e3f-8dae-4bf5-851d-5bb8a2fa86a5" providerId="AD" clId="Web-{00000000-0000-0000-0000-000000000000}" dt="2026-10-20T16:00:32.382" v="2453"/>
        <pc:sldMkLst>
          <pc:docMk/>
          <pc:sldMk cId="0" sldId="276"/>
        </pc:sldMkLst>
        <pc:spChg chg="mod">
          <ac:chgData name="Alfonso Balandra Antelis" userId="S::abala@tec.mx::28ba9e3f-8dae-4bf5-851d-5bb8a2fa86a5" providerId="AD" clId="Web-{00000000-0000-0000-0000-000000000000}" dt="2026-10-20T15:59:18.191" v="2437" actId="20577"/>
          <ac:spMkLst>
            <pc:docMk/>
            <pc:sldMk cId="0" sldId="276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59:59.099" v="2446" actId="20577"/>
          <ac:spMkLst>
            <pc:docMk/>
            <pc:sldMk cId="0" sldId="276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00:32.366" v="2452"/>
          <ac:spMkLst>
            <pc:docMk/>
            <pc:sldMk cId="0" sldId="276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00:32.382" v="2453"/>
          <ac:spMkLst>
            <pc:docMk/>
            <pc:sldMk cId="0" sldId="276"/>
            <ac:spMk id="1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6:00:08.115" v="2449"/>
          <ac:spMkLst>
            <pc:docMk/>
            <pc:sldMk cId="0" sldId="276"/>
            <ac:spMk id="1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6:00:08.115" v="2448"/>
          <ac:spMkLst>
            <pc:docMk/>
            <pc:sldMk cId="0" sldId="276"/>
            <ac:spMk id="18" creationId="{00000000-0000-0000-0000-000000000000}"/>
          </ac:spMkLst>
        </pc:spChg>
        <pc:picChg chg="mod">
          <ac:chgData name="Alfonso Balandra Antelis" userId="S::abala@tec.mx::28ba9e3f-8dae-4bf5-851d-5bb8a2fa86a5" providerId="AD" clId="Web-{00000000-0000-0000-0000-000000000000}" dt="2026-10-20T16:00:00.443" v="2447" actId="1076"/>
          <ac:picMkLst>
            <pc:docMk/>
            <pc:sldMk cId="0" sldId="276"/>
            <ac:picMk id="5" creationId="{00000000-0000-0000-0000-000000000000}"/>
          </ac:picMkLst>
        </pc:picChg>
        <pc:picChg chg="mod">
          <ac:chgData name="Alfonso Balandra Antelis" userId="S::abala@tec.mx::28ba9e3f-8dae-4bf5-851d-5bb8a2fa86a5" providerId="AD" clId="Web-{00000000-0000-0000-0000-000000000000}" dt="2026-10-20T15:59:37.504" v="2440" actId="1076"/>
          <ac:picMkLst>
            <pc:docMk/>
            <pc:sldMk cId="0" sldId="276"/>
            <ac:picMk id="6" creationId="{00000000-0000-0000-0000-000000000000}"/>
          </ac:picMkLst>
        </pc:picChg>
        <pc:picChg chg="mod">
          <ac:chgData name="Alfonso Balandra Antelis" userId="S::abala@tec.mx::28ba9e3f-8dae-4bf5-851d-5bb8a2fa86a5" providerId="AD" clId="Web-{00000000-0000-0000-0000-000000000000}" dt="2026-10-20T15:59:39.067" v="2441" actId="1076"/>
          <ac:picMkLst>
            <pc:docMk/>
            <pc:sldMk cId="0" sldId="276"/>
            <ac:picMk id="7" creationId="{00000000-0000-0000-0000-000000000000}"/>
          </ac:picMkLst>
        </pc:picChg>
      </pc:sldChg>
      <pc:sldChg chg="delSp modSp">
        <pc:chgData name="Alfonso Balandra Antelis" userId="S::abala@tec.mx::28ba9e3f-8dae-4bf5-851d-5bb8a2fa86a5" providerId="AD" clId="Web-{00000000-0000-0000-0000-000000000000}" dt="2026-10-20T16:03:17.123" v="2506" actId="1076"/>
        <pc:sldMkLst>
          <pc:docMk/>
          <pc:sldMk cId="0" sldId="277"/>
        </pc:sldMkLst>
        <pc:spChg chg="mod">
          <ac:chgData name="Alfonso Balandra Antelis" userId="S::abala@tec.mx::28ba9e3f-8dae-4bf5-851d-5bb8a2fa86a5" providerId="AD" clId="Web-{00000000-0000-0000-0000-000000000000}" dt="2026-10-20T16:00:56.211" v="2458" actId="20577"/>
          <ac:spMkLst>
            <pc:docMk/>
            <pc:sldMk cId="0" sldId="277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01:07.414" v="2461" actId="20577"/>
          <ac:spMkLst>
            <pc:docMk/>
            <pc:sldMk cId="0" sldId="277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6:00:14.709" v="2450"/>
          <ac:spMkLst>
            <pc:docMk/>
            <pc:sldMk cId="0" sldId="277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6:00:20.303" v="2451"/>
          <ac:spMkLst>
            <pc:docMk/>
            <pc:sldMk cId="0" sldId="277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01:13.352" v="2462" actId="1076"/>
          <ac:spMkLst>
            <pc:docMk/>
            <pc:sldMk cId="0" sldId="277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01:26.697" v="2464" actId="1076"/>
          <ac:spMkLst>
            <pc:docMk/>
            <pc:sldMk cId="0" sldId="277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02:55.810" v="2504" actId="1076"/>
          <ac:spMkLst>
            <pc:docMk/>
            <pc:sldMk cId="0" sldId="277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01:45.932" v="2469"/>
          <ac:spMkLst>
            <pc:docMk/>
            <pc:sldMk cId="0" sldId="277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02:25.027" v="2494" actId="1076"/>
          <ac:spMkLst>
            <pc:docMk/>
            <pc:sldMk cId="0" sldId="277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01:45.932" v="2470"/>
          <ac:spMkLst>
            <pc:docMk/>
            <pc:sldMk cId="0" sldId="277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02:25.043" v="2495" actId="1076"/>
          <ac:spMkLst>
            <pc:docMk/>
            <pc:sldMk cId="0" sldId="277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01:45.932" v="2471"/>
          <ac:spMkLst>
            <pc:docMk/>
            <pc:sldMk cId="0" sldId="277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02:25.058" v="2496" actId="1076"/>
          <ac:spMkLst>
            <pc:docMk/>
            <pc:sldMk cId="0" sldId="277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01:46.010" v="2472"/>
          <ac:spMkLst>
            <pc:docMk/>
            <pc:sldMk cId="0" sldId="277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02:25.074" v="2497" actId="1076"/>
          <ac:spMkLst>
            <pc:docMk/>
            <pc:sldMk cId="0" sldId="277"/>
            <ac:spMk id="2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01:56.073" v="2473"/>
          <ac:spMkLst>
            <pc:docMk/>
            <pc:sldMk cId="0" sldId="277"/>
            <ac:spMk id="3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03:17.123" v="2506" actId="1076"/>
          <ac:spMkLst>
            <pc:docMk/>
            <pc:sldMk cId="0" sldId="277"/>
            <ac:spMk id="3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00:50.445" v="2457" actId="1076"/>
          <ac:spMkLst>
            <pc:docMk/>
            <pc:sldMk cId="0" sldId="277"/>
            <ac:spMk id="34" creationId="{00000000-0000-0000-0000-000000000000}"/>
          </ac:spMkLst>
        </pc:spChg>
      </pc:sldChg>
      <pc:sldChg chg="addSp delSp modSp">
        <pc:chgData name="Alfonso Balandra Antelis" userId="S::abala@tec.mx::28ba9e3f-8dae-4bf5-851d-5bb8a2fa86a5" providerId="AD" clId="Web-{00000000-0000-0000-0000-000000000000}" dt="2026-10-20T16:30:51.973" v="3081" actId="14100"/>
        <pc:sldMkLst>
          <pc:docMk/>
          <pc:sldMk cId="0" sldId="278"/>
        </pc:sldMkLst>
        <pc:spChg chg="mod">
          <ac:chgData name="Alfonso Balandra Antelis" userId="S::abala@tec.mx::28ba9e3f-8dae-4bf5-851d-5bb8a2fa86a5" providerId="AD" clId="Web-{00000000-0000-0000-0000-000000000000}" dt="2026-10-20T15:58:48.002" v="2434" actId="1076"/>
          <ac:spMkLst>
            <pc:docMk/>
            <pc:sldMk cId="0" sldId="278"/>
            <ac:spMk id="5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5:49:56.246" v="2378"/>
          <ac:spMkLst>
            <pc:docMk/>
            <pc:sldMk cId="0" sldId="278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5:49:49.480" v="2377"/>
          <ac:spMkLst>
            <pc:docMk/>
            <pc:sldMk cId="0" sldId="278"/>
            <ac:spMk id="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58:36.643" v="2431"/>
          <ac:spMkLst>
            <pc:docMk/>
            <pc:sldMk cId="0" sldId="278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26:17.087" v="2977" actId="20577"/>
          <ac:spMkLst>
            <pc:docMk/>
            <pc:sldMk cId="0" sldId="278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54:06.006" v="2405"/>
          <ac:spMkLst>
            <pc:docMk/>
            <pc:sldMk cId="0" sldId="278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55:48.026" v="2430"/>
          <ac:spMkLst>
            <pc:docMk/>
            <pc:sldMk cId="0" sldId="278"/>
            <ac:spMk id="15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9:02.437" v="3074"/>
          <ac:spMkLst>
            <pc:docMk/>
            <pc:sldMk cId="0" sldId="278"/>
            <ac:spMk id="1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9:04.281" v="3075"/>
          <ac:spMkLst>
            <pc:docMk/>
            <pc:sldMk cId="0" sldId="278"/>
            <ac:spMk id="17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6:29:02.437" v="3073"/>
          <ac:spMkLst>
            <pc:docMk/>
            <pc:sldMk cId="0" sldId="278"/>
            <ac:spMk id="18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6:29:02.437" v="3072"/>
          <ac:spMkLst>
            <pc:docMk/>
            <pc:sldMk cId="0" sldId="278"/>
            <ac:spMk id="19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6:29:02.437" v="3071"/>
          <ac:spMkLst>
            <pc:docMk/>
            <pc:sldMk cId="0" sldId="278"/>
            <ac:spMk id="20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9:02.437" v="3070"/>
          <ac:spMkLst>
            <pc:docMk/>
            <pc:sldMk cId="0" sldId="278"/>
            <ac:spMk id="21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6:29:02.437" v="3069"/>
          <ac:spMkLst>
            <pc:docMk/>
            <pc:sldMk cId="0" sldId="278"/>
            <ac:spMk id="22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9:02.437" v="3068"/>
          <ac:spMkLst>
            <pc:docMk/>
            <pc:sldMk cId="0" sldId="278"/>
            <ac:spMk id="23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9:02.437" v="3067"/>
          <ac:spMkLst>
            <pc:docMk/>
            <pc:sldMk cId="0" sldId="278"/>
            <ac:spMk id="24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6:29:02.437" v="3066"/>
          <ac:spMkLst>
            <pc:docMk/>
            <pc:sldMk cId="0" sldId="278"/>
            <ac:spMk id="25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6:29:02.437" v="3065"/>
          <ac:spMkLst>
            <pc:docMk/>
            <pc:sldMk cId="0" sldId="278"/>
            <ac:spMk id="26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6:29:02.437" v="3064"/>
          <ac:spMkLst>
            <pc:docMk/>
            <pc:sldMk cId="0" sldId="278"/>
            <ac:spMk id="2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9:02.437" v="3063"/>
          <ac:spMkLst>
            <pc:docMk/>
            <pc:sldMk cId="0" sldId="278"/>
            <ac:spMk id="28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6:29:02.437" v="3062"/>
          <ac:spMkLst>
            <pc:docMk/>
            <pc:sldMk cId="0" sldId="278"/>
            <ac:spMk id="29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12.279" v="3019"/>
          <ac:spMkLst>
            <pc:docMk/>
            <pc:sldMk cId="0" sldId="278"/>
            <ac:spMk id="30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6:26:36.697" v="2981"/>
          <ac:spMkLst>
            <pc:docMk/>
            <pc:sldMk cId="0" sldId="278"/>
            <ac:spMk id="31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6:28:11.263" v="3018"/>
          <ac:spMkLst>
            <pc:docMk/>
            <pc:sldMk cId="0" sldId="278"/>
            <ac:spMk id="32" creationId="{00000000-0000-0000-0000-000000000000}"/>
          </ac:spMkLst>
        </pc:spChg>
        <pc:picChg chg="add mod">
          <ac:chgData name="Alfonso Balandra Antelis" userId="S::abala@tec.mx::28ba9e3f-8dae-4bf5-851d-5bb8a2fa86a5" providerId="AD" clId="Web-{00000000-0000-0000-0000-000000000000}" dt="2026-10-20T16:30:51.973" v="3081" actId="14100"/>
          <ac:picMkLst>
            <pc:docMk/>
            <pc:sldMk cId="0" sldId="278"/>
            <ac:picMk id="33" creationId="{25BEA91C-7F52-7605-8911-A9BAF7699625}"/>
          </ac:picMkLst>
        </pc:picChg>
      </pc:sldChg>
      <pc:sldChg chg="addSp delSp modSp">
        <pc:chgData name="Alfonso Balandra Antelis" userId="S::abala@tec.mx::28ba9e3f-8dae-4bf5-851d-5bb8a2fa86a5" providerId="AD" clId="Web-{00000000-0000-0000-0000-000000000000}" dt="2026-10-20T16:27:42.496" v="3007" actId="1076"/>
        <pc:sldMkLst>
          <pc:docMk/>
          <pc:sldMk cId="0" sldId="279"/>
        </pc:sldMkLst>
        <pc:spChg chg="mod">
          <ac:chgData name="Alfonso Balandra Antelis" userId="S::abala@tec.mx::28ba9e3f-8dae-4bf5-851d-5bb8a2fa86a5" providerId="AD" clId="Web-{00000000-0000-0000-0000-000000000000}" dt="2026-10-20T15:48:50.711" v="2355" actId="20577"/>
          <ac:spMkLst>
            <pc:docMk/>
            <pc:sldMk cId="0" sldId="279"/>
            <ac:spMk id="5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5:47:03.536" v="2313"/>
          <ac:spMkLst>
            <pc:docMk/>
            <pc:sldMk cId="0" sldId="279"/>
            <ac:spMk id="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5:46:37.941" v="2307"/>
          <ac:spMkLst>
            <pc:docMk/>
            <pc:sldMk cId="0" sldId="279"/>
            <ac:spMk id="7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5:46:40.035" v="2308"/>
          <ac:spMkLst>
            <pc:docMk/>
            <pc:sldMk cId="0" sldId="279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7:49.413" v="2345"/>
          <ac:spMkLst>
            <pc:docMk/>
            <pc:sldMk cId="0" sldId="279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7:17.943" v="2320"/>
          <ac:spMkLst>
            <pc:docMk/>
            <pc:sldMk cId="0" sldId="279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7:39.975" v="2340" actId="1076"/>
          <ac:spMkLst>
            <pc:docMk/>
            <pc:sldMk cId="0" sldId="279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7:49.413" v="2346"/>
          <ac:spMkLst>
            <pc:docMk/>
            <pc:sldMk cId="0" sldId="279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7:17.943" v="2321"/>
          <ac:spMkLst>
            <pc:docMk/>
            <pc:sldMk cId="0" sldId="279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7:39.990" v="2341" actId="1076"/>
          <ac:spMkLst>
            <pc:docMk/>
            <pc:sldMk cId="0" sldId="279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7:49.413" v="2347"/>
          <ac:spMkLst>
            <pc:docMk/>
            <pc:sldMk cId="0" sldId="279"/>
            <ac:spMk id="18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5:48:58.821" v="2356"/>
          <ac:spMkLst>
            <pc:docMk/>
            <pc:sldMk cId="0" sldId="279"/>
            <ac:spMk id="19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5:49:01.962" v="2358"/>
          <ac:spMkLst>
            <pc:docMk/>
            <pc:sldMk cId="0" sldId="279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7:49.413" v="2348"/>
          <ac:spMkLst>
            <pc:docMk/>
            <pc:sldMk cId="0" sldId="279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9:14.775" v="2365" actId="1076"/>
          <ac:spMkLst>
            <pc:docMk/>
            <pc:sldMk cId="0" sldId="279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9:14.807" v="2366" actId="1076"/>
          <ac:spMkLst>
            <pc:docMk/>
            <pc:sldMk cId="0" sldId="279"/>
            <ac:spMk id="24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5:49:25.948" v="2370"/>
          <ac:spMkLst>
            <pc:docMk/>
            <pc:sldMk cId="0" sldId="279"/>
            <ac:spMk id="25" creationId="{00000000-0000-0000-0000-000000000000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5:49:25.948" v="2369"/>
          <ac:spMkLst>
            <pc:docMk/>
            <pc:sldMk cId="0" sldId="279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9:23.776" v="2367" actId="1076"/>
          <ac:spMkLst>
            <pc:docMk/>
            <pc:sldMk cId="0" sldId="279"/>
            <ac:spMk id="2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9:23.792" v="2368" actId="1076"/>
          <ac:spMkLst>
            <pc:docMk/>
            <pc:sldMk cId="0" sldId="279"/>
            <ac:spMk id="2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27:07.979" v="2988" actId="14100"/>
          <ac:spMkLst>
            <pc:docMk/>
            <pc:sldMk cId="0" sldId="279"/>
            <ac:spMk id="2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27:05.666" v="2987" actId="1076"/>
          <ac:spMkLst>
            <pc:docMk/>
            <pc:sldMk cId="0" sldId="279"/>
            <ac:spMk id="30" creationId="{00000000-0000-0000-0000-000000000000}"/>
          </ac:spMkLst>
        </pc:spChg>
        <pc:spChg chg="add mod">
          <ac:chgData name="Alfonso Balandra Antelis" userId="S::abala@tec.mx::28ba9e3f-8dae-4bf5-851d-5bb8a2fa86a5" providerId="AD" clId="Web-{00000000-0000-0000-0000-000000000000}" dt="2026-10-20T16:27:42.465" v="3005" actId="1076"/>
          <ac:spMkLst>
            <pc:docMk/>
            <pc:sldMk cId="0" sldId="279"/>
            <ac:spMk id="36" creationId="{DA648046-F69A-C662-57AA-0BB0856541FC}"/>
          </ac:spMkLst>
        </pc:spChg>
        <pc:spChg chg="add mod">
          <ac:chgData name="Alfonso Balandra Antelis" userId="S::abala@tec.mx::28ba9e3f-8dae-4bf5-851d-5bb8a2fa86a5" providerId="AD" clId="Web-{00000000-0000-0000-0000-000000000000}" dt="2026-10-20T16:27:42.481" v="3006" actId="1076"/>
          <ac:spMkLst>
            <pc:docMk/>
            <pc:sldMk cId="0" sldId="279"/>
            <ac:spMk id="38" creationId="{3CE3CA98-03D6-DACB-1496-83C55F9B82CB}"/>
          </ac:spMkLst>
        </pc:spChg>
        <pc:spChg chg="add mod">
          <ac:chgData name="Alfonso Balandra Antelis" userId="S::abala@tec.mx::28ba9e3f-8dae-4bf5-851d-5bb8a2fa86a5" providerId="AD" clId="Web-{00000000-0000-0000-0000-000000000000}" dt="2026-10-20T16:27:42.496" v="3007" actId="1076"/>
          <ac:spMkLst>
            <pc:docMk/>
            <pc:sldMk cId="0" sldId="279"/>
            <ac:spMk id="40" creationId="{CAD549C8-C4A5-591D-7467-19466809F6DB}"/>
          </ac:spMkLst>
        </pc:spChg>
        <pc:picChg chg="add mod">
          <ac:chgData name="Alfonso Balandra Antelis" userId="S::abala@tec.mx::28ba9e3f-8dae-4bf5-851d-5bb8a2fa86a5" providerId="AD" clId="Web-{00000000-0000-0000-0000-000000000000}" dt="2026-10-20T15:49:38.480" v="2374" actId="1076"/>
          <ac:picMkLst>
            <pc:docMk/>
            <pc:sldMk cId="0" sldId="279"/>
            <ac:picMk id="32" creationId="{D70D2ABB-4447-A013-8C73-F29BDA1780E7}"/>
          </ac:picMkLst>
        </pc:picChg>
        <pc:picChg chg="add mod">
          <ac:chgData name="Alfonso Balandra Antelis" userId="S::abala@tec.mx::28ba9e3f-8dae-4bf5-851d-5bb8a2fa86a5" providerId="AD" clId="Web-{00000000-0000-0000-0000-000000000000}" dt="2026-10-20T15:49:44.933" v="2376" actId="1076"/>
          <ac:picMkLst>
            <pc:docMk/>
            <pc:sldMk cId="0" sldId="279"/>
            <ac:picMk id="34" creationId="{248D10D5-B365-0F46-8207-10F60177F28C}"/>
          </ac:picMkLst>
        </pc:picChg>
      </pc:sldChg>
      <pc:sldChg chg="delSp modSp mod modShow">
        <pc:chgData name="Alfonso Balandra Antelis" userId="S::abala@tec.mx::28ba9e3f-8dae-4bf5-851d-5bb8a2fa86a5" providerId="AD" clId="Web-{00000000-0000-0000-0000-000000000000}" dt="2026-10-20T15:46:34.503" v="2306"/>
        <pc:sldMkLst>
          <pc:docMk/>
          <pc:sldMk cId="0" sldId="280"/>
        </pc:sldMkLst>
        <pc:spChg chg="del mod">
          <ac:chgData name="Alfonso Balandra Antelis" userId="S::abala@tec.mx::28ba9e3f-8dae-4bf5-851d-5bb8a2fa86a5" providerId="AD" clId="Web-{00000000-0000-0000-0000-000000000000}" dt="2026-10-20T15:45:46.642" v="2285"/>
          <ac:spMkLst>
            <pc:docMk/>
            <pc:sldMk cId="0" sldId="280"/>
            <ac:spMk id="7" creationId="{00000000-0000-0000-0000-000000000000}"/>
          </ac:spMkLst>
        </pc:spChg>
      </pc:sldChg>
      <pc:sldChg chg="delSp modSp">
        <pc:chgData name="Alfonso Balandra Antelis" userId="S::abala@tec.mx::28ba9e3f-8dae-4bf5-851d-5bb8a2fa86a5" providerId="AD" clId="Web-{00000000-0000-0000-0000-000000000000}" dt="2026-10-20T15:46:25.425" v="2305"/>
        <pc:sldMkLst>
          <pc:docMk/>
          <pc:sldMk cId="0" sldId="281"/>
        </pc:sldMkLst>
        <pc:spChg chg="mod">
          <ac:chgData name="Alfonso Balandra Antelis" userId="S::abala@tec.mx::28ba9e3f-8dae-4bf5-851d-5bb8a2fa86a5" providerId="AD" clId="Web-{00000000-0000-0000-0000-000000000000}" dt="2026-10-20T15:45:56.127" v="2287" actId="20577"/>
          <ac:spMkLst>
            <pc:docMk/>
            <pc:sldMk cId="0" sldId="281"/>
            <ac:spMk id="10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5:45:59.549" v="2288"/>
          <ac:spMkLst>
            <pc:docMk/>
            <pc:sldMk cId="0" sldId="281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6:25.425" v="2305"/>
          <ac:spMkLst>
            <pc:docMk/>
            <pc:sldMk cId="0" sldId="281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5:46:21.409" v="2302"/>
          <ac:spMkLst>
            <pc:docMk/>
            <pc:sldMk cId="0" sldId="281"/>
            <ac:spMk id="13" creationId="{00000000-0000-0000-0000-000000000000}"/>
          </ac:spMkLst>
        </pc:spChg>
      </pc:sldChg>
      <pc:sldChg chg="new del">
        <pc:chgData name="Alfonso Balandra Antelis" userId="S::abala@tec.mx::28ba9e3f-8dae-4bf5-851d-5bb8a2fa86a5" providerId="AD" clId="Web-{00000000-0000-0000-0000-000000000000}" dt="2026-10-19T22:59:37.305" v="393"/>
        <pc:sldMkLst>
          <pc:docMk/>
          <pc:sldMk cId="1001758394" sldId="282"/>
        </pc:sldMkLst>
      </pc:sldChg>
      <pc:sldChg chg="addSp delSp modSp add replId">
        <pc:chgData name="Alfonso Balandra Antelis" userId="S::abala@tec.mx::28ba9e3f-8dae-4bf5-851d-5bb8a2fa86a5" providerId="AD" clId="Web-{00000000-0000-0000-0000-000000000000}" dt="2026-10-19T23:02:43.179" v="442" actId="1076"/>
        <pc:sldMkLst>
          <pc:docMk/>
          <pc:sldMk cId="3636475296" sldId="282"/>
        </pc:sldMkLst>
        <pc:spChg chg="mod">
          <ac:chgData name="Alfonso Balandra Antelis" userId="S::abala@tec.mx::28ba9e3f-8dae-4bf5-851d-5bb8a2fa86a5" providerId="AD" clId="Web-{00000000-0000-0000-0000-000000000000}" dt="2026-10-19T23:02:26.992" v="434" actId="1076"/>
          <ac:spMkLst>
            <pc:docMk/>
            <pc:sldMk cId="3636475296" sldId="282"/>
            <ac:spMk id="10" creationId="{23893360-1BB2-6A9C-5E9D-1CF880F1C114}"/>
          </ac:spMkLst>
        </pc:spChg>
        <pc:spChg chg="del mod">
          <ac:chgData name="Alfonso Balandra Antelis" userId="S::abala@tec.mx::28ba9e3f-8dae-4bf5-851d-5bb8a2fa86a5" providerId="AD" clId="Web-{00000000-0000-0000-0000-000000000000}" dt="2026-10-19T22:59:57.852" v="396"/>
          <ac:spMkLst>
            <pc:docMk/>
            <pc:sldMk cId="3636475296" sldId="282"/>
            <ac:spMk id="11" creationId="{836CB02C-E207-2E5D-5137-B348D70A102B}"/>
          </ac:spMkLst>
        </pc:spChg>
        <pc:spChg chg="del">
          <ac:chgData name="Alfonso Balandra Antelis" userId="S::abala@tec.mx::28ba9e3f-8dae-4bf5-851d-5bb8a2fa86a5" providerId="AD" clId="Web-{00000000-0000-0000-0000-000000000000}" dt="2026-10-19T23:00:10.071" v="408"/>
          <ac:spMkLst>
            <pc:docMk/>
            <pc:sldMk cId="3636475296" sldId="282"/>
            <ac:spMk id="12" creationId="{C54A007F-F6FC-4B8E-F60B-DC5D581CA82B}"/>
          </ac:spMkLst>
        </pc:spChg>
        <pc:spChg chg="del">
          <ac:chgData name="Alfonso Balandra Antelis" userId="S::abala@tec.mx::28ba9e3f-8dae-4bf5-851d-5bb8a2fa86a5" providerId="AD" clId="Web-{00000000-0000-0000-0000-000000000000}" dt="2026-10-19T23:00:17.008" v="414"/>
          <ac:spMkLst>
            <pc:docMk/>
            <pc:sldMk cId="3636475296" sldId="282"/>
            <ac:spMk id="13" creationId="{D2E7E6B7-2B2B-84AC-208B-402CB9915F52}"/>
          </ac:spMkLst>
        </pc:spChg>
        <pc:spChg chg="del">
          <ac:chgData name="Alfonso Balandra Antelis" userId="S::abala@tec.mx::28ba9e3f-8dae-4bf5-851d-5bb8a2fa86a5" providerId="AD" clId="Web-{00000000-0000-0000-0000-000000000000}" dt="2026-10-19T23:00:12.024" v="409"/>
          <ac:spMkLst>
            <pc:docMk/>
            <pc:sldMk cId="3636475296" sldId="282"/>
            <ac:spMk id="14" creationId="{D27C41D5-36DD-0D92-750C-F0F89D7F68A6}"/>
          </ac:spMkLst>
        </pc:spChg>
        <pc:spChg chg="del">
          <ac:chgData name="Alfonso Balandra Antelis" userId="S::abala@tec.mx::28ba9e3f-8dae-4bf5-851d-5bb8a2fa86a5" providerId="AD" clId="Web-{00000000-0000-0000-0000-000000000000}" dt="2026-10-19T23:00:16.289" v="413"/>
          <ac:spMkLst>
            <pc:docMk/>
            <pc:sldMk cId="3636475296" sldId="282"/>
            <ac:spMk id="15" creationId="{75B626B7-9B65-B987-696E-C068D5631199}"/>
          </ac:spMkLst>
        </pc:spChg>
        <pc:spChg chg="del">
          <ac:chgData name="Alfonso Balandra Antelis" userId="S::abala@tec.mx::28ba9e3f-8dae-4bf5-851d-5bb8a2fa86a5" providerId="AD" clId="Web-{00000000-0000-0000-0000-000000000000}" dt="2026-10-19T23:00:13.508" v="410"/>
          <ac:spMkLst>
            <pc:docMk/>
            <pc:sldMk cId="3636475296" sldId="282"/>
            <ac:spMk id="16" creationId="{FCAE7CFF-159A-4846-6E4E-46BA88E7E888}"/>
          </ac:spMkLst>
        </pc:spChg>
        <pc:spChg chg="del">
          <ac:chgData name="Alfonso Balandra Antelis" userId="S::abala@tec.mx::28ba9e3f-8dae-4bf5-851d-5bb8a2fa86a5" providerId="AD" clId="Web-{00000000-0000-0000-0000-000000000000}" dt="2026-10-19T23:00:17.696" v="415"/>
          <ac:spMkLst>
            <pc:docMk/>
            <pc:sldMk cId="3636475296" sldId="282"/>
            <ac:spMk id="17" creationId="{E4460C0F-135F-B5B8-B21E-D915C572BCAA}"/>
          </ac:spMkLst>
        </pc:spChg>
        <pc:spChg chg="del mod">
          <ac:chgData name="Alfonso Balandra Antelis" userId="S::abala@tec.mx::28ba9e3f-8dae-4bf5-851d-5bb8a2fa86a5" providerId="AD" clId="Web-{00000000-0000-0000-0000-000000000000}" dt="2026-10-19T23:00:15.555" v="412"/>
          <ac:spMkLst>
            <pc:docMk/>
            <pc:sldMk cId="3636475296" sldId="282"/>
            <ac:spMk id="18" creationId="{480616D4-6B85-E5FD-CAB0-870C34D9CEFA}"/>
          </ac:spMkLst>
        </pc:spChg>
        <pc:spChg chg="add del mod">
          <ac:chgData name="Alfonso Balandra Antelis" userId="S::abala@tec.mx::28ba9e3f-8dae-4bf5-851d-5bb8a2fa86a5" providerId="AD" clId="Web-{00000000-0000-0000-0000-000000000000}" dt="2026-10-19T23:00:45.727" v="418"/>
          <ac:spMkLst>
            <pc:docMk/>
            <pc:sldMk cId="3636475296" sldId="282"/>
            <ac:spMk id="19" creationId="{EF25EE79-AD8A-E788-8CAB-F1E3761231F1}"/>
          </ac:spMkLst>
        </pc:spChg>
        <pc:spChg chg="add mod">
          <ac:chgData name="Alfonso Balandra Antelis" userId="S::abala@tec.mx::28ba9e3f-8dae-4bf5-851d-5bb8a2fa86a5" providerId="AD" clId="Web-{00000000-0000-0000-0000-000000000000}" dt="2026-10-19T23:02:43.179" v="442" actId="1076"/>
          <ac:spMkLst>
            <pc:docMk/>
            <pc:sldMk cId="3636475296" sldId="282"/>
            <ac:spMk id="22" creationId="{C017DB8C-B136-EF8C-1C89-244E90DC6511}"/>
          </ac:spMkLst>
        </pc:spChg>
        <pc:picChg chg="mod">
          <ac:chgData name="Alfonso Balandra Antelis" userId="S::abala@tec.mx::28ba9e3f-8dae-4bf5-851d-5bb8a2fa86a5" providerId="AD" clId="Web-{00000000-0000-0000-0000-000000000000}" dt="2026-10-19T23:01:21.992" v="426" actId="1076"/>
          <ac:picMkLst>
            <pc:docMk/>
            <pc:sldMk cId="3636475296" sldId="282"/>
            <ac:picMk id="3" creationId="{1A68764C-32DF-5E35-A2F7-013861C4C728}"/>
          </ac:picMkLst>
        </pc:picChg>
        <pc:picChg chg="mod">
          <ac:chgData name="Alfonso Balandra Antelis" userId="S::abala@tec.mx::28ba9e3f-8dae-4bf5-851d-5bb8a2fa86a5" providerId="AD" clId="Web-{00000000-0000-0000-0000-000000000000}" dt="2026-10-19T23:01:20.820" v="425" actId="1076"/>
          <ac:picMkLst>
            <pc:docMk/>
            <pc:sldMk cId="3636475296" sldId="282"/>
            <ac:picMk id="4" creationId="{2BDF3842-4A92-5A3B-BA0E-2FA11212B7FD}"/>
          </ac:picMkLst>
        </pc:picChg>
        <pc:picChg chg="mod">
          <ac:chgData name="Alfonso Balandra Antelis" userId="S::abala@tec.mx::28ba9e3f-8dae-4bf5-851d-5bb8a2fa86a5" providerId="AD" clId="Web-{00000000-0000-0000-0000-000000000000}" dt="2026-10-19T23:01:13.398" v="421" actId="1076"/>
          <ac:picMkLst>
            <pc:docMk/>
            <pc:sldMk cId="3636475296" sldId="282"/>
            <ac:picMk id="5" creationId="{BE7A0DDB-36EB-F372-BF11-41A9F2C4C805}"/>
          </ac:picMkLst>
        </pc:picChg>
        <pc:picChg chg="mod">
          <ac:chgData name="Alfonso Balandra Antelis" userId="S::abala@tec.mx::28ba9e3f-8dae-4bf5-851d-5bb8a2fa86a5" providerId="AD" clId="Web-{00000000-0000-0000-0000-000000000000}" dt="2026-10-19T23:01:16.133" v="422" actId="1076"/>
          <ac:picMkLst>
            <pc:docMk/>
            <pc:sldMk cId="3636475296" sldId="282"/>
            <ac:picMk id="6" creationId="{D538FED1-8246-0922-BA2B-15D2B2A25C43}"/>
          </ac:picMkLst>
        </pc:picChg>
        <pc:picChg chg="mod">
          <ac:chgData name="Alfonso Balandra Antelis" userId="S::abala@tec.mx::28ba9e3f-8dae-4bf5-851d-5bb8a2fa86a5" providerId="AD" clId="Web-{00000000-0000-0000-0000-000000000000}" dt="2026-10-19T23:01:17.773" v="423" actId="1076"/>
          <ac:picMkLst>
            <pc:docMk/>
            <pc:sldMk cId="3636475296" sldId="282"/>
            <ac:picMk id="7" creationId="{15A96840-08C5-E4DB-B162-1B525F091BB7}"/>
          </ac:picMkLst>
        </pc:picChg>
        <pc:picChg chg="add mod">
          <ac:chgData name="Alfonso Balandra Antelis" userId="S::abala@tec.mx::28ba9e3f-8dae-4bf5-851d-5bb8a2fa86a5" providerId="AD" clId="Web-{00000000-0000-0000-0000-000000000000}" dt="2026-10-19T23:02:23.663" v="432" actId="1076"/>
          <ac:picMkLst>
            <pc:docMk/>
            <pc:sldMk cId="3636475296" sldId="282"/>
            <ac:picMk id="20" creationId="{8DCD4D4C-DF7B-6C9A-FFBC-8D6D1478D224}"/>
          </ac:picMkLst>
        </pc:picChg>
      </pc:sldChg>
      <pc:sldChg chg="new del">
        <pc:chgData name="Alfonso Balandra Antelis" userId="S::abala@tec.mx::28ba9e3f-8dae-4bf5-851d-5bb8a2fa86a5" providerId="AD" clId="Web-{00000000-0000-0000-0000-000000000000}" dt="2026-10-19T23:09:13.098" v="622"/>
        <pc:sldMkLst>
          <pc:docMk/>
          <pc:sldMk cId="1354171318" sldId="283"/>
        </pc:sldMkLst>
      </pc:sldChg>
      <pc:sldChg chg="addSp delSp modSp add replId">
        <pc:chgData name="Alfonso Balandra Antelis" userId="S::abala@tec.mx::28ba9e3f-8dae-4bf5-851d-5bb8a2fa86a5" providerId="AD" clId="Web-{00000000-0000-0000-0000-000000000000}" dt="2026-10-19T23:09:58.050" v="642" actId="1076"/>
        <pc:sldMkLst>
          <pc:docMk/>
          <pc:sldMk cId="1388816518" sldId="284"/>
        </pc:sldMkLst>
        <pc:spChg chg="mod">
          <ac:chgData name="Alfonso Balandra Antelis" userId="S::abala@tec.mx::28ba9e3f-8dae-4bf5-851d-5bb8a2fa86a5" providerId="AD" clId="Web-{00000000-0000-0000-0000-000000000000}" dt="2026-10-19T23:09:21.176" v="632" actId="20577"/>
          <ac:spMkLst>
            <pc:docMk/>
            <pc:sldMk cId="1388816518" sldId="284"/>
            <ac:spMk id="10" creationId="{8610DB4B-DBC5-B05F-9A4B-D90FD676CEA0}"/>
          </ac:spMkLst>
        </pc:spChg>
        <pc:spChg chg="del mod">
          <ac:chgData name="Alfonso Balandra Antelis" userId="S::abala@tec.mx::28ba9e3f-8dae-4bf5-851d-5bb8a2fa86a5" providerId="AD" clId="Web-{00000000-0000-0000-0000-000000000000}" dt="2026-10-19T23:09:24.394" v="634"/>
          <ac:spMkLst>
            <pc:docMk/>
            <pc:sldMk cId="1388816518" sldId="284"/>
            <ac:spMk id="22" creationId="{468F158D-300E-30E3-8459-F87BAC16FE24}"/>
          </ac:spMkLst>
        </pc:spChg>
        <pc:picChg chg="add mod">
          <ac:chgData name="Alfonso Balandra Antelis" userId="S::abala@tec.mx::28ba9e3f-8dae-4bf5-851d-5bb8a2fa86a5" providerId="AD" clId="Web-{00000000-0000-0000-0000-000000000000}" dt="2026-10-19T23:09:58.050" v="642" actId="1076"/>
          <ac:picMkLst>
            <pc:docMk/>
            <pc:sldMk cId="1388816518" sldId="284"/>
            <ac:picMk id="11" creationId="{42C73A47-BCE7-C602-77B9-72452DB32403}"/>
          </ac:picMkLst>
        </pc:picChg>
        <pc:picChg chg="del">
          <ac:chgData name="Alfonso Balandra Antelis" userId="S::abala@tec.mx::28ba9e3f-8dae-4bf5-851d-5bb8a2fa86a5" providerId="AD" clId="Web-{00000000-0000-0000-0000-000000000000}" dt="2026-10-19T23:09:31.191" v="635"/>
          <ac:picMkLst>
            <pc:docMk/>
            <pc:sldMk cId="1388816518" sldId="284"/>
            <ac:picMk id="20" creationId="{3296EFDD-4CCE-FEF6-D35D-C4F09EA250A2}"/>
          </ac:picMkLst>
        </pc:picChg>
      </pc:sldChg>
      <pc:sldChg chg="new del">
        <pc:chgData name="Alfonso Balandra Antelis" userId="S::abala@tec.mx::28ba9e3f-8dae-4bf5-851d-5bb8a2fa86a5" providerId="AD" clId="Web-{00000000-0000-0000-0000-000000000000}" dt="2026-10-20T15:12:36.215" v="1855"/>
        <pc:sldMkLst>
          <pc:docMk/>
          <pc:sldMk cId="1308178300" sldId="285"/>
        </pc:sldMkLst>
      </pc:sldChg>
      <pc:sldChg chg="addSp delSp modSp add replId">
        <pc:chgData name="Alfonso Balandra Antelis" userId="S::abala@tec.mx::28ba9e3f-8dae-4bf5-851d-5bb8a2fa86a5" providerId="AD" clId="Web-{00000000-0000-0000-0000-000000000000}" dt="2026-10-20T15:14:40.361" v="1895" actId="14100"/>
        <pc:sldMkLst>
          <pc:docMk/>
          <pc:sldMk cId="1973710145" sldId="285"/>
        </pc:sldMkLst>
        <pc:spChg chg="mod">
          <ac:chgData name="Alfonso Balandra Antelis" userId="S::abala@tec.mx::28ba9e3f-8dae-4bf5-851d-5bb8a2fa86a5" providerId="AD" clId="Web-{00000000-0000-0000-0000-000000000000}" dt="2026-10-20T15:14:29.470" v="1890" actId="1076"/>
          <ac:spMkLst>
            <pc:docMk/>
            <pc:sldMk cId="1973710145" sldId="285"/>
            <ac:spMk id="10" creationId="{B16A8252-0B25-AF62-5493-F096C4090A9F}"/>
          </ac:spMkLst>
        </pc:spChg>
        <pc:picChg chg="mod">
          <ac:chgData name="Alfonso Balandra Antelis" userId="S::abala@tec.mx::28ba9e3f-8dae-4bf5-851d-5bb8a2fa86a5" providerId="AD" clId="Web-{00000000-0000-0000-0000-000000000000}" dt="2026-10-20T15:14:34.564" v="1891" actId="1076"/>
          <ac:picMkLst>
            <pc:docMk/>
            <pc:sldMk cId="1973710145" sldId="285"/>
            <ac:picMk id="3" creationId="{25917454-99C4-7D81-E579-E9CDF7CBBAE2}"/>
          </ac:picMkLst>
        </pc:picChg>
        <pc:picChg chg="mod">
          <ac:chgData name="Alfonso Balandra Antelis" userId="S::abala@tec.mx::28ba9e3f-8dae-4bf5-851d-5bb8a2fa86a5" providerId="AD" clId="Web-{00000000-0000-0000-0000-000000000000}" dt="2026-10-20T15:14:37.861" v="1894" actId="1076"/>
          <ac:picMkLst>
            <pc:docMk/>
            <pc:sldMk cId="1973710145" sldId="285"/>
            <ac:picMk id="4" creationId="{03078FE7-27F3-5333-2ED8-15D4F631169A}"/>
          </ac:picMkLst>
        </pc:picChg>
        <pc:picChg chg="del">
          <ac:chgData name="Alfonso Balandra Antelis" userId="S::abala@tec.mx::28ba9e3f-8dae-4bf5-851d-5bb8a2fa86a5" providerId="AD" clId="Web-{00000000-0000-0000-0000-000000000000}" dt="2026-10-20T15:12:50.122" v="1863"/>
          <ac:picMkLst>
            <pc:docMk/>
            <pc:sldMk cId="1973710145" sldId="285"/>
            <ac:picMk id="11" creationId="{C75D9F4D-921D-5FB9-BE54-7C7874D294EC}"/>
          </ac:picMkLst>
        </pc:picChg>
        <pc:picChg chg="add mod">
          <ac:chgData name="Alfonso Balandra Antelis" userId="S::abala@tec.mx::28ba9e3f-8dae-4bf5-851d-5bb8a2fa86a5" providerId="AD" clId="Web-{00000000-0000-0000-0000-000000000000}" dt="2026-10-20T15:14:40.361" v="1895" actId="14100"/>
          <ac:picMkLst>
            <pc:docMk/>
            <pc:sldMk cId="1973710145" sldId="285"/>
            <ac:picMk id="12" creationId="{9AD0695E-EDF6-D4E4-3ACE-1F2D311955C0}"/>
          </ac:picMkLst>
        </pc:picChg>
      </pc:sldChg>
      <pc:sldChg chg="addSp delSp modSp add replId">
        <pc:chgData name="Alfonso Balandra Antelis" userId="S::abala@tec.mx::28ba9e3f-8dae-4bf5-851d-5bb8a2fa86a5" providerId="AD" clId="Web-{00000000-0000-0000-0000-000000000000}" dt="2026-10-20T16:50:06.537" v="3204" actId="20577"/>
        <pc:sldMkLst>
          <pc:docMk/>
          <pc:sldMk cId="3427568057" sldId="286"/>
        </pc:sldMkLst>
        <pc:spChg chg="mod">
          <ac:chgData name="Alfonso Balandra Antelis" userId="S::abala@tec.mx::28ba9e3f-8dae-4bf5-851d-5bb8a2fa86a5" providerId="AD" clId="Web-{00000000-0000-0000-0000-000000000000}" dt="2026-10-20T16:17:57.456" v="2843" actId="20577"/>
          <ac:spMkLst>
            <pc:docMk/>
            <pc:sldMk cId="3427568057" sldId="286"/>
            <ac:spMk id="10" creationId="{F08BDA04-68A1-C9D2-B332-12F8F81B3B97}"/>
          </ac:spMkLst>
        </pc:spChg>
        <pc:spChg chg="add mod">
          <ac:chgData name="Alfonso Balandra Antelis" userId="S::abala@tec.mx::28ba9e3f-8dae-4bf5-851d-5bb8a2fa86a5" providerId="AD" clId="Web-{00000000-0000-0000-0000-000000000000}" dt="2026-10-20T16:50:06.537" v="3204" actId="20577"/>
          <ac:spMkLst>
            <pc:docMk/>
            <pc:sldMk cId="3427568057" sldId="286"/>
            <ac:spMk id="14" creationId="{94EE67B4-9D73-0A03-9FF4-B096D84FBF86}"/>
          </ac:spMkLst>
        </pc:spChg>
        <pc:picChg chg="add mod">
          <ac:chgData name="Alfonso Balandra Antelis" userId="S::abala@tec.mx::28ba9e3f-8dae-4bf5-851d-5bb8a2fa86a5" providerId="AD" clId="Web-{00000000-0000-0000-0000-000000000000}" dt="2026-10-20T16:19:30.038" v="2849" actId="1076"/>
          <ac:picMkLst>
            <pc:docMk/>
            <pc:sldMk cId="3427568057" sldId="286"/>
            <ac:picMk id="11" creationId="{3028D718-FF72-00FC-BEB3-78BE3CFB9F28}"/>
          </ac:picMkLst>
        </pc:picChg>
        <pc:picChg chg="del">
          <ac:chgData name="Alfonso Balandra Antelis" userId="S::abala@tec.mx::28ba9e3f-8dae-4bf5-851d-5bb8a2fa86a5" providerId="AD" clId="Web-{00000000-0000-0000-0000-000000000000}" dt="2026-10-20T16:17:59.862" v="2844"/>
          <ac:picMkLst>
            <pc:docMk/>
            <pc:sldMk cId="3427568057" sldId="286"/>
            <ac:picMk id="12" creationId="{FE56790F-0363-47DF-640A-93762D7598F2}"/>
          </ac:picMkLst>
        </pc:picChg>
      </pc:sldChg>
      <pc:sldChg chg="addSp delSp modSp add replId">
        <pc:chgData name="Alfonso Balandra Antelis" userId="S::abala@tec.mx::28ba9e3f-8dae-4bf5-851d-5bb8a2fa86a5" providerId="AD" clId="Web-{00000000-0000-0000-0000-000000000000}" dt="2026-10-20T16:45:36.838" v="3090" actId="20577"/>
        <pc:sldMkLst>
          <pc:docMk/>
          <pc:sldMk cId="642375643" sldId="287"/>
        </pc:sldMkLst>
        <pc:spChg chg="del">
          <ac:chgData name="Alfonso Balandra Antelis" userId="S::abala@tec.mx::28ba9e3f-8dae-4bf5-851d-5bb8a2fa86a5" providerId="AD" clId="Web-{00000000-0000-0000-0000-000000000000}" dt="2026-10-20T16:28:20.451" v="3026"/>
          <ac:spMkLst>
            <pc:docMk/>
            <pc:sldMk cId="642375643" sldId="287"/>
            <ac:spMk id="9" creationId="{34C04FE3-8A38-CF9C-C4DD-805EFDB97C4C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20.451" v="3025"/>
          <ac:spMkLst>
            <pc:docMk/>
            <pc:sldMk cId="642375643" sldId="287"/>
            <ac:spMk id="10" creationId="{559525CB-93E9-892E-CAB5-FF4E8D0DE5C3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20.451" v="3024"/>
          <ac:spMkLst>
            <pc:docMk/>
            <pc:sldMk cId="642375643" sldId="287"/>
            <ac:spMk id="11" creationId="{588AD403-2F5A-7317-7900-77E4B552AA91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20.451" v="3023"/>
          <ac:spMkLst>
            <pc:docMk/>
            <pc:sldMk cId="642375643" sldId="287"/>
            <ac:spMk id="12" creationId="{15D0FFF7-8C29-C88D-A670-EF9D3C991487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20.451" v="3022"/>
          <ac:spMkLst>
            <pc:docMk/>
            <pc:sldMk cId="642375643" sldId="287"/>
            <ac:spMk id="13" creationId="{2CEFCC7F-A6A3-4EA9-CA1A-85CBD2D04072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20.451" v="3021"/>
          <ac:spMkLst>
            <pc:docMk/>
            <pc:sldMk cId="642375643" sldId="287"/>
            <ac:spMk id="14" creationId="{CD673DA7-06A2-8244-7F6F-D2A42F04FD2E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20.451" v="3020"/>
          <ac:spMkLst>
            <pc:docMk/>
            <pc:sldMk cId="642375643" sldId="287"/>
            <ac:spMk id="15" creationId="{C06E9AEA-499C-CD2A-52EB-86C1BDBE3256}"/>
          </ac:spMkLst>
        </pc:spChg>
        <pc:spChg chg="mod">
          <ac:chgData name="Alfonso Balandra Antelis" userId="S::abala@tec.mx::28ba9e3f-8dae-4bf5-851d-5bb8a2fa86a5" providerId="AD" clId="Web-{00000000-0000-0000-0000-000000000000}" dt="2026-10-20T16:28:31.592" v="3027" actId="1076"/>
          <ac:spMkLst>
            <pc:docMk/>
            <pc:sldMk cId="642375643" sldId="287"/>
            <ac:spMk id="16" creationId="{678C3AB8-AB04-4163-59E6-9D49B8F9225F}"/>
          </ac:spMkLst>
        </pc:spChg>
        <pc:spChg chg="mod">
          <ac:chgData name="Alfonso Balandra Antelis" userId="S::abala@tec.mx::28ba9e3f-8dae-4bf5-851d-5bb8a2fa86a5" providerId="AD" clId="Web-{00000000-0000-0000-0000-000000000000}" dt="2026-10-20T16:28:31.608" v="3028" actId="1076"/>
          <ac:spMkLst>
            <pc:docMk/>
            <pc:sldMk cId="642375643" sldId="287"/>
            <ac:spMk id="17" creationId="{C3EC249C-BCBC-8F66-001E-82C86EA155A5}"/>
          </ac:spMkLst>
        </pc:spChg>
        <pc:spChg chg="mod">
          <ac:chgData name="Alfonso Balandra Antelis" userId="S::abala@tec.mx::28ba9e3f-8dae-4bf5-851d-5bb8a2fa86a5" providerId="AD" clId="Web-{00000000-0000-0000-0000-000000000000}" dt="2026-10-20T16:28:31.624" v="3029" actId="1076"/>
          <ac:spMkLst>
            <pc:docMk/>
            <pc:sldMk cId="642375643" sldId="287"/>
            <ac:spMk id="18" creationId="{B16653D3-5D83-949B-B341-408B91B35205}"/>
          </ac:spMkLst>
        </pc:spChg>
        <pc:spChg chg="mod">
          <ac:chgData name="Alfonso Balandra Antelis" userId="S::abala@tec.mx::28ba9e3f-8dae-4bf5-851d-5bb8a2fa86a5" providerId="AD" clId="Web-{00000000-0000-0000-0000-000000000000}" dt="2026-10-20T16:45:36.838" v="3090" actId="20577"/>
          <ac:spMkLst>
            <pc:docMk/>
            <pc:sldMk cId="642375643" sldId="287"/>
            <ac:spMk id="19" creationId="{E9CB7285-B83F-3241-4486-3DDFE8CFF842}"/>
          </ac:spMkLst>
        </pc:spChg>
        <pc:spChg chg="mod">
          <ac:chgData name="Alfonso Balandra Antelis" userId="S::abala@tec.mx::28ba9e3f-8dae-4bf5-851d-5bb8a2fa86a5" providerId="AD" clId="Web-{00000000-0000-0000-0000-000000000000}" dt="2026-10-20T16:28:31.655" v="3031" actId="1076"/>
          <ac:spMkLst>
            <pc:docMk/>
            <pc:sldMk cId="642375643" sldId="287"/>
            <ac:spMk id="20" creationId="{04F97AA6-934C-E82E-1C5B-2F5041BBB31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28:31.670" v="3032" actId="1076"/>
          <ac:spMkLst>
            <pc:docMk/>
            <pc:sldMk cId="642375643" sldId="287"/>
            <ac:spMk id="21" creationId="{0C511423-E093-24C5-B8BF-1310EE4FFF96}"/>
          </ac:spMkLst>
        </pc:spChg>
        <pc:spChg chg="mod">
          <ac:chgData name="Alfonso Balandra Antelis" userId="S::abala@tec.mx::28ba9e3f-8dae-4bf5-851d-5bb8a2fa86a5" providerId="AD" clId="Web-{00000000-0000-0000-0000-000000000000}" dt="2026-10-20T16:28:31.686" v="3033" actId="1076"/>
          <ac:spMkLst>
            <pc:docMk/>
            <pc:sldMk cId="642375643" sldId="287"/>
            <ac:spMk id="22" creationId="{8C642B1D-73B4-50BE-7438-E760A4F67E16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52.109" v="3060"/>
          <ac:spMkLst>
            <pc:docMk/>
            <pc:sldMk cId="642375643" sldId="287"/>
            <ac:spMk id="23" creationId="{FE2593DD-C395-48A0-4F83-98C4B5130005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54.281" v="3061"/>
          <ac:spMkLst>
            <pc:docMk/>
            <pc:sldMk cId="642375643" sldId="287"/>
            <ac:spMk id="24" creationId="{B146789C-9DFD-A089-070C-5577564E1708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52.109" v="3059"/>
          <ac:spMkLst>
            <pc:docMk/>
            <pc:sldMk cId="642375643" sldId="287"/>
            <ac:spMk id="25" creationId="{E0E855FC-AC12-C524-1931-66A75B6EE8DF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52.109" v="3058"/>
          <ac:spMkLst>
            <pc:docMk/>
            <pc:sldMk cId="642375643" sldId="287"/>
            <ac:spMk id="26" creationId="{5F600D21-F6DB-9CF5-8630-EAFA82FAE194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52.109" v="3057"/>
          <ac:spMkLst>
            <pc:docMk/>
            <pc:sldMk cId="642375643" sldId="287"/>
            <ac:spMk id="27" creationId="{5680B0E8-875C-7A72-4040-35278C324EE2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52.109" v="3056"/>
          <ac:spMkLst>
            <pc:docMk/>
            <pc:sldMk cId="642375643" sldId="287"/>
            <ac:spMk id="28" creationId="{92BDDB38-AF09-7E7C-7343-068C6BD5F098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52.109" v="3055"/>
          <ac:spMkLst>
            <pc:docMk/>
            <pc:sldMk cId="642375643" sldId="287"/>
            <ac:spMk id="29" creationId="{526C2F3A-4FF3-6698-2D55-44127A1A09E4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7:58.091" v="3012"/>
          <ac:spMkLst>
            <pc:docMk/>
            <pc:sldMk cId="642375643" sldId="287"/>
            <ac:spMk id="30" creationId="{8B1895EF-8479-47A8-4ABD-FA0289718AB5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7:56.200" v="3011"/>
          <ac:spMkLst>
            <pc:docMk/>
            <pc:sldMk cId="642375643" sldId="287"/>
            <ac:spMk id="31" creationId="{DDDBEFB8-BBF1-2025-74DC-477A290E6682}"/>
          </ac:spMkLst>
        </pc:spChg>
        <pc:spChg chg="del mod">
          <ac:chgData name="Alfonso Balandra Antelis" userId="S::abala@tec.mx::28ba9e3f-8dae-4bf5-851d-5bb8a2fa86a5" providerId="AD" clId="Web-{00000000-0000-0000-0000-000000000000}" dt="2026-10-20T16:28:08.263" v="3017"/>
          <ac:spMkLst>
            <pc:docMk/>
            <pc:sldMk cId="642375643" sldId="287"/>
            <ac:spMk id="32" creationId="{B3EA6623-A7CA-1B52-7765-2DC7A20B1DA6}"/>
          </ac:spMkLst>
        </pc:spChg>
        <pc:picChg chg="add del">
          <ac:chgData name="Alfonso Balandra Antelis" userId="S::abala@tec.mx::28ba9e3f-8dae-4bf5-851d-5bb8a2fa86a5" providerId="AD" clId="Web-{00000000-0000-0000-0000-000000000000}" dt="2026-10-20T16:28:03.341" v="3014"/>
          <ac:picMkLst>
            <pc:docMk/>
            <pc:sldMk cId="642375643" sldId="287"/>
            <ac:picMk id="2" creationId="{4CDEB435-057D-EB88-DBE5-C1BD5D66CDAE}"/>
          </ac:picMkLst>
        </pc:picChg>
        <pc:picChg chg="add mod">
          <ac:chgData name="Alfonso Balandra Antelis" userId="S::abala@tec.mx::28ba9e3f-8dae-4bf5-851d-5bb8a2fa86a5" providerId="AD" clId="Web-{00000000-0000-0000-0000-000000000000}" dt="2026-10-20T16:43:40.114" v="3088" actId="1076"/>
          <ac:picMkLst>
            <pc:docMk/>
            <pc:sldMk cId="642375643" sldId="287"/>
            <ac:picMk id="6" creationId="{DB984F67-5334-7CEA-B035-ED4101774492}"/>
          </ac:picMkLst>
        </pc:picChg>
      </pc:sldChg>
      <pc:sldChg chg="addSp delSp modSp add replId">
        <pc:chgData name="Alfonso Balandra Antelis" userId="S::abala@tec.mx::28ba9e3f-8dae-4bf5-851d-5bb8a2fa86a5" providerId="AD" clId="Web-{00000000-0000-0000-0000-000000000000}" dt="2026-10-20T16:50:27.647" v="3210" actId="1076"/>
        <pc:sldMkLst>
          <pc:docMk/>
          <pc:sldMk cId="3111745311" sldId="288"/>
        </pc:sldMkLst>
        <pc:spChg chg="add del mod">
          <ac:chgData name="Alfonso Balandra Antelis" userId="S::abala@tec.mx::28ba9e3f-8dae-4bf5-851d-5bb8a2fa86a5" providerId="AD" clId="Web-{00000000-0000-0000-0000-000000000000}" dt="2026-10-20T16:49:04.222" v="3158"/>
          <ac:spMkLst>
            <pc:docMk/>
            <pc:sldMk cId="3111745311" sldId="288"/>
            <ac:spMk id="7" creationId="{AABB7F43-8E31-926F-1D68-95C271D04364}"/>
          </ac:spMkLst>
        </pc:spChg>
        <pc:spChg chg="del">
          <ac:chgData name="Alfonso Balandra Antelis" userId="S::abala@tec.mx::28ba9e3f-8dae-4bf5-851d-5bb8a2fa86a5" providerId="AD" clId="Web-{00000000-0000-0000-0000-000000000000}" dt="2026-10-20T16:48:40.236" v="3155"/>
          <ac:spMkLst>
            <pc:docMk/>
            <pc:sldMk cId="3111745311" sldId="288"/>
            <ac:spMk id="8" creationId="{214FAC49-F56C-D203-F900-303E61DA48D5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37.374" v="3047"/>
          <ac:spMkLst>
            <pc:docMk/>
            <pc:sldMk cId="3111745311" sldId="288"/>
            <ac:spMk id="9" creationId="{49CBF711-F6DF-E311-C8B2-289BBBB27258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37.358" v="3046"/>
          <ac:spMkLst>
            <pc:docMk/>
            <pc:sldMk cId="3111745311" sldId="288"/>
            <ac:spMk id="10" creationId="{5CC1F04E-1A3F-F0D6-7ACE-E11625F2A387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37.358" v="3045"/>
          <ac:spMkLst>
            <pc:docMk/>
            <pc:sldMk cId="3111745311" sldId="288"/>
            <ac:spMk id="11" creationId="{C0E1121F-8173-C27A-64BB-09C07EA67E0C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37.358" v="3044"/>
          <ac:spMkLst>
            <pc:docMk/>
            <pc:sldMk cId="3111745311" sldId="288"/>
            <ac:spMk id="12" creationId="{D2249DF0-E255-2920-4256-E0F971ABCA28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37.358" v="3043"/>
          <ac:spMkLst>
            <pc:docMk/>
            <pc:sldMk cId="3111745311" sldId="288"/>
            <ac:spMk id="13" creationId="{99398A01-BD88-8DAD-EF0E-1D9E58C221A5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37.358" v="3042"/>
          <ac:spMkLst>
            <pc:docMk/>
            <pc:sldMk cId="3111745311" sldId="288"/>
            <ac:spMk id="14" creationId="{64128CDB-FA35-2656-2365-C12443E7C8AF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37.358" v="3041"/>
          <ac:spMkLst>
            <pc:docMk/>
            <pc:sldMk cId="3111745311" sldId="288"/>
            <ac:spMk id="15" creationId="{56B96C0A-61D3-0DA5-E0E6-0C3636EE3A21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37.358" v="3040"/>
          <ac:spMkLst>
            <pc:docMk/>
            <pc:sldMk cId="3111745311" sldId="288"/>
            <ac:spMk id="16" creationId="{2D816191-F577-3D96-5C68-37A29FF502BF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37.358" v="3039"/>
          <ac:spMkLst>
            <pc:docMk/>
            <pc:sldMk cId="3111745311" sldId="288"/>
            <ac:spMk id="17" creationId="{B1DDE425-27A1-2F57-7058-9716538CB47A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37.358" v="3038"/>
          <ac:spMkLst>
            <pc:docMk/>
            <pc:sldMk cId="3111745311" sldId="288"/>
            <ac:spMk id="18" creationId="{AADD0469-4D03-D7D4-DA90-2A12BD8D6B81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37.358" v="3037"/>
          <ac:spMkLst>
            <pc:docMk/>
            <pc:sldMk cId="3111745311" sldId="288"/>
            <ac:spMk id="19" creationId="{5B2F5926-0F1D-375D-37ED-A5E2A237D27F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37.358" v="3036"/>
          <ac:spMkLst>
            <pc:docMk/>
            <pc:sldMk cId="3111745311" sldId="288"/>
            <ac:spMk id="20" creationId="{C24BDD2A-B676-171F-BEA7-C70B92AB2B56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37.358" v="3035"/>
          <ac:spMkLst>
            <pc:docMk/>
            <pc:sldMk cId="3111745311" sldId="288"/>
            <ac:spMk id="21" creationId="{45ABDB1D-02F5-3785-B91A-E71979FC5CF7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8:37.358" v="3034"/>
          <ac:spMkLst>
            <pc:docMk/>
            <pc:sldMk cId="3111745311" sldId="288"/>
            <ac:spMk id="22" creationId="{27E879F6-A816-552E-79FC-59F6B8497858}"/>
          </ac:spMkLst>
        </pc:spChg>
        <pc:spChg chg="mod">
          <ac:chgData name="Alfonso Balandra Antelis" userId="S::abala@tec.mx::28ba9e3f-8dae-4bf5-851d-5bb8a2fa86a5" providerId="AD" clId="Web-{00000000-0000-0000-0000-000000000000}" dt="2026-10-20T16:28:46.890" v="3048" actId="1076"/>
          <ac:spMkLst>
            <pc:docMk/>
            <pc:sldMk cId="3111745311" sldId="288"/>
            <ac:spMk id="23" creationId="{4BF9075B-72D1-8A55-BBE8-B91599DAF661}"/>
          </ac:spMkLst>
        </pc:spChg>
        <pc:spChg chg="mod">
          <ac:chgData name="Alfonso Balandra Antelis" userId="S::abala@tec.mx::28ba9e3f-8dae-4bf5-851d-5bb8a2fa86a5" providerId="AD" clId="Web-{00000000-0000-0000-0000-000000000000}" dt="2026-10-20T16:28:46.905" v="3049" actId="1076"/>
          <ac:spMkLst>
            <pc:docMk/>
            <pc:sldMk cId="3111745311" sldId="288"/>
            <ac:spMk id="24" creationId="{1051245B-9870-CCD7-D7E4-E8820C71FEC1}"/>
          </ac:spMkLst>
        </pc:spChg>
        <pc:spChg chg="mod">
          <ac:chgData name="Alfonso Balandra Antelis" userId="S::abala@tec.mx::28ba9e3f-8dae-4bf5-851d-5bb8a2fa86a5" providerId="AD" clId="Web-{00000000-0000-0000-0000-000000000000}" dt="2026-10-20T16:45:48.385" v="3096" actId="20577"/>
          <ac:spMkLst>
            <pc:docMk/>
            <pc:sldMk cId="3111745311" sldId="288"/>
            <ac:spMk id="25" creationId="{6AF6BCCB-B9CF-BC4F-3DAD-845C73468C47}"/>
          </ac:spMkLst>
        </pc:spChg>
        <pc:spChg chg="mod">
          <ac:chgData name="Alfonso Balandra Antelis" userId="S::abala@tec.mx::28ba9e3f-8dae-4bf5-851d-5bb8a2fa86a5" providerId="AD" clId="Web-{00000000-0000-0000-0000-000000000000}" dt="2026-10-20T16:46:02.980" v="3098" actId="20577"/>
          <ac:spMkLst>
            <pc:docMk/>
            <pc:sldMk cId="3111745311" sldId="288"/>
            <ac:spMk id="26" creationId="{7A273CB5-E937-7CDF-0DF6-A5C5AEE872FC}"/>
          </ac:spMkLst>
        </pc:spChg>
        <pc:spChg chg="mod">
          <ac:chgData name="Alfonso Balandra Antelis" userId="S::abala@tec.mx::28ba9e3f-8dae-4bf5-851d-5bb8a2fa86a5" providerId="AD" clId="Web-{00000000-0000-0000-0000-000000000000}" dt="2026-10-20T16:46:37.856" v="3148" actId="20577"/>
          <ac:spMkLst>
            <pc:docMk/>
            <pc:sldMk cId="3111745311" sldId="288"/>
            <ac:spMk id="27" creationId="{8A3014AA-1E87-8535-C6B2-2F506F7013F1}"/>
          </ac:spMkLst>
        </pc:spChg>
        <pc:spChg chg="mod">
          <ac:chgData name="Alfonso Balandra Antelis" userId="S::abala@tec.mx::28ba9e3f-8dae-4bf5-851d-5bb8a2fa86a5" providerId="AD" clId="Web-{00000000-0000-0000-0000-000000000000}" dt="2026-10-20T16:28:46.952" v="3053" actId="1076"/>
          <ac:spMkLst>
            <pc:docMk/>
            <pc:sldMk cId="3111745311" sldId="288"/>
            <ac:spMk id="28" creationId="{6D5296A1-E3A0-710F-D814-7B667A760B65}"/>
          </ac:spMkLst>
        </pc:spChg>
        <pc:spChg chg="mod">
          <ac:chgData name="Alfonso Balandra Antelis" userId="S::abala@tec.mx::28ba9e3f-8dae-4bf5-851d-5bb8a2fa86a5" providerId="AD" clId="Web-{00000000-0000-0000-0000-000000000000}" dt="2026-10-20T16:46:31.575" v="3143" actId="20577"/>
          <ac:spMkLst>
            <pc:docMk/>
            <pc:sldMk cId="3111745311" sldId="288"/>
            <ac:spMk id="29" creationId="{EDA33CD9-16A2-884C-B49C-169FAD278A96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7:46.200" v="3008"/>
          <ac:spMkLst>
            <pc:docMk/>
            <pc:sldMk cId="3111745311" sldId="288"/>
            <ac:spMk id="30" creationId="{2C86A888-AC5D-CA36-D8C3-2BE503144164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7:47.918" v="3009"/>
          <ac:spMkLst>
            <pc:docMk/>
            <pc:sldMk cId="3111745311" sldId="288"/>
            <ac:spMk id="31" creationId="{3CDB2F35-BE43-9533-40C5-8381FE452140}"/>
          </ac:spMkLst>
        </pc:spChg>
        <pc:spChg chg="del">
          <ac:chgData name="Alfonso Balandra Antelis" userId="S::abala@tec.mx::28ba9e3f-8dae-4bf5-851d-5bb8a2fa86a5" providerId="AD" clId="Web-{00000000-0000-0000-0000-000000000000}" dt="2026-10-20T16:27:49.637" v="3010"/>
          <ac:spMkLst>
            <pc:docMk/>
            <pc:sldMk cId="3111745311" sldId="288"/>
            <ac:spMk id="32" creationId="{B3B36808-7DBA-B805-F180-124556DEFFFA}"/>
          </ac:spMkLst>
        </pc:spChg>
        <pc:spChg chg="add mod">
          <ac:chgData name="Alfonso Balandra Antelis" userId="S::abala@tec.mx::28ba9e3f-8dae-4bf5-851d-5bb8a2fa86a5" providerId="AD" clId="Web-{00000000-0000-0000-0000-000000000000}" dt="2026-10-20T16:50:27.647" v="3210" actId="1076"/>
          <ac:spMkLst>
            <pc:docMk/>
            <pc:sldMk cId="3111745311" sldId="288"/>
            <ac:spMk id="34" creationId="{7B8CFD4B-13F8-3A18-CA25-F34745BB1F51}"/>
          </ac:spMkLst>
        </pc:spChg>
        <pc:picChg chg="add mod">
          <ac:chgData name="Alfonso Balandra Antelis" userId="S::abala@tec.mx::28ba9e3f-8dae-4bf5-851d-5bb8a2fa86a5" providerId="AD" clId="Web-{00000000-0000-0000-0000-000000000000}" dt="2026-10-20T16:50:24.772" v="3209" actId="1076"/>
          <ac:picMkLst>
            <pc:docMk/>
            <pc:sldMk cId="3111745311" sldId="288"/>
            <ac:picMk id="6" creationId="{6F545605-41D2-88A1-C3D2-E325EAAB1D4E}"/>
          </ac:picMkLst>
        </pc:picChg>
      </pc:sldChg>
      <pc:sldChg chg="addSp delSp modSp add">
        <pc:chgData name="Alfonso Balandra Antelis" userId="S::abala@tec.mx::28ba9e3f-8dae-4bf5-851d-5bb8a2fa86a5" providerId="AD" clId="Web-{00000000-0000-0000-0000-000000000000}" dt="2026-10-20T17:06:12.077" v="3481" actId="1076"/>
        <pc:sldMkLst>
          <pc:docMk/>
          <pc:sldMk cId="2821770313" sldId="289"/>
        </pc:sldMkLst>
        <pc:spChg chg="mod">
          <ac:chgData name="Alfonso Balandra Antelis" userId="S::abala@tec.mx::28ba9e3f-8dae-4bf5-851d-5bb8a2fa86a5" providerId="AD" clId="Web-{00000000-0000-0000-0000-000000000000}" dt="2026-10-20T17:03:22.444" v="3463" actId="1076"/>
          <ac:spMkLst>
            <pc:docMk/>
            <pc:sldMk cId="2821770313" sldId="289"/>
            <ac:spMk id="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7:03:22.460" v="3464" actId="1076"/>
          <ac:spMkLst>
            <pc:docMk/>
            <pc:sldMk cId="2821770313" sldId="289"/>
            <ac:spMk id="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7:05:29.466" v="3477" actId="1076"/>
          <ac:spMkLst>
            <pc:docMk/>
            <pc:sldMk cId="2821770313" sldId="289"/>
            <ac:spMk id="6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7:05:29.497" v="3478" actId="1076"/>
          <ac:spMkLst>
            <pc:docMk/>
            <pc:sldMk cId="2821770313" sldId="289"/>
            <ac:spMk id="7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56:38.115" v="3386" actId="1076"/>
          <ac:spMkLst>
            <pc:docMk/>
            <pc:sldMk cId="2821770313" sldId="289"/>
            <ac:spMk id="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56:38.131" v="3387" actId="1076"/>
          <ac:spMkLst>
            <pc:docMk/>
            <pc:sldMk cId="2821770313" sldId="289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54:30.141" v="3237" actId="14100"/>
          <ac:spMkLst>
            <pc:docMk/>
            <pc:sldMk cId="2821770313" sldId="289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54:17.672" v="3231" actId="1076"/>
          <ac:spMkLst>
            <pc:docMk/>
            <pc:sldMk cId="2821770313" sldId="289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54:25.126" v="3234"/>
          <ac:spMkLst>
            <pc:docMk/>
            <pc:sldMk cId="2821770313" sldId="289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54:32.266" v="3238" actId="14100"/>
          <ac:spMkLst>
            <pc:docMk/>
            <pc:sldMk cId="2821770313" sldId="289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54:17.688" v="3232" actId="1076"/>
          <ac:spMkLst>
            <pc:docMk/>
            <pc:sldMk cId="2821770313" sldId="289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54:25.126" v="3235"/>
          <ac:spMkLst>
            <pc:docMk/>
            <pc:sldMk cId="2821770313" sldId="289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54:34.923" v="3239" actId="14100"/>
          <ac:spMkLst>
            <pc:docMk/>
            <pc:sldMk cId="2821770313" sldId="289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54:17.688" v="3233" actId="1076"/>
          <ac:spMkLst>
            <pc:docMk/>
            <pc:sldMk cId="2821770313" sldId="289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54:25.172" v="3236"/>
          <ac:spMkLst>
            <pc:docMk/>
            <pc:sldMk cId="2821770313" sldId="289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58:33.230" v="3390" actId="1076"/>
          <ac:spMkLst>
            <pc:docMk/>
            <pc:sldMk cId="2821770313" sldId="289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58:33.245" v="3391" actId="1076"/>
          <ac:spMkLst>
            <pc:docMk/>
            <pc:sldMk cId="2821770313" sldId="289"/>
            <ac:spMk id="26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6:53:53.640" v="3224"/>
          <ac:spMkLst>
            <pc:docMk/>
            <pc:sldMk cId="2821770313" sldId="289"/>
            <ac:spMk id="28" creationId="{00000000-0000-0000-0000-000000000000}"/>
          </ac:spMkLst>
        </pc:spChg>
        <pc:spChg chg="del">
          <ac:chgData name="Alfonso Balandra Antelis" userId="S::abala@tec.mx::28ba9e3f-8dae-4bf5-851d-5bb8a2fa86a5" providerId="AD" clId="Web-{00000000-0000-0000-0000-000000000000}" dt="2026-10-20T16:53:52.296" v="3223"/>
          <ac:spMkLst>
            <pc:docMk/>
            <pc:sldMk cId="2821770313" sldId="289"/>
            <ac:spMk id="29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7:06:12.077" v="3481" actId="1076"/>
          <ac:spMkLst>
            <pc:docMk/>
            <pc:sldMk cId="2821770313" sldId="289"/>
            <ac:spMk id="30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58:39.417" v="3392" actId="1076"/>
          <ac:spMkLst>
            <pc:docMk/>
            <pc:sldMk cId="2821770313" sldId="289"/>
            <ac:spMk id="31" creationId="{00000000-0000-0000-0000-000000000000}"/>
          </ac:spMkLst>
        </pc:spChg>
        <pc:spChg chg="mod">
          <ac:chgData name="Alfonso Balandra Antelis" userId="S::abala@tec.mx::28ba9e3f-8dae-4bf5-851d-5bb8a2fa86a5" providerId="AD" clId="Web-{00000000-0000-0000-0000-000000000000}" dt="2026-10-20T16:58:39.433" v="3393" actId="1076"/>
          <ac:spMkLst>
            <pc:docMk/>
            <pc:sldMk cId="2821770313" sldId="289"/>
            <ac:spMk id="32" creationId="{00000000-0000-0000-0000-000000000000}"/>
          </ac:spMkLst>
        </pc:spChg>
        <pc:spChg chg="add mod">
          <ac:chgData name="Alfonso Balandra Antelis" userId="S::abala@tec.mx::28ba9e3f-8dae-4bf5-851d-5bb8a2fa86a5" providerId="AD" clId="Web-{00000000-0000-0000-0000-000000000000}" dt="2026-10-20T17:06:09.702" v="3480" actId="1076"/>
          <ac:spMkLst>
            <pc:docMk/>
            <pc:sldMk cId="2821770313" sldId="289"/>
            <ac:spMk id="34" creationId="{8B7BDDC7-F955-CA83-52CB-698BC28ED71E}"/>
          </ac:spMkLst>
        </pc:spChg>
        <pc:picChg chg="mod">
          <ac:chgData name="Alfonso Balandra Antelis" userId="S::abala@tec.mx::28ba9e3f-8dae-4bf5-851d-5bb8a2fa86a5" providerId="AD" clId="Web-{00000000-0000-0000-0000-000000000000}" dt="2026-10-20T17:03:12.725" v="3462" actId="1076"/>
          <ac:picMkLst>
            <pc:docMk/>
            <pc:sldMk cId="2821770313" sldId="289"/>
            <ac:picMk id="3" creationId="{00000000-0000-0000-0000-000000000000}"/>
          </ac:picMkLst>
        </pc:picChg>
        <pc:picChg chg="del">
          <ac:chgData name="Alfonso Balandra Antelis" userId="S::abala@tec.mx::28ba9e3f-8dae-4bf5-851d-5bb8a2fa86a5" providerId="AD" clId="Web-{00000000-0000-0000-0000-000000000000}" dt="2026-10-20T16:53:50.171" v="3222"/>
          <ac:picMkLst>
            <pc:docMk/>
            <pc:sldMk cId="2821770313" sldId="289"/>
            <ac:picMk id="27" creationId="{00000000-0000-0000-0000-000000000000}"/>
          </ac:picMkLst>
        </pc:picChg>
        <pc:picChg chg="add mod">
          <ac:chgData name="Alfonso Balandra Antelis" userId="S::abala@tec.mx::28ba9e3f-8dae-4bf5-851d-5bb8a2fa86a5" providerId="AD" clId="Web-{00000000-0000-0000-0000-000000000000}" dt="2026-10-20T17:06:09.670" v="3479" actId="1076"/>
          <ac:picMkLst>
            <pc:docMk/>
            <pc:sldMk cId="2821770313" sldId="289"/>
            <ac:picMk id="33" creationId="{6FAA06E0-0904-86DF-06BB-C0E23C24C5EB}"/>
          </ac:picMkLst>
        </pc:picChg>
      </pc:sldChg>
    </pc:docChg>
  </pc:docChgLst>
  <pc:docChgLst>
    <pc:chgData name="Alfonso Balandra Antelis" userId="S::abala@tec.mx::28ba9e3f-8dae-4bf5-851d-5bb8a2fa86a5" providerId="AD" clId="Web-{C6745F95-9E49-2156-EF8F-7FF2B7FD3637}"/>
    <pc:docChg chg="modSld">
      <pc:chgData name="Alfonso Balandra Antelis" userId="S::abala@tec.mx::28ba9e3f-8dae-4bf5-851d-5bb8a2fa86a5" providerId="AD" clId="Web-{C6745F95-9E49-2156-EF8F-7FF2B7FD3637}" dt="2026-10-20T14:19:37.795" v="45"/>
      <pc:docMkLst>
        <pc:docMk/>
      </pc:docMkLst>
      <pc:sldChg chg="modSp">
        <pc:chgData name="Alfonso Balandra Antelis" userId="S::abala@tec.mx::28ba9e3f-8dae-4bf5-851d-5bb8a2fa86a5" providerId="AD" clId="Web-{C6745F95-9E49-2156-EF8F-7FF2B7FD3637}" dt="2026-10-20T14:17:19.477" v="0" actId="20577"/>
        <pc:sldMkLst>
          <pc:docMk/>
          <pc:sldMk cId="0" sldId="256"/>
        </pc:sldMkLst>
        <pc:spChg chg="mod">
          <ac:chgData name="Alfonso Balandra Antelis" userId="S::abala@tec.mx::28ba9e3f-8dae-4bf5-851d-5bb8a2fa86a5" providerId="AD" clId="Web-{C6745F95-9E49-2156-EF8F-7FF2B7FD3637}" dt="2026-10-20T14:17:19.477" v="0" actId="20577"/>
          <ac:spMkLst>
            <pc:docMk/>
            <pc:sldMk cId="0" sldId="256"/>
            <ac:spMk id="14" creationId="{00000000-0000-0000-0000-000000000000}"/>
          </ac:spMkLst>
        </pc:spChg>
      </pc:sldChg>
      <pc:sldChg chg="addSp delSp modSp">
        <pc:chgData name="Alfonso Balandra Antelis" userId="S::abala@tec.mx::28ba9e3f-8dae-4bf5-851d-5bb8a2fa86a5" providerId="AD" clId="Web-{C6745F95-9E49-2156-EF8F-7FF2B7FD3637}" dt="2026-10-20T14:19:37.795" v="45"/>
        <pc:sldMkLst>
          <pc:docMk/>
          <pc:sldMk cId="0" sldId="270"/>
        </pc:sldMkLst>
        <pc:spChg chg="mod">
          <ac:chgData name="Alfonso Balandra Antelis" userId="S::abala@tec.mx::28ba9e3f-8dae-4bf5-851d-5bb8a2fa86a5" providerId="AD" clId="Web-{C6745F95-9E49-2156-EF8F-7FF2B7FD3637}" dt="2026-10-20T14:18:51.902" v="1" actId="20577"/>
          <ac:spMkLst>
            <pc:docMk/>
            <pc:sldMk cId="0" sldId="270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C6745F95-9E49-2156-EF8F-7FF2B7FD3637}" dt="2026-10-20T14:19:31.560" v="34" actId="20577"/>
          <ac:spMkLst>
            <pc:docMk/>
            <pc:sldMk cId="0" sldId="270"/>
            <ac:spMk id="12" creationId="{00000000-0000-0000-0000-000000000000}"/>
          </ac:spMkLst>
        </pc:spChg>
        <pc:spChg chg="add del">
          <ac:chgData name="Alfonso Balandra Antelis" userId="S::abala@tec.mx::28ba9e3f-8dae-4bf5-851d-5bb8a2fa86a5" providerId="AD" clId="Web-{C6745F95-9E49-2156-EF8F-7FF2B7FD3637}" dt="2026-10-20T14:19:37.795" v="45"/>
          <ac:spMkLst>
            <pc:docMk/>
            <pc:sldMk cId="0" sldId="270"/>
            <ac:spMk id="13" creationId="{00000000-0000-0000-0000-000000000000}"/>
          </ac:spMkLst>
        </pc:spChg>
        <pc:spChg chg="add del">
          <ac:chgData name="Alfonso Balandra Antelis" userId="S::abala@tec.mx::28ba9e3f-8dae-4bf5-851d-5bb8a2fa86a5" providerId="AD" clId="Web-{C6745F95-9E49-2156-EF8F-7FF2B7FD3637}" dt="2026-10-20T14:19:37.795" v="44"/>
          <ac:spMkLst>
            <pc:docMk/>
            <pc:sldMk cId="0" sldId="270"/>
            <ac:spMk id="16" creationId="{00000000-0000-0000-0000-000000000000}"/>
          </ac:spMkLst>
        </pc:spChg>
        <pc:spChg chg="add del">
          <ac:chgData name="Alfonso Balandra Antelis" userId="S::abala@tec.mx::28ba9e3f-8dae-4bf5-851d-5bb8a2fa86a5" providerId="AD" clId="Web-{C6745F95-9E49-2156-EF8F-7FF2B7FD3637}" dt="2026-10-20T14:19:37.795" v="43"/>
          <ac:spMkLst>
            <pc:docMk/>
            <pc:sldMk cId="0" sldId="270"/>
            <ac:spMk id="18" creationId="{00000000-0000-0000-0000-000000000000}"/>
          </ac:spMkLst>
        </pc:spChg>
        <pc:picChg chg="add del">
          <ac:chgData name="Alfonso Balandra Antelis" userId="S::abala@tec.mx::28ba9e3f-8dae-4bf5-851d-5bb8a2fa86a5" providerId="AD" clId="Web-{C6745F95-9E49-2156-EF8F-7FF2B7FD3637}" dt="2026-10-20T14:19:36.435" v="39"/>
          <ac:picMkLst>
            <pc:docMk/>
            <pc:sldMk cId="0" sldId="270"/>
            <ac:picMk id="2" creationId="{00000000-0000-0000-0000-000000000000}"/>
          </ac:picMkLst>
        </pc:picChg>
        <pc:picChg chg="mod">
          <ac:chgData name="Alfonso Balandra Antelis" userId="S::abala@tec.mx::28ba9e3f-8dae-4bf5-851d-5bb8a2fa86a5" providerId="AD" clId="Web-{C6745F95-9E49-2156-EF8F-7FF2B7FD3637}" dt="2026-10-20T14:19:07.747" v="9" actId="1076"/>
          <ac:picMkLst>
            <pc:docMk/>
            <pc:sldMk cId="0" sldId="270"/>
            <ac:picMk id="3" creationId="{00000000-0000-0000-0000-000000000000}"/>
          </ac:picMkLst>
        </pc:picChg>
        <pc:picChg chg="mod">
          <ac:chgData name="Alfonso Balandra Antelis" userId="S::abala@tec.mx::28ba9e3f-8dae-4bf5-851d-5bb8a2fa86a5" providerId="AD" clId="Web-{C6745F95-9E49-2156-EF8F-7FF2B7FD3637}" dt="2026-10-20T14:19:05.028" v="7" actId="1076"/>
          <ac:picMkLst>
            <pc:docMk/>
            <pc:sldMk cId="0" sldId="270"/>
            <ac:picMk id="5" creationId="{00000000-0000-0000-0000-000000000000}"/>
          </ac:picMkLst>
        </pc:picChg>
        <pc:picChg chg="mod">
          <ac:chgData name="Alfonso Balandra Antelis" userId="S::abala@tec.mx::28ba9e3f-8dae-4bf5-851d-5bb8a2fa86a5" providerId="AD" clId="Web-{C6745F95-9E49-2156-EF8F-7FF2B7FD3637}" dt="2026-10-20T14:19:01.153" v="5" actId="1076"/>
          <ac:picMkLst>
            <pc:docMk/>
            <pc:sldMk cId="0" sldId="270"/>
            <ac:picMk id="6" creationId="{00000000-0000-0000-0000-000000000000}"/>
          </ac:picMkLst>
        </pc:picChg>
        <pc:picChg chg="mod">
          <ac:chgData name="Alfonso Balandra Antelis" userId="S::abala@tec.mx::28ba9e3f-8dae-4bf5-851d-5bb8a2fa86a5" providerId="AD" clId="Web-{C6745F95-9E49-2156-EF8F-7FF2B7FD3637}" dt="2026-10-20T14:19:03.200" v="6" actId="1076"/>
          <ac:picMkLst>
            <pc:docMk/>
            <pc:sldMk cId="0" sldId="270"/>
            <ac:picMk id="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10BBB3-2B43-481D-B823-02BA206301EB}" type="datetimeFigureOut">
              <a:t>20/10/2026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14E24F-D9B7-4F1A-80FA-E74B2D77F25F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2346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Bienvenida al tema 8.1. Este bloque es una introducción: todavía no vamos a programar. El objetivo es reconocer las piezas de un juego, entender cómo se conectan y ver cómo ha cambiado la forma de jugar. Podemos empezar con una pregunta: ¿cuál fue el primer videojuego que recuerdan?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Recorrido de la sesión: historia, conceptos, elementos y géneros, y controles. La idea es que al final puedan mirar cualquier juego y separar sus piezas.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Primer bloque: historia. No vamos a memorizar fechas; vamos a ver cómo cada cambio tecnológico cambió la forma de jugar.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línea del tiempo no es para memorizar fechas. Es para ver que cada salto tecnológico cambió qué se puede hacer, cómo se ve y cómo se controla. Pregunta al grupo: ¿qué salto creen que cambió más su forma de jugar?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Tennis for Two era un experimento de laboratorio. Spacewar! nació en el MIT y se compartió entre computadoras. Pong se entiende sin instrucciones. Atari 2600 lleva los cartuchos y los juegos a la casa. La idea: los primeros juegos eran experimentos; después se volvieron un producto de masas.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9DFAE-EDAC-367B-8374-0281502E8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80031-7DF8-FA99-1111-48579DCEBB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A584E-A278-B4C7-14EC-B94A296C01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Tercer bloque: elementos y géneros. Veremos las piezas que aparecen en casi todos los juegos y las etiquetas que usamos para clasificarlos.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B1482-9A0E-FDB0-9DF6-6B1099DAC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08507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NES y Super Mario Bros. definen el género de plataformas. Game Boy lleva el juego al bolsillo y Tetris demuestra que un juego simple puede vender una consola. SNES mejora color y sonido; el modo 7 simula profundidad, pero seguimos en 2D. Aclarar: 2D no es sinónimo de simple; es una forma de representar el mundo.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B08F8-B8D7-A060-0855-F569ED043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F4A3E9-B879-3A28-6A82-15B061C600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5C2E77-0FF9-43FB-2C56-2B4404A27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Tercer bloque: elementos y géneros. Veremos las piezas que aparecen en casi todos los juegos y las etiquetas que usamos para clasificarlos.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A24B6-4B31-FDAC-7B3C-CE067A584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72691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Doom parecía 3D, pero usaba trucos de dibujo; Quake y Mario 64 llevan el 3D real a la jugabilidad. PlayStation populariza el CD-ROM y los polígonos. El problema nuevo es la cámara: en 2D se ve todo el plano; en 3D hay que decidir qué mira el jugador.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VR comercial llega en 2016 con Oculus Rift, HTC Vive y PlayStation VR. El casco sigue la cabeza; eso se llama presencia. También mencionar los juegos en línea, móviles, independientes y deportes electrónicos. Cerrar con la idea de que la historia sigue: cada nueva interfaz cambia la forma de jugar.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Segundo bloque: conceptos. Son las piezas que no se ven en la pantalla, pero que hacen que el juego funcione.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Definición práctica: un sistema con reglas, objetivo y reto, donde las decisiones tienen consecuencias. Si el jugador no decide nada, no hay juego: hay una animación. Pedir un ejemplo de un juego que se sienta como una película con botones.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MDA separa mecánicas, dinámicas y estética. Las mecánicas son las reglas y acciones; las dinámicas son lo que emerge cuando el jugador juega; la estética es la emoción. Ejemplo Mario: saltar con impulso (mecánica), calcular la distancia (dinámica), sentir que dominas el salto (estética). El diseñador piensa de izquierda a derecha; el jugador lo vive al revés.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Reglas: qué se puede y qué no. Retos: ponen a prueba una habilidad. Recompensas: reconocen el esfuerzo. La dificultad es el equilibrio entre reto y habilidad: muy alto frustra, muy bajo aburre. Preguntar: ¿qué recompensa los motiva más en un juego?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Todo juego tiene un bucle: leer entrada, actualizar el mundo y dibujar. Se repite muchas veces por segundo. dt es el tiempo entre fotogramas; se usa para que la velocidad no dependa de la computadora. En VR se piden 90 fps o más para evitar mareo.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CÓDIGO DE LA DIAPOSITIVA (con espacios, para copiar/pegar):</a:t>
            </a:r>
          </a:p>
          <a:p>
            <a:r>
              <a:t>partida_activa = True</a:t>
            </a:r>
          </a:p>
          <a:p>
            <a:endParaRPr/>
          </a:p>
          <a:p>
            <a:r>
              <a:t>while partida_activa:</a:t>
            </a:r>
          </a:p>
          <a:p>
            <a:r>
              <a:t>    dt = tiempo_del_frame()</a:t>
            </a:r>
          </a:p>
          <a:p>
            <a:r>
              <a:t>    leer_controles()</a:t>
            </a:r>
          </a:p>
          <a:p>
            <a:r>
              <a:t>    actualizar(dt)</a:t>
            </a:r>
          </a:p>
          <a:p>
            <a:r>
              <a:t>    dibujar()</a:t>
            </a:r>
          </a:p>
          <a:p>
            <a:endParaRPr/>
          </a:p>
          <a:p>
            <a:r>
              <a:t>Archivo completo en la carpeta T7-3_content: game_loop.py</a:t>
            </a:r>
          </a:p>
          <a:p>
            <a:endParaRPr/>
          </a:p>
          <a:p>
            <a:r>
              <a:t>Es pseudocódigo. dt es el tiempo entre fotogramas; en Unity se usa Time.deltaTime. Las funciones leer_controles, actualizar y dibujar se implementan en el motor o en el lenguaje que se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4D3CE-C8DE-77ED-D5BA-DC623EB06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0201AF-A5D4-0593-9E6A-1D31234D5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CD1D68-2FB2-7F0A-4441-FCCDB50A9D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Tercer bloque: elementos y géneros. Veremos las piezas que aparecen en casi todos los juegos y las etiquetas que usamos para clasificarlos.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F740E-5903-ADEA-EC04-2CB273D0F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409655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Tercer bloque: elementos y géneros. Veremos las piezas que aparecen en casi todos los juegos y las etiquetas que usamos para clasificarlos.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Ocho elementos básicos: escena, sprite o modelo, cámara, coordenadas, HUD, menús, vidas y niveles. No todos los juegos usan los ocho, pero casi todos combinan varios. Pedir a los estudiantes que identifiquen estos elementos en un juego que conozcan.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2D y 3D no son una jerarquía de calidad. En 2D el mundo es un plano y los personajes son sprites; en 3D hay profundidad y modelos. Cambian las coordenadas, la cámara y la forma de controlar. Preguntar: ¿qué juegos 2D se sienten más profundos que muchos 3D?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cámara decide qué mira el jugador; el HUD decide qué información tiene. En la imagen: minimapa, barra de vida y cámara en tercera persona. Cámara fija, cámara que sigue y primera persona. Si hay demasiada información, el jugador deja de mirar el mundo.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Géneros como etiquetas, no como jaulas. Acción: reflejos y precisión. Aventura/rol: explorar, decidir y vivir una historia. Puzzle: pensar. Estrategia: planear recursos. Preguntar: ¿qué juego mezcla dos o tres géneros?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Otros géneros: roguelike, simulación, deportes, sandbox e indie. Roguelike viene de Rogue (1980): mazmorras, turnos y muerte permanente; cada partida es distinta. Recordar que los géneros se mezclan: un juego puede ser acción, RPG y roguelike a la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A8D2A-186E-3C8A-0CB5-2BFC67E5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1B125-005E-83C1-5E9B-638155DB53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3B73F-1DCB-D1D1-AF70-E36DCF6573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Tercer bloque: elementos y géneros. Veremos las piezas que aparecen en casi todos los juegos y las etiquetas que usamos para clasificarlos.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97BFB-7022-20B0-DA96-2CB0C2F9E6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682133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Cuarto bloque: gameplay y controles. Es una introducción breve; el tema se retoma en 8.9. La idea central: si el control no responde, el mejor juego se siente 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gameplay es la experiencia que emerge cuando el jugador interactúa con las reglas. No es solo el conjunto de mecánicas: es lo que el jugador hace, decide y siente. Ejemplo: en Mario, la mecánica es saltar; el gameplay es calcular la distancia, el momento y el riesgo. Preguntar al grupo: ¿qué juego tiene buen gameplay para ustedes y por qué?</a:t>
            </a:r>
          </a:p>
          <a:p>
            <a:endParaRPr/>
          </a:p>
          <a:p>
            <a:r>
              <a:t>Imagen: SuperTux, SuperTux developers, CC BY-SA 3.0.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control es la interfaz entre el jugador y el juego. No es solo el mando: es el bucle completo entre acción y respuesta. Respuesta inmediata, retroalimentación clara y controles consistentes. La latencia es el retraso entre la acción y la respuesta; 100 ms ya se sienten.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Tres estilos: Quake, rápido y preciso; Resident Evil con controles tanque, lento y tenso; Project Zomboid, muchos sistemas e interfaz compleja. Actividad de 5 minutos: elegir un juego, una acción que se sienta bien y otra que se sienta mal, y explicar por qué. Conectar con 8.9, donde se ven controles, cámara y respuesta con más detalle.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AD89C-03D7-AA84-CD04-3C86B0DA5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4E4E23-A279-F26B-C646-6206D0890D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1E548-7146-5801-201C-E1336A2609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Tres estilos: Quake, rápido y preciso; Resident Evil con controles tanque, lento y tenso; Project Zomboid, muchos sistemas e interfaz compleja. Actividad de 5 minutos: elegir un juego, una acción que se sienta bien y otra que se sienta mal, y explicar por qué. Conectar con 8.9, donde se ven controles, cámara y respuesta con más detalle.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E50F7-B063-026F-6D0E-75E68A710E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209140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6B220-48FA-F470-CF91-E7D17574B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9D718F-CB63-F30C-57D1-2527BA3365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D48F8D-BCD9-6913-1079-FC243877BB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Tres estilos: Quake, rápido y preciso; Resident Evil con controles tanque, lento y tenso; Project Zomboid, muchos sistemas e interfaz compleja. Actividad de 5 minutos: elegir un juego, una acción que se sienta bien y otra que se sienta mal, y explicar por qué. Conectar con 8.9, donde se ven controles, cámara y respuesta con más detalle.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8B97C-E6DE-AFAA-D2D6-FBCE510504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753817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Resumen: historia, definición de juego, MDA, game loop y control. La idea final: antes de programar, dibujar el bucle y las reglas en papel. Esto conecta con el taller de GDD de la siguiente parte del 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Créditos y licencias. Los enlaces completos están en las notas de cada diapositiva y en la carpeta T7-3_content. Tennis for Two: https://commons.wikimedia.org/wiki/File:Tennis_For_Two_on_a_DuMont_Lab_Oscilloscope_Type_304-A.jpg</a:t>
            </a:r>
          </a:p>
          <a:p>
            <a:r>
              <a:t>Spacewar!: https://commons.wikimedia.org/wiki/File:Spacewar_gameplay.jpg</a:t>
            </a:r>
          </a:p>
          <a:p>
            <a:r>
              <a:t>Pong: https://commons.wikimedia.org/wiki/File:Atari_Pong_arcade_game_cabinet.jpg</a:t>
            </a:r>
          </a:p>
          <a:p>
            <a:r>
              <a:t>Atari 2600: https://commons.wikimedia.org/wiki/File:Atari-2600-Four-Switch-Black-Console-01.jpg</a:t>
            </a:r>
          </a:p>
          <a:p>
            <a:r>
              <a:t>NES: https://commons.wikimedia.org/wiki/File:NES-Console-Set.png</a:t>
            </a:r>
          </a:p>
          <a:p>
            <a:r>
              <a:t>Game Boy: https://commons.wikimedia.org/wiki/File:Game-Boy-FL.jpg</a:t>
            </a:r>
          </a:p>
          <a:p>
            <a:r>
              <a:t>Nintendo 64: https://commons.wikimedia.org/wiki/File:N64-Console-Set.png</a:t>
            </a:r>
          </a:p>
          <a:p>
            <a:r>
              <a:t>Oculus Rift: https://commons.wikimedia.org/wiki/File:Oculus-Rift-CV1-Headset-Front_transparent.png</a:t>
            </a:r>
          </a:p>
          <a:p>
            <a:r>
              <a:t>Freedoom: https://commons.wikimedia.org/wiki/File:Freedoom-0.13-uzdoom-4.14.3-screenshot-1.png</a:t>
            </a:r>
          </a:p>
          <a:p>
            <a:r>
              <a:t>SuperTux: https://commons.wikimedia.org/wiki/File:Supertux-overworld.png</a:t>
            </a:r>
          </a:p>
          <a:p>
            <a:r>
              <a:t>Veloren: https://commons.wikimedia.org/wiki/File:Veloren-0.17-screenshot-horizon.jpg</a:t>
            </a:r>
          </a:p>
          <a:p>
            <a:r>
              <a:t>0 A.D.: https://commons.wikimedia.org/wiki/File:0_A.D._Alpha_23.jpg</a:t>
            </a:r>
          </a:p>
          <a:p>
            <a:r>
              <a:t>2048: https://commons.wikimedia.org/wiki/File:2048_Screenshot.png</a:t>
            </a:r>
          </a:p>
          <a:p>
            <a:r>
              <a:t>DCSS: https://commons.wikimedia.org/wiki/File:DCSS_Tiles_Screenshot.png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Cierre. Abrir espacio para preguntas. Recordar que el siguiente tema es 8.2, motores para el desarrollo de videojuegos. Si queda tiempo, pedir un ejemplo de un juego y describir su bucle, sus reglas y su control en una frase.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YZxSaXIHy_o?feature=oembed" TargetMode="Externa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4.jpe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eo1PpuNHjj8?feature=oembed" TargetMode="Externa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7.jpe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gqhwuGxCDPM?feature=oembed" TargetMode="Externa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23.jpe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g"/><Relationship Id="rId5" Type="http://schemas.openxmlformats.org/officeDocument/2006/relationships/image" Target="../media/image28.png"/><Relationship Id="rId4" Type="http://schemas.openxmlformats.org/officeDocument/2006/relationships/image" Target="../media/image27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UuHJllbWRV0?feature=oembed" TargetMode="Externa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31.jpe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V4kLWzPz3Ik?feature=oembed" TargetMode="External"/><Relationship Id="rId6" Type="http://schemas.openxmlformats.org/officeDocument/2006/relationships/image" Target="../media/image32.jpe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HOT5cQZwK9A?feature=oembed" TargetMode="External"/><Relationship Id="rId5" Type="http://schemas.openxmlformats.org/officeDocument/2006/relationships/image" Target="../media/image33.jpeg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ouoaD9g91Y8?start=2242&amp;feature=oembed" TargetMode="External"/><Relationship Id="rId5" Type="http://schemas.openxmlformats.org/officeDocument/2006/relationships/image" Target="../media/image34.jpeg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CWzLU3axAbg?start=236&amp;feature=oembed" TargetMode="External"/><Relationship Id="rId5" Type="http://schemas.openxmlformats.org/officeDocument/2006/relationships/image" Target="../media/image35.jpeg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10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572000"/>
            <a:ext cx="822960" cy="12560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4251960"/>
            <a:ext cx="960120" cy="171961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5532120"/>
            <a:ext cx="502920" cy="3028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4572000"/>
            <a:ext cx="777240" cy="118631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360" y="81280"/>
            <a:ext cx="731520" cy="69644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1234440"/>
            <a:ext cx="9601200" cy="2057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92000"/>
              </a:lnSpc>
            </a:pPr>
            <a:r>
              <a:rPr lang="es-ES" sz="6600">
                <a:solidFill>
                  <a:srgbClr val="131315"/>
                </a:solidFill>
                <a:latin typeface="Neuromax SemBd"/>
              </a:rPr>
              <a:t>VIDEO JUEGOS </a:t>
            </a:r>
          </a:p>
          <a:p>
            <a:pPr>
              <a:lnSpc>
                <a:spcPct val="92000"/>
              </a:lnSpc>
            </a:pPr>
            <a:r>
              <a:rPr lang="es-ES" sz="6600">
                <a:solidFill>
                  <a:srgbClr val="131315"/>
                </a:solidFill>
                <a:latin typeface="Neuromax SemBd"/>
              </a:rPr>
              <a:t>INTRODUCCION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3584448"/>
            <a:ext cx="2011680" cy="6400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3794760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dirty="0">
                <a:solidFill>
                  <a:srgbClr val="31324A"/>
                </a:solidFill>
                <a:latin typeface="Neuromax"/>
              </a:rPr>
              <a:t>De</a:t>
            </a:r>
            <a:r>
              <a:rPr b="0" i="0" dirty="0">
                <a:solidFill>
                  <a:srgbClr val="31324A"/>
                </a:solidFill>
                <a:latin typeface="Neuromax"/>
              </a:rPr>
              <a:t> </a:t>
            </a:r>
            <a:r>
              <a:rPr b="0" i="0" dirty="0" err="1">
                <a:solidFill>
                  <a:srgbClr val="31324A"/>
                </a:solidFill>
                <a:latin typeface="Neuromax"/>
              </a:rPr>
              <a:t>los</a:t>
            </a:r>
            <a:r>
              <a:rPr b="0" i="0" dirty="0">
                <a:solidFill>
                  <a:srgbClr val="31324A"/>
                </a:solidFill>
                <a:latin typeface="Neuromax"/>
              </a:rPr>
              <a:t> </a:t>
            </a:r>
            <a:r>
              <a:rPr b="0" i="0" dirty="0" err="1">
                <a:solidFill>
                  <a:srgbClr val="31324A"/>
                </a:solidFill>
                <a:latin typeface="Neuromax"/>
              </a:rPr>
              <a:t>osciloscopios</a:t>
            </a:r>
            <a:r>
              <a:rPr b="0" i="0" dirty="0">
                <a:solidFill>
                  <a:srgbClr val="31324A"/>
                </a:solidFill>
                <a:latin typeface="Neuromax"/>
              </a:rPr>
              <a:t> a </a:t>
            </a:r>
            <a:r>
              <a:rPr b="0" i="0" dirty="0" err="1">
                <a:solidFill>
                  <a:srgbClr val="31324A"/>
                </a:solidFill>
                <a:latin typeface="Neuromax"/>
              </a:rPr>
              <a:t>los</a:t>
            </a:r>
            <a:r>
              <a:rPr b="0" i="0" dirty="0">
                <a:solidFill>
                  <a:srgbClr val="31324A"/>
                </a:solidFill>
                <a:latin typeface="Neuromax"/>
              </a:rPr>
              <a:t> </a:t>
            </a:r>
            <a:r>
              <a:rPr b="0" i="0" dirty="0" err="1">
                <a:solidFill>
                  <a:srgbClr val="31324A"/>
                </a:solidFill>
                <a:latin typeface="Neuromax"/>
              </a:rPr>
              <a:t>mundos</a:t>
            </a:r>
            <a:r>
              <a:rPr b="0" i="0" dirty="0">
                <a:solidFill>
                  <a:srgbClr val="31324A"/>
                </a:solidFill>
                <a:latin typeface="Neuromax"/>
              </a:rPr>
              <a:t> 3D</a:t>
            </a:r>
            <a:endParaRPr lang="es-ES" b="0" i="0" dirty="0">
              <a:solidFill>
                <a:srgbClr val="31324A"/>
              </a:solidFill>
              <a:latin typeface="Neuromax"/>
            </a:endParaRPr>
          </a:p>
        </p:txBody>
      </p:sp>
      <p:pic>
        <p:nvPicPr>
          <p:cNvPr id="15" name="Imagen 14" descr="Super Mario Brothers Classic 1up Trick">
            <a:extLst>
              <a:ext uri="{FF2B5EF4-FFF2-40B4-BE49-F238E27FC236}">
                <a16:creationId xmlns:a16="http://schemas.microsoft.com/office/drawing/2014/main" id="{CF378A6D-A11E-EADD-DF23-4D505066E6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8246" y="523637"/>
            <a:ext cx="5069840" cy="4495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2640" y="436880"/>
            <a:ext cx="1468120" cy="6106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0687" y="4200816"/>
            <a:ext cx="914400" cy="16377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411480"/>
            <a:ext cx="1051560" cy="4582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1207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31315"/>
                </a:solidFill>
                <a:latin typeface="Neuromax SemBd"/>
              </a:rPr>
              <a:t>LO QUE VEREMOS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dirty="0">
                <a:solidFill>
                  <a:srgbClr val="4F5361"/>
                </a:solidFill>
                <a:latin typeface="Neuromax"/>
              </a:rPr>
              <a:t>Cuatro </a:t>
            </a:r>
            <a:r>
              <a:rPr b="0" i="0" dirty="0" err="1">
                <a:solidFill>
                  <a:srgbClr val="4F5361"/>
                </a:solidFill>
                <a:latin typeface="Neuromax"/>
              </a:rPr>
              <a:t>bloques</a:t>
            </a:r>
            <a:r>
              <a:rPr b="0" i="0" dirty="0">
                <a:solidFill>
                  <a:srgbClr val="4F5361"/>
                </a:solidFill>
                <a:latin typeface="Neuromax"/>
              </a:rPr>
              <a:t> para </a:t>
            </a:r>
            <a:r>
              <a:rPr b="0" i="0" dirty="0" err="1">
                <a:solidFill>
                  <a:srgbClr val="4F5361"/>
                </a:solidFill>
                <a:latin typeface="Neuromax"/>
              </a:rPr>
              <a:t>entender</a:t>
            </a:r>
            <a:r>
              <a:rPr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b="0" i="0" dirty="0" err="1">
                <a:solidFill>
                  <a:srgbClr val="4F5361"/>
                </a:solidFill>
                <a:latin typeface="Neuromax"/>
              </a:rPr>
              <a:t>cómo</a:t>
            </a:r>
            <a:r>
              <a:rPr b="0" i="0" dirty="0">
                <a:solidFill>
                  <a:srgbClr val="4F5361"/>
                </a:solidFill>
                <a:latin typeface="Neuromax"/>
              </a:rPr>
              <a:t> se </a:t>
            </a:r>
            <a:r>
              <a:rPr b="0" i="0" dirty="0" err="1">
                <a:solidFill>
                  <a:srgbClr val="4F5361"/>
                </a:solidFill>
                <a:latin typeface="Neuromax"/>
              </a:rPr>
              <a:t>diseña</a:t>
            </a:r>
            <a:r>
              <a:rPr b="0" i="0" dirty="0">
                <a:solidFill>
                  <a:srgbClr val="4F5361"/>
                </a:solidFill>
                <a:latin typeface="Neuromax"/>
              </a:rPr>
              <a:t> y se </a:t>
            </a:r>
            <a:r>
              <a:rPr b="0" i="0" dirty="0" err="1">
                <a:solidFill>
                  <a:srgbClr val="4F5361"/>
                </a:solidFill>
                <a:latin typeface="Neuromax"/>
              </a:rPr>
              <a:t>juega</a:t>
            </a:r>
            <a:r>
              <a:rPr b="0" i="0" dirty="0">
                <a:solidFill>
                  <a:srgbClr val="4F5361"/>
                </a:solidFill>
                <a:latin typeface="Neuromax"/>
              </a:rPr>
              <a:t> un </a:t>
            </a:r>
            <a:r>
              <a:rPr b="0" i="0" dirty="0" err="1">
                <a:solidFill>
                  <a:srgbClr val="4F5361"/>
                </a:solidFill>
                <a:latin typeface="Neuromax"/>
              </a:rPr>
              <a:t>videojuego</a:t>
            </a:r>
            <a:r>
              <a:rPr b="0" i="0" dirty="0">
                <a:solidFill>
                  <a:srgbClr val="4F5361"/>
                </a:solidFill>
                <a:latin typeface="Neuromax"/>
              </a:rPr>
              <a:t>.</a:t>
            </a:r>
            <a:endParaRPr lang="es-ES" b="0" i="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691640"/>
            <a:ext cx="11055096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691640"/>
            <a:ext cx="73152" cy="84124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810512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963700"/>
                </a:solidFill>
                <a:latin typeface="Neuromax SemB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01368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HISTORIA</a:t>
            </a:r>
            <a:endParaRPr lang="es-ES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81328" y="2157984"/>
            <a:ext cx="9052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4F5361"/>
                </a:solidFill>
                <a:latin typeface="Neuromax"/>
              </a:rPr>
              <a:t>De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los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osciloscopios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a la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realidad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virtual.</a:t>
            </a:r>
            <a:endParaRPr lang="es-ES" sz="1400" b="0" i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89920" y="189280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63700"/>
                </a:solidFill>
                <a:latin typeface="Neuromax SemBd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679192"/>
            <a:ext cx="11055096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2679192"/>
            <a:ext cx="73152" cy="841248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798064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A81E49"/>
                </a:solidFill>
                <a:latin typeface="Neuromax SemB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278892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350" b="0" i="0" dirty="0">
                <a:solidFill>
                  <a:srgbClr val="131315"/>
                </a:solidFill>
                <a:latin typeface="Neuromax SemBd"/>
              </a:rPr>
              <a:t>CONCEPTOS</a:t>
            </a:r>
            <a:r>
              <a:rPr lang="es-ES" sz="1350">
                <a:solidFill>
                  <a:srgbClr val="131315"/>
                </a:solidFill>
                <a:latin typeface="Neuromax SemBd"/>
              </a:rPr>
              <a:t> BASICOS</a:t>
            </a:r>
            <a:endParaRPr sz="135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81328" y="3145536"/>
            <a:ext cx="9052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4F5361"/>
                </a:solidFill>
                <a:latin typeface="Neuromax"/>
              </a:rPr>
              <a:t>Mecánicas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,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dinámicas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,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reglas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,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retos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y game loop.</a:t>
            </a:r>
            <a:endParaRPr lang="es-ES" sz="1400" b="0" i="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789920" y="288036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81E49"/>
                </a:solidFill>
                <a:latin typeface="Neuromax SemBd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666744"/>
            <a:ext cx="11055096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" y="3666744"/>
            <a:ext cx="73152" cy="841248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785615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963700"/>
                </a:solidFill>
                <a:latin typeface="Neuromax SemB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776472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 SemBd"/>
              </a:rPr>
              <a:t>ELEMENTOS Y GÉNEROS</a:t>
            </a:r>
            <a:endParaRPr lang="es-ES" sz="16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81328" y="4133087"/>
            <a:ext cx="9052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4F5361"/>
                </a:solidFill>
                <a:latin typeface="Neuromax"/>
              </a:rPr>
              <a:t>Escenas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, sprites,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cámara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, HUD y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tipos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de juego.</a:t>
            </a:r>
            <a:endParaRPr lang="es-ES" sz="1400" b="0" i="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789920" y="3867911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63700"/>
                </a:solidFill>
                <a:latin typeface="Neuromax SemBd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654296"/>
            <a:ext cx="11055096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6928" y="4654296"/>
            <a:ext cx="73152" cy="841248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773168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A81E49"/>
                </a:solidFill>
                <a:latin typeface="Neuromax SemB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764024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 SemBd"/>
              </a:rPr>
              <a:t>GAMEPLAY Y CONTROLES</a:t>
            </a:r>
            <a:endParaRPr lang="es-ES" sz="16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81328" y="5120640"/>
            <a:ext cx="9052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s-ES" sz="1600" dirty="0">
                <a:solidFill>
                  <a:srgbClr val="4F5361"/>
                </a:solidFill>
                <a:latin typeface="Neuromax"/>
              </a:rPr>
              <a:t>El Control define el 90% del </a:t>
            </a:r>
            <a:r>
              <a:rPr lang="es-ES" sz="1600" dirty="0" err="1">
                <a:solidFill>
                  <a:srgbClr val="4F5361"/>
                </a:solidFill>
                <a:latin typeface="Neuromax"/>
              </a:rPr>
              <a:t>GamePlay</a:t>
            </a:r>
            <a:endParaRPr lang="es-ES" sz="160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789920" y="4855464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81E49"/>
                </a:solidFill>
                <a:latin typeface="Neuromax SemBd"/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822960"/>
            <a:ext cx="1097280" cy="4781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2011680"/>
            <a:ext cx="914400" cy="3855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9959" y="3430405"/>
            <a:ext cx="1280160" cy="22928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9620" y="5174109"/>
            <a:ext cx="1600200" cy="8485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19919" y="4319119"/>
            <a:ext cx="685800" cy="6529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534924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5029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BLOQUE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09728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0" i="0">
                <a:solidFill>
                  <a:srgbClr val="FFC000"/>
                </a:solidFill>
                <a:latin typeface="Neuromax SemBd"/>
              </a:rPr>
              <a:t>01</a:t>
            </a:r>
            <a:endParaRPr lang="es-ES" sz="6400" b="0" i="0">
              <a:solidFill>
                <a:srgbClr val="FFC000"/>
              </a:solidFill>
              <a:latin typeface="Neuromax SemB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2148840"/>
            <a:ext cx="6949440" cy="1325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HISTORIA DE LOS</a:t>
            </a:r>
            <a:endParaRPr lang="es-ES" sz="4800" b="0" i="0">
              <a:solidFill>
                <a:srgbClr val="131315"/>
              </a:solidFill>
              <a:latin typeface="Neuromax SemBd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VIDEOJUEGOS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5760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2000" b="0" i="0" err="1">
                <a:solidFill>
                  <a:srgbClr val="4F5361"/>
                </a:solidFill>
                <a:latin typeface="Neuromax"/>
              </a:rPr>
              <a:t>Sesenta</a:t>
            </a:r>
            <a:r>
              <a:rPr sz="20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2000" b="0" i="0" err="1">
                <a:solidFill>
                  <a:srgbClr val="4F5361"/>
                </a:solidFill>
                <a:latin typeface="Neuromax"/>
              </a:rPr>
              <a:t>años</a:t>
            </a:r>
            <a:r>
              <a:rPr sz="20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s-ES" sz="2000">
                <a:solidFill>
                  <a:srgbClr val="4F5361"/>
                </a:solidFill>
                <a:latin typeface="Neuromax"/>
              </a:rPr>
              <a:t>de video juegos</a:t>
            </a:r>
            <a:endParaRPr lang="es-ES" sz="2000" b="0" i="0" dirty="0">
              <a:solidFill>
                <a:srgbClr val="4F5361"/>
              </a:solidFill>
              <a:latin typeface="Neuromax"/>
            </a:endParaRPr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57C039A2-3770-B7E8-3798-CF9E8BF269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62575" y="5419011"/>
            <a:ext cx="502920" cy="302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201168"/>
            <a:ext cx="960120" cy="41837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8.1.1 · HISTORIA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21207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131315"/>
                </a:solidFill>
                <a:latin typeface="Neuromax SemBd"/>
              </a:rPr>
              <a:t>UNA LÍNEA DEL TIEMPO MUY BREVE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F5361"/>
                </a:solidFill>
                <a:latin typeface="Neuromax"/>
              </a:rPr>
              <a:t>Siete momentos para ubicar la historia. Fíjate en el cambio, no en la fecha.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3246120"/>
            <a:ext cx="10561320" cy="0"/>
          </a:xfrm>
          <a:prstGeom prst="line">
            <a:avLst/>
          </a:prstGeom>
          <a:ln w="27940">
            <a:solidFill>
              <a:srgbClr val="3132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23544" y="3163824"/>
            <a:ext cx="164592" cy="164592"/>
          </a:xfrm>
          <a:prstGeom prst="ellipse">
            <a:avLst/>
          </a:prstGeom>
          <a:solidFill>
            <a:srgbClr val="F08A3C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" y="190195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963700"/>
                </a:solidFill>
                <a:latin typeface="Neuromax SemBd"/>
              </a:rPr>
              <a:t>1958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" y="23317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</a:pPr>
            <a:r>
              <a:rPr lang="es-ES">
                <a:solidFill>
                  <a:srgbClr val="131315"/>
                </a:solidFill>
                <a:latin typeface="Neuromax"/>
              </a:rPr>
              <a:t>Pong en un</a:t>
            </a:r>
            <a:endParaRPr lang="es-ES" sz="4000"/>
          </a:p>
          <a:p>
            <a:pPr algn="ctr">
              <a:lnSpc>
                <a:spcPct val="95000"/>
              </a:lnSpc>
            </a:pPr>
            <a:r>
              <a:rPr lang="es-ES">
                <a:solidFill>
                  <a:srgbClr val="131315"/>
                </a:solidFill>
                <a:latin typeface="Neuromax"/>
              </a:rPr>
              <a:t> osciloscopio </a:t>
            </a:r>
            <a:endParaRPr lang="es-ES" dirty="0">
              <a:solidFill>
                <a:srgbClr val="131315"/>
              </a:solidFill>
              <a:latin typeface="Neuromax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005840" y="2971800"/>
            <a:ext cx="0" cy="173736"/>
          </a:xfrm>
          <a:prstGeom prst="line">
            <a:avLst/>
          </a:prstGeom>
          <a:ln w="12700">
            <a:solidFill>
              <a:srgbClr val="31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615184" y="3163824"/>
            <a:ext cx="164592" cy="164592"/>
          </a:xfrm>
          <a:prstGeom prst="ellipse">
            <a:avLst/>
          </a:prstGeom>
          <a:solidFill>
            <a:srgbClr val="F08A3C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37360" y="345643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963700"/>
                </a:solidFill>
                <a:latin typeface="Neuromax SemBd"/>
              </a:rPr>
              <a:t>1972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887215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"/>
              </a:rPr>
              <a:t>Pong y los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"/>
              </a:rPr>
              <a:t>arcades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97480" y="3346704"/>
            <a:ext cx="0" cy="91440"/>
          </a:xfrm>
          <a:prstGeom prst="line">
            <a:avLst/>
          </a:prstGeom>
          <a:ln w="12700">
            <a:solidFill>
              <a:srgbClr val="31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306824" y="3163824"/>
            <a:ext cx="164592" cy="164592"/>
          </a:xfrm>
          <a:prstGeom prst="ellipse">
            <a:avLst/>
          </a:prstGeom>
          <a:solidFill>
            <a:srgbClr val="F08A3C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190195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963700"/>
                </a:solidFill>
                <a:latin typeface="Neuromax SemBd"/>
              </a:rPr>
              <a:t>1977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3317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31315"/>
                </a:solidFill>
                <a:latin typeface="Neuromax"/>
              </a:rPr>
              <a:t>Atari </a:t>
            </a:r>
            <a:endParaRPr lang="es-ES" sz="2800" b="0" i="0">
              <a:solidFill>
                <a:srgbClr val="131315"/>
              </a:solidFill>
              <a:latin typeface="Neuromax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4389120" y="2971800"/>
            <a:ext cx="0" cy="173736"/>
          </a:xfrm>
          <a:prstGeom prst="line">
            <a:avLst/>
          </a:prstGeom>
          <a:ln w="12700">
            <a:solidFill>
              <a:srgbClr val="31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998464" y="3163824"/>
            <a:ext cx="164592" cy="164592"/>
          </a:xfrm>
          <a:prstGeom prst="ellipse">
            <a:avLst/>
          </a:prstGeom>
          <a:solidFill>
            <a:srgbClr val="F08A3C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0640" y="345643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963700"/>
                </a:solidFill>
                <a:latin typeface="Neuromax SemBd"/>
              </a:rPr>
              <a:t>1985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887215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2400">
                <a:solidFill>
                  <a:srgbClr val="131315"/>
                </a:solidFill>
                <a:latin typeface="Neuromax"/>
              </a:rPr>
              <a:t>Nintendo</a:t>
            </a:r>
            <a:endParaRPr lang="es-ES" sz="2400" b="0" i="0">
              <a:solidFill>
                <a:srgbClr val="131315"/>
              </a:solidFill>
              <a:latin typeface="Neuromax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3346704"/>
            <a:ext cx="0" cy="91440"/>
          </a:xfrm>
          <a:prstGeom prst="line">
            <a:avLst/>
          </a:prstGeom>
          <a:ln w="12700">
            <a:solidFill>
              <a:srgbClr val="31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690104" y="3163824"/>
            <a:ext cx="164592" cy="164592"/>
          </a:xfrm>
          <a:prstGeom prst="ellipse">
            <a:avLst/>
          </a:prstGeom>
          <a:solidFill>
            <a:srgbClr val="F08A3C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12280" y="190195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963700"/>
                </a:solidFill>
                <a:latin typeface="Neuromax SemBd"/>
              </a:rPr>
              <a:t>1993–96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23317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"/>
              </a:rPr>
              <a:t>Doom, Mario 64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"/>
              </a:rPr>
              <a:t>y Quake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0" y="2971800"/>
            <a:ext cx="0" cy="173736"/>
          </a:xfrm>
          <a:prstGeom prst="line">
            <a:avLst/>
          </a:prstGeom>
          <a:ln w="12700">
            <a:solidFill>
              <a:srgbClr val="31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381744" y="3163824"/>
            <a:ext cx="164592" cy="164592"/>
          </a:xfrm>
          <a:prstGeom prst="ellipse">
            <a:avLst/>
          </a:prstGeom>
          <a:solidFill>
            <a:srgbClr val="F08A3C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03919" y="345643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963700"/>
                </a:solidFill>
                <a:latin typeface="Neuromax SemBd"/>
              </a:rPr>
              <a:t>2016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9" y="3887215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b="0" i="0" dirty="0" err="1">
                <a:solidFill>
                  <a:srgbClr val="131315"/>
                </a:solidFill>
                <a:latin typeface="Neuromax"/>
              </a:rPr>
              <a:t>Realidad</a:t>
            </a:r>
            <a:endParaRPr lang="es-ES" b="0" i="0" dirty="0" err="1">
              <a:solidFill>
                <a:srgbClr val="131315"/>
              </a:solidFill>
              <a:latin typeface="Neuromax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s-ES">
                <a:solidFill>
                  <a:srgbClr val="131315"/>
                </a:solidFill>
                <a:latin typeface="Neuromax"/>
              </a:rPr>
              <a:t>Virtual</a:t>
            </a:r>
            <a:endParaRPr b="0" i="0">
              <a:solidFill>
                <a:srgbClr val="131315"/>
              </a:solidFill>
              <a:latin typeface="Neuromax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9464040" y="3346704"/>
            <a:ext cx="0" cy="91440"/>
          </a:xfrm>
          <a:prstGeom prst="line">
            <a:avLst/>
          </a:prstGeom>
          <a:ln w="12700">
            <a:solidFill>
              <a:srgbClr val="31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1073384" y="3163824"/>
            <a:ext cx="164592" cy="164592"/>
          </a:xfrm>
          <a:prstGeom prst="ellipse">
            <a:avLst/>
          </a:prstGeom>
          <a:solidFill>
            <a:srgbClr val="F08A3C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195559" y="190195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963700"/>
                </a:solidFill>
                <a:latin typeface="Neuromax SemBd"/>
              </a:rPr>
              <a:t>2020s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59" y="23317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"/>
              </a:rPr>
              <a:t>Motores, móvil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"/>
              </a:rPr>
              <a:t>e IA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1155680" y="2971800"/>
            <a:ext cx="0" cy="173736"/>
          </a:xfrm>
          <a:prstGeom prst="line">
            <a:avLst/>
          </a:prstGeom>
          <a:ln w="12700">
            <a:solidFill>
              <a:srgbClr val="31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66928" y="4983480"/>
            <a:ext cx="11055096" cy="658368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2000" b="1" i="0" dirty="0">
                <a:solidFill>
                  <a:srgbClr val="FFFFFF"/>
                </a:solidFill>
                <a:latin typeface="Neuromax"/>
              </a:rPr>
              <a:t>Cada </a:t>
            </a:r>
            <a:r>
              <a:rPr sz="2000" b="1" i="0" err="1">
                <a:solidFill>
                  <a:srgbClr val="FFFFFF"/>
                </a:solidFill>
                <a:latin typeface="Neuromax"/>
              </a:rPr>
              <a:t>salto</a:t>
            </a:r>
            <a:r>
              <a:rPr sz="2000" b="1" i="0" dirty="0">
                <a:solidFill>
                  <a:srgbClr val="FFFFFF"/>
                </a:solidFill>
                <a:latin typeface="Neuromax"/>
              </a:rPr>
              <a:t> </a:t>
            </a:r>
            <a:r>
              <a:rPr sz="2000" b="1" i="0" err="1">
                <a:solidFill>
                  <a:srgbClr val="FFFFFF"/>
                </a:solidFill>
                <a:latin typeface="Neuromax"/>
              </a:rPr>
              <a:t>cambió</a:t>
            </a:r>
            <a:r>
              <a:rPr sz="2000" b="1" i="0" dirty="0">
                <a:solidFill>
                  <a:srgbClr val="FFFFFF"/>
                </a:solidFill>
                <a:latin typeface="Neuromax"/>
              </a:rPr>
              <a:t> </a:t>
            </a:r>
            <a:r>
              <a:rPr lang="es-ES" sz="2000" b="1">
                <a:solidFill>
                  <a:srgbClr val="FFFFFF"/>
                </a:solidFill>
                <a:latin typeface="Neuromax"/>
              </a:rPr>
              <a:t>una de tres</a:t>
            </a:r>
            <a:r>
              <a:rPr sz="2000" b="1" i="0" dirty="0">
                <a:solidFill>
                  <a:srgbClr val="FFFFFF"/>
                </a:solidFill>
                <a:latin typeface="Neuromax"/>
              </a:rPr>
              <a:t> </a:t>
            </a:r>
            <a:r>
              <a:rPr sz="2000" b="1" i="0" err="1">
                <a:solidFill>
                  <a:srgbClr val="FFFFFF"/>
                </a:solidFill>
                <a:latin typeface="Neuromax"/>
              </a:rPr>
              <a:t>cosas</a:t>
            </a:r>
            <a:r>
              <a:rPr sz="2000" b="1" i="0">
                <a:solidFill>
                  <a:srgbClr val="FFFFFF"/>
                </a:solidFill>
                <a:latin typeface="Neuromax"/>
              </a:rPr>
              <a:t>: </a:t>
            </a:r>
            <a:r>
              <a:rPr sz="2000" b="1" i="0" err="1">
                <a:solidFill>
                  <a:srgbClr val="FFFFFF"/>
                </a:solidFill>
                <a:latin typeface="Neuromax"/>
              </a:rPr>
              <a:t>qué</a:t>
            </a:r>
            <a:r>
              <a:rPr sz="2000" b="1" i="0">
                <a:solidFill>
                  <a:srgbClr val="FFFFFF"/>
                </a:solidFill>
                <a:latin typeface="Neuromax"/>
              </a:rPr>
              <a:t> se </a:t>
            </a:r>
            <a:r>
              <a:rPr sz="2000" b="1" i="0" err="1">
                <a:solidFill>
                  <a:srgbClr val="FFFFFF"/>
                </a:solidFill>
                <a:latin typeface="Neuromax"/>
              </a:rPr>
              <a:t>puede</a:t>
            </a:r>
            <a:r>
              <a:rPr sz="2000" b="1" i="0" dirty="0">
                <a:solidFill>
                  <a:srgbClr val="FFFFFF"/>
                </a:solidFill>
                <a:latin typeface="Neuromax"/>
              </a:rPr>
              <a:t> hacer</a:t>
            </a:r>
            <a:r>
              <a:rPr lang="es-ES" sz="2000" b="1">
                <a:solidFill>
                  <a:srgbClr val="FFFFFF"/>
                </a:solidFill>
                <a:latin typeface="Neuromax"/>
              </a:rPr>
              <a:t> y/o</a:t>
            </a:r>
            <a:r>
              <a:rPr sz="2000" b="1" i="0" dirty="0">
                <a:solidFill>
                  <a:srgbClr val="FFFFFF"/>
                </a:solidFill>
                <a:latin typeface="Neuromax"/>
              </a:rPr>
              <a:t> </a:t>
            </a:r>
            <a:r>
              <a:rPr sz="2000" b="1" i="0" err="1">
                <a:solidFill>
                  <a:srgbClr val="FFFFFF"/>
                </a:solidFill>
                <a:latin typeface="Neuromax"/>
              </a:rPr>
              <a:t>cómo</a:t>
            </a:r>
            <a:r>
              <a:rPr sz="2000" b="1" i="0">
                <a:solidFill>
                  <a:srgbClr val="FFFFFF"/>
                </a:solidFill>
                <a:latin typeface="Neuromax"/>
              </a:rPr>
              <a:t> se </a:t>
            </a:r>
            <a:r>
              <a:rPr sz="2000" b="1" i="0" err="1">
                <a:solidFill>
                  <a:srgbClr val="FFFFFF"/>
                </a:solidFill>
                <a:latin typeface="Neuromax"/>
              </a:rPr>
              <a:t>ve</a:t>
            </a:r>
            <a:r>
              <a:rPr sz="2000" b="1" i="0" dirty="0">
                <a:solidFill>
                  <a:srgbClr val="FFFFFF"/>
                </a:solidFill>
                <a:latin typeface="Neuromax"/>
              </a:rPr>
              <a:t> </a:t>
            </a:r>
            <a:r>
              <a:rPr lang="es-ES" sz="2000" b="1">
                <a:solidFill>
                  <a:srgbClr val="FFFFFF"/>
                </a:solidFill>
                <a:latin typeface="Neuromax"/>
              </a:rPr>
              <a:t>y/o </a:t>
            </a:r>
            <a:r>
              <a:rPr sz="2000" b="1" i="0">
                <a:solidFill>
                  <a:srgbClr val="FFFFFF"/>
                </a:solidFill>
                <a:latin typeface="Neuromax"/>
              </a:rPr>
              <a:t>cómo se </a:t>
            </a:r>
            <a:r>
              <a:rPr sz="2000" b="1" i="0" err="1">
                <a:solidFill>
                  <a:srgbClr val="FFFFFF"/>
                </a:solidFill>
                <a:latin typeface="Neuromax"/>
              </a:rPr>
              <a:t>controla</a:t>
            </a:r>
            <a:r>
              <a:rPr sz="2000" b="1" i="0" dirty="0">
                <a:solidFill>
                  <a:srgbClr val="FFFFFF"/>
                </a:solidFill>
                <a:latin typeface="Neuromax"/>
              </a:rPr>
              <a:t>.</a:t>
            </a:r>
            <a:endParaRPr lang="es-ES" sz="2000" b="1" i="0">
              <a:solidFill>
                <a:srgbClr val="FFFFFF"/>
              </a:solidFill>
              <a:latin typeface="Neuromax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8.1.1 · HISTORIA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6768" y="704087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DEL LABORATORIO AL SALÓN</a:t>
            </a:r>
            <a:endParaRPr lang="es-ES" sz="36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1719072"/>
            <a:ext cx="5413248" cy="1810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719072"/>
            <a:ext cx="64008" cy="1810512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ENNIS FOR TWO"/>
          <p:cNvPicPr>
            <a:picLocks noChangeAspect="1"/>
          </p:cNvPicPr>
          <p:nvPr/>
        </p:nvPicPr>
        <p:blipFill>
          <a:blip r:embed="rId4"/>
          <a:srcRect l="223" r="223"/>
          <a:stretch>
            <a:fillRect/>
          </a:stretch>
        </p:blipFill>
        <p:spPr>
          <a:xfrm>
            <a:off x="731520" y="1874519"/>
            <a:ext cx="1993392" cy="1499616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2898648" y="1822704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63700"/>
                </a:solidFill>
                <a:latin typeface="Neuromax SemBd"/>
              </a:rPr>
              <a:t>1958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215798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s-ES" sz="1400" b="1" dirty="0">
                <a:solidFill>
                  <a:srgbClr val="131315"/>
                </a:solidFill>
                <a:latin typeface="Neuromax SemBd"/>
              </a:rPr>
              <a:t>PONG en un </a:t>
            </a:r>
            <a:r>
              <a:rPr lang="es-ES" sz="1400" b="1">
                <a:solidFill>
                  <a:srgbClr val="131315"/>
                </a:solidFill>
                <a:latin typeface="Neuromax SemBd"/>
              </a:rPr>
              <a:t>osciloscopio </a:t>
            </a:r>
            <a:endParaRPr lang="es-ES" sz="1400" b="1" dirty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98648" y="2600959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400" b="0" i="0" dirty="0">
                <a:solidFill>
                  <a:srgbClr val="4F5361"/>
                </a:solidFill>
                <a:latin typeface="Neuromax"/>
              </a:rPr>
              <a:t>Un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osciloscopio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y dos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controles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. </a:t>
            </a:r>
            <a:endParaRPr lang="es-ES" sz="140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4F5361"/>
                </a:solidFill>
                <a:latin typeface="Neuromax"/>
              </a:rPr>
              <a:t>Sin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gráficos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: solo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líneas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y puntos.</a:t>
            </a:r>
            <a:endParaRPr sz="1400" dirty="0"/>
          </a:p>
        </p:txBody>
      </p:sp>
      <p:sp>
        <p:nvSpPr>
          <p:cNvPr id="15" name="Rectangle 14"/>
          <p:cNvSpPr/>
          <p:nvPr/>
        </p:nvSpPr>
        <p:spPr>
          <a:xfrm>
            <a:off x="6208776" y="1719072"/>
            <a:ext cx="5413248" cy="1810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08776" y="1719072"/>
            <a:ext cx="64008" cy="1810512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0496" y="1822704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A81E49"/>
                </a:solidFill>
                <a:latin typeface="Neuromax SemBd"/>
              </a:rPr>
              <a:t>1962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215798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1315"/>
                </a:solidFill>
                <a:latin typeface="Neuromax SemBd"/>
              </a:rPr>
              <a:t>SPACEWAR!</a:t>
            </a:r>
            <a:endParaRPr lang="es-ES" sz="1400" b="1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40496" y="2600959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Dos naves, gravedad y un PDP-1. Uno de los primeros juegos compartidos entre computadoras.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657600"/>
            <a:ext cx="5413248" cy="1810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3657600"/>
            <a:ext cx="64008" cy="1810512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PONG"/>
          <p:cNvPicPr>
            <a:picLocks noChangeAspect="1"/>
          </p:cNvPicPr>
          <p:nvPr/>
        </p:nvPicPr>
        <p:blipFill>
          <a:blip r:embed="rId5"/>
          <a:srcRect t="21789" b="21789"/>
          <a:stretch>
            <a:fillRect/>
          </a:stretch>
        </p:blipFill>
        <p:spPr>
          <a:xfrm>
            <a:off x="731520" y="3813048"/>
            <a:ext cx="1993392" cy="1499616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2898648" y="3761231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63700"/>
                </a:solidFill>
                <a:latin typeface="Neuromax SemBd"/>
              </a:rPr>
              <a:t>1972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8648" y="409651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1315"/>
                </a:solidFill>
                <a:latin typeface="Neuromax SemBd"/>
              </a:rPr>
              <a:t>PONG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8648" y="4620768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Dos paletas y una pelota. Se entiende en segundos y llena los arcades.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8776" y="3657600"/>
            <a:ext cx="5413248" cy="1810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08776" y="3657600"/>
            <a:ext cx="64008" cy="1810512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ATARI 26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3951860"/>
            <a:ext cx="1993392" cy="122199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540496" y="3761231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A81E49"/>
                </a:solidFill>
                <a:latin typeface="Neuromax SemBd"/>
              </a:rPr>
              <a:t>1977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0496" y="409651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1315"/>
                </a:solidFill>
                <a:latin typeface="Neuromax SemBd"/>
              </a:rPr>
              <a:t>ATARI 2600</a:t>
            </a:r>
            <a:endParaRPr lang="es-ES" sz="1400" b="1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540496" y="4620768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400" b="0" i="0" dirty="0" err="1">
                <a:solidFill>
                  <a:srgbClr val="4F5361"/>
                </a:solidFill>
                <a:latin typeface="Neuromax"/>
              </a:rPr>
              <a:t>Cartuchos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intercambiables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: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los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juegos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s-ES" sz="1400" dirty="0">
                <a:solidFill>
                  <a:srgbClr val="4F5361"/>
                </a:solidFill>
                <a:latin typeface="Neuromax"/>
              </a:rPr>
              <a:t>del arcade entran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a la sala de casa.</a:t>
            </a: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1970022A-03FA-64C6-5DF8-45ED3E385A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677" y="1940516"/>
            <a:ext cx="2001867" cy="13690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5910E-D038-488D-F002-690AABFDE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E60888-ADCB-8DDC-2389-7C3D4B18C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68764C-32DF-5E35-A2F7-013861C4C7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8720" y="55880"/>
            <a:ext cx="1097280" cy="4781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DF3842-4A92-5A3B-BA0E-2FA11212B7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6000" y="650240"/>
            <a:ext cx="914400" cy="3855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7A0DDB-36EB-F372-BF11-41A9F2C4C8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240" y="3342640"/>
            <a:ext cx="1280160" cy="22928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38FED1-8246-0922-BA2B-15D2B2A25C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0800" y="4986528"/>
            <a:ext cx="1600200" cy="848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A96840-08C5-E4DB-B162-1B525F091B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8000" y="4165600"/>
            <a:ext cx="685800" cy="65291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29CF55E-F9AB-7BA3-A4A1-3EC0F511B43C}"/>
              </a:ext>
            </a:extLst>
          </p:cNvPr>
          <p:cNvSpPr/>
          <p:nvPr/>
        </p:nvSpPr>
        <p:spPr>
          <a:xfrm>
            <a:off x="566928" y="534924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AE5E65-FD61-73A8-883A-AD93094DEEEE}"/>
              </a:ext>
            </a:extLst>
          </p:cNvPr>
          <p:cNvSpPr txBox="1"/>
          <p:nvPr/>
        </p:nvSpPr>
        <p:spPr>
          <a:xfrm>
            <a:off x="740664" y="5029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BLOQUE 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893360-1BB2-6A9C-5E9D-1CF880F1C114}"/>
              </a:ext>
            </a:extLst>
          </p:cNvPr>
          <p:cNvSpPr txBox="1"/>
          <p:nvPr/>
        </p:nvSpPr>
        <p:spPr>
          <a:xfrm>
            <a:off x="396705" y="1031240"/>
            <a:ext cx="4927600" cy="1066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s-ES" sz="6400">
                <a:solidFill>
                  <a:srgbClr val="31324A"/>
                </a:solidFill>
                <a:latin typeface="Neuromax SemBd"/>
              </a:rPr>
              <a:t>SPACE </a:t>
            </a:r>
            <a:endParaRPr lang="es-E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s-ES" sz="6400">
                <a:solidFill>
                  <a:srgbClr val="31324A"/>
                </a:solidFill>
                <a:latin typeface="Neuromax SemBd"/>
              </a:rPr>
              <a:t>WAR </a:t>
            </a:r>
            <a:endParaRPr lang="es-ES">
              <a:ea typeface="Calibri"/>
              <a:cs typeface="Calibri"/>
            </a:endParaRPr>
          </a:p>
        </p:txBody>
      </p:sp>
      <p:pic>
        <p:nvPicPr>
          <p:cNvPr id="20" name="Elementos multimedia en línea 19" title="Spacewar! (1962)">
            <a:hlinkClick r:id="" action="ppaction://noaction"/>
            <a:extLst>
              <a:ext uri="{FF2B5EF4-FFF2-40B4-BE49-F238E27FC236}">
                <a16:creationId xmlns:a16="http://schemas.microsoft.com/office/drawing/2014/main" id="{8DCD4D4C-DF7B-6C9A-FFBC-8D6D1478D22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10"/>
          <a:stretch>
            <a:fillRect/>
          </a:stretch>
        </p:blipFill>
        <p:spPr>
          <a:xfrm>
            <a:off x="4420891" y="647054"/>
            <a:ext cx="6527370" cy="4892299"/>
          </a:xfrm>
          <a:prstGeom prst="rect">
            <a:avLst/>
          </a:prstGeom>
        </p:spPr>
      </p:pic>
      <p:sp>
        <p:nvSpPr>
          <p:cNvPr id="22" name="TextBox 17">
            <a:extLst>
              <a:ext uri="{FF2B5EF4-FFF2-40B4-BE49-F238E27FC236}">
                <a16:creationId xmlns:a16="http://schemas.microsoft.com/office/drawing/2014/main" id="{C017DB8C-B136-EF8C-1C89-244E90DC6511}"/>
              </a:ext>
            </a:extLst>
          </p:cNvPr>
          <p:cNvSpPr txBox="1"/>
          <p:nvPr/>
        </p:nvSpPr>
        <p:spPr>
          <a:xfrm>
            <a:off x="2263683" y="2591161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A81E49"/>
                </a:solidFill>
                <a:latin typeface="Neuromax SemBd"/>
              </a:rPr>
              <a:t>1962</a:t>
            </a:r>
            <a:endParaRPr lang="es-ES" sz="4000" b="0" i="0">
              <a:solidFill>
                <a:srgbClr val="A81E49"/>
              </a:solidFill>
              <a:latin typeface="Neuromax SemBd"/>
            </a:endParaRPr>
          </a:p>
        </p:txBody>
      </p:sp>
    </p:spTree>
    <p:extLst>
      <p:ext uri="{BB962C8B-B14F-4D97-AF65-F5344CB8AC3E}">
        <p14:creationId xmlns:p14="http://schemas.microsoft.com/office/powerpoint/2010/main" val="3636475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7775" y="171799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1511" y="139795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8.1.1 · HISTORIA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131" y="430800"/>
            <a:ext cx="2185004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NINTENDO</a:t>
            </a:r>
            <a:endParaRPr lang="es-ES" sz="36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070364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2000" b="0" i="0" dirty="0">
                <a:solidFill>
                  <a:srgbClr val="4F5361"/>
                </a:solidFill>
                <a:latin typeface="Neuromax"/>
              </a:rPr>
              <a:t>Nintendo </a:t>
            </a:r>
            <a:r>
              <a:rPr sz="2000" b="0" i="0" dirty="0" err="1">
                <a:solidFill>
                  <a:srgbClr val="4F5361"/>
                </a:solidFill>
                <a:latin typeface="Neuromax"/>
              </a:rPr>
              <a:t>populariza</a:t>
            </a:r>
            <a:r>
              <a:rPr sz="20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s-ES" sz="2000" dirty="0">
                <a:solidFill>
                  <a:srgbClr val="4F5361"/>
                </a:solidFill>
                <a:latin typeface="Neuromax"/>
              </a:rPr>
              <a:t>las consolas. Buen software, buen hardware a un precio razonable</a:t>
            </a:r>
            <a:endParaRPr lang="es-ES" sz="2000" b="0" i="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0910" y="2016123"/>
            <a:ext cx="3971182" cy="3022427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N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44" y="2319117"/>
            <a:ext cx="3794760" cy="2061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7333" y="452478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4F5361"/>
                </a:solidFill>
                <a:latin typeface="Neuromax SemBd"/>
              </a:rPr>
              <a:t>NES · 1985</a:t>
            </a:r>
            <a:endParaRPr lang="es-ES" sz="2400" b="0" i="0">
              <a:solidFill>
                <a:srgbClr val="4F5361"/>
              </a:solidFill>
              <a:latin typeface="Neuromax SemBd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33069" y="2181696"/>
            <a:ext cx="1995147" cy="2714785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Game Bo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839" y="2234966"/>
            <a:ext cx="1527048" cy="18523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15121" y="1632953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963700"/>
                </a:solidFill>
                <a:latin typeface="Neuromax SemBd"/>
              </a:rPr>
              <a:t>1985 · 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7409" y="2177409"/>
            <a:ext cx="480060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"/>
              </a:rPr>
              <a:t>Super Mario Bros. define el género de plataformas: correr, saltar y avanzar por niveles.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3867" y="2993963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963700"/>
                </a:solidFill>
                <a:latin typeface="Neuromax SemBd"/>
              </a:rPr>
              <a:t>1989 · GAME BOY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9697" y="3512588"/>
            <a:ext cx="480060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</a:pPr>
            <a:r>
              <a:rPr b="0" i="0" dirty="0">
                <a:solidFill>
                  <a:srgbClr val="131315"/>
                </a:solidFill>
                <a:latin typeface="Neuromax"/>
              </a:rPr>
              <a:t>El </a:t>
            </a:r>
            <a:r>
              <a:rPr lang="es-ES" dirty="0">
                <a:solidFill>
                  <a:srgbClr val="131315"/>
                </a:solidFill>
                <a:latin typeface="Neuromax"/>
              </a:rPr>
              <a:t>primer juego</a:t>
            </a:r>
            <a:r>
              <a:rPr b="0" i="0" dirty="0">
                <a:solidFill>
                  <a:srgbClr val="131315"/>
                </a:solidFill>
                <a:latin typeface="Neuromax"/>
              </a:rPr>
              <a:t> </a:t>
            </a:r>
            <a:r>
              <a:rPr b="0" i="0" err="1">
                <a:solidFill>
                  <a:srgbClr val="131315"/>
                </a:solidFill>
                <a:latin typeface="Neuromax"/>
              </a:rPr>
              <a:t>va</a:t>
            </a:r>
            <a:r>
              <a:rPr b="0" i="0" dirty="0">
                <a:solidFill>
                  <a:srgbClr val="131315"/>
                </a:solidFill>
                <a:latin typeface="Neuromax"/>
              </a:rPr>
              <a:t> al </a:t>
            </a:r>
            <a:r>
              <a:rPr b="0" i="0" err="1">
                <a:solidFill>
                  <a:srgbClr val="131315"/>
                </a:solidFill>
                <a:latin typeface="Neuromax"/>
              </a:rPr>
              <a:t>bolsillo</a:t>
            </a:r>
            <a:r>
              <a:rPr lang="es-ES" dirty="0">
                <a:solidFill>
                  <a:srgbClr val="131315"/>
                </a:solidFill>
                <a:latin typeface="Neuromax"/>
              </a:rPr>
              <a:t> comercial</a:t>
            </a:r>
            <a:r>
              <a:rPr b="0" i="0" dirty="0">
                <a:solidFill>
                  <a:srgbClr val="131315"/>
                </a:solidFill>
                <a:latin typeface="Neuromax"/>
              </a:rPr>
              <a:t>. Tetris </a:t>
            </a:r>
            <a:r>
              <a:rPr b="0" i="0" err="1">
                <a:solidFill>
                  <a:srgbClr val="131315"/>
                </a:solidFill>
                <a:latin typeface="Neuromax"/>
              </a:rPr>
              <a:t>demuestra</a:t>
            </a:r>
            <a:r>
              <a:rPr b="0" i="0" dirty="0">
                <a:solidFill>
                  <a:srgbClr val="131315"/>
                </a:solidFill>
                <a:latin typeface="Neuromax"/>
              </a:rPr>
              <a:t> </a:t>
            </a:r>
            <a:r>
              <a:rPr b="0" i="0" err="1">
                <a:solidFill>
                  <a:srgbClr val="131315"/>
                </a:solidFill>
                <a:latin typeface="Neuromax"/>
              </a:rPr>
              <a:t>que</a:t>
            </a:r>
            <a:r>
              <a:rPr b="0" i="0" dirty="0">
                <a:solidFill>
                  <a:srgbClr val="131315"/>
                </a:solidFill>
                <a:latin typeface="Neuromax"/>
              </a:rPr>
              <a:t> </a:t>
            </a:r>
            <a:r>
              <a:rPr lang="es-ES">
                <a:solidFill>
                  <a:srgbClr val="131315"/>
                </a:solidFill>
                <a:latin typeface="Neuromax"/>
              </a:rPr>
              <a:t>todos se pueden enviciar.</a:t>
            </a:r>
            <a:endParaRPr lang="es-ES" b="0" i="0" dirty="0">
              <a:solidFill>
                <a:srgbClr val="131315"/>
              </a:solidFill>
              <a:latin typeface="Neuromax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79698" y="436143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963700"/>
                </a:solidFill>
                <a:latin typeface="Neuromax SemBd"/>
              </a:rPr>
              <a:t>1991 · SNES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0732" y="4951089"/>
            <a:ext cx="480060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"/>
              </a:rPr>
              <a:t>Más color y sonido. El «modo 7» simula profundidad en un juego 2D.</a:t>
            </a: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4244101C-81F5-3FD5-B445-036555C18933}"/>
              </a:ext>
            </a:extLst>
          </p:cNvPr>
          <p:cNvSpPr txBox="1"/>
          <p:nvPr/>
        </p:nvSpPr>
        <p:spPr>
          <a:xfrm>
            <a:off x="4650214" y="409857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s-ES" sz="2400">
                <a:solidFill>
                  <a:srgbClr val="4F5361"/>
                </a:solidFill>
                <a:latin typeface="Neuromax SemBd"/>
              </a:rPr>
              <a:t>GAME BOY</a:t>
            </a:r>
            <a:endParaRPr lang="es-ES"/>
          </a:p>
          <a:p>
            <a:r>
              <a:rPr lang="es-ES" sz="2400">
                <a:solidFill>
                  <a:srgbClr val="4F5361"/>
                </a:solidFill>
                <a:latin typeface="Neuromax SemBd"/>
              </a:rPr>
              <a:t> </a:t>
            </a:r>
            <a:r>
              <a:rPr lang="es-ES" sz="2400" b="0" i="0">
                <a:solidFill>
                  <a:srgbClr val="4F5361"/>
                </a:solidFill>
                <a:latin typeface="Neuromax SemBd"/>
              </a:rPr>
              <a:t> </a:t>
            </a:r>
            <a:r>
              <a:rPr lang="es-ES" sz="2400">
                <a:solidFill>
                  <a:srgbClr val="4F5361"/>
                </a:solidFill>
                <a:latin typeface="Neuromax SemBd"/>
              </a:rPr>
              <a:t>  1989</a:t>
            </a:r>
            <a:endParaRPr lang="es-E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76608-D08B-6B5A-575F-5D9FF7207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1F4F24-C1E9-FA75-CFF7-9C565C6F3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F80958-3C1A-263B-4BEE-7C51674637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8720" y="55880"/>
            <a:ext cx="1097280" cy="4781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769DBD-9EBC-1372-418E-005B17B296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6000" y="650240"/>
            <a:ext cx="914400" cy="3855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5D2B9C-D135-CFCB-E736-8DE44D51ED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240" y="3342640"/>
            <a:ext cx="1280160" cy="22928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419499-E6EE-EAC3-1CE6-CDE854DB70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0800" y="4986528"/>
            <a:ext cx="1600200" cy="848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55E65F-4706-43AD-9931-7AAD4A5AA6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8000" y="4165600"/>
            <a:ext cx="685800" cy="65291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CFFC737-ECE9-AE70-D5CF-F4A0959A5BFB}"/>
              </a:ext>
            </a:extLst>
          </p:cNvPr>
          <p:cNvSpPr/>
          <p:nvPr/>
        </p:nvSpPr>
        <p:spPr>
          <a:xfrm>
            <a:off x="566928" y="534924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4437C9-C28A-2E33-060D-35F67BAFE03D}"/>
              </a:ext>
            </a:extLst>
          </p:cNvPr>
          <p:cNvSpPr txBox="1"/>
          <p:nvPr/>
        </p:nvSpPr>
        <p:spPr>
          <a:xfrm>
            <a:off x="740664" y="5029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BLOQUE 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0DB4B-DBC5-B05F-9A4B-D90FD676CEA0}"/>
              </a:ext>
            </a:extLst>
          </p:cNvPr>
          <p:cNvSpPr txBox="1"/>
          <p:nvPr/>
        </p:nvSpPr>
        <p:spPr>
          <a:xfrm>
            <a:off x="396705" y="1031240"/>
            <a:ext cx="4927600" cy="1066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s-ES" sz="6400">
                <a:solidFill>
                  <a:srgbClr val="31324A"/>
                </a:solidFill>
                <a:latin typeface="Neuromax SemBd"/>
              </a:rPr>
              <a:t>SNES</a:t>
            </a:r>
            <a:endParaRPr lang="es-E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s-ES" sz="6400">
                <a:solidFill>
                  <a:srgbClr val="31324A"/>
                </a:solidFill>
                <a:latin typeface="Neuromax SemBd"/>
              </a:rPr>
              <a:t>Modo 7 </a:t>
            </a:r>
            <a:endParaRPr lang="es-ES">
              <a:ea typeface="Calibri"/>
              <a:cs typeface="Calibri"/>
            </a:endParaRPr>
          </a:p>
        </p:txBody>
      </p:sp>
      <p:pic>
        <p:nvPicPr>
          <p:cNvPr id="11" name="Elementos multimedia en línea 10" title="¿Qué es el MODO 7 de Super Nintendo🎮? ¿Cómo funciona? Rotaciones, perspectiva y mucho más.">
            <a:hlinkClick r:id="" action="ppaction://noaction"/>
            <a:extLst>
              <a:ext uri="{FF2B5EF4-FFF2-40B4-BE49-F238E27FC236}">
                <a16:creationId xmlns:a16="http://schemas.microsoft.com/office/drawing/2014/main" id="{42C73A47-BCE7-C602-77B9-72452DB3240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10"/>
          <a:stretch>
            <a:fillRect/>
          </a:stretch>
        </p:blipFill>
        <p:spPr>
          <a:xfrm>
            <a:off x="3411188" y="1189494"/>
            <a:ext cx="7650756" cy="430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816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8.1.1 · HISTORIA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6300" y="501835"/>
            <a:ext cx="3502360" cy="6594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EL SALTO AL 3D</a:t>
            </a:r>
            <a:endParaRPr lang="es-ES" sz="36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8823" y="3796259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963700"/>
                </a:solidFill>
                <a:latin typeface="Neuromax SemBd"/>
              </a:rPr>
              <a:t>1993 · DOOM</a:t>
            </a:r>
            <a:endParaRPr lang="es-ES" sz="2400" b="0" i="0">
              <a:solidFill>
                <a:srgbClr val="963700"/>
              </a:solidFill>
              <a:latin typeface="Neuromax SemB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8416" y="4303054"/>
            <a:ext cx="3552728" cy="54812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2000"/>
              </a:lnSpc>
            </a:pPr>
            <a:r>
              <a:rPr sz="1600" b="0" i="0" dirty="0">
                <a:solidFill>
                  <a:srgbClr val="131315"/>
                </a:solidFill>
                <a:latin typeface="Neuromax"/>
              </a:rPr>
              <a:t>Primera persona, pasillos y </a:t>
            </a:r>
            <a:r>
              <a:rPr sz="1600" b="0" i="0" dirty="0" err="1">
                <a:solidFill>
                  <a:srgbClr val="131315"/>
                </a:solidFill>
                <a:latin typeface="Neuromax"/>
              </a:rPr>
              <a:t>enemigos</a:t>
            </a:r>
            <a:r>
              <a:rPr sz="1600" b="0" i="0" dirty="0">
                <a:solidFill>
                  <a:srgbClr val="131315"/>
                </a:solidFill>
                <a:latin typeface="Neuromax"/>
              </a:rPr>
              <a:t>. </a:t>
            </a:r>
            <a:endParaRPr lang="es-ES" sz="1600"/>
          </a:p>
          <a:p>
            <a:pPr>
              <a:lnSpc>
                <a:spcPct val="102000"/>
              </a:lnSpc>
            </a:pPr>
            <a:r>
              <a:rPr sz="1600" b="0" i="0">
                <a:solidFill>
                  <a:srgbClr val="131315"/>
                </a:solidFill>
                <a:latin typeface="Neuromax"/>
              </a:rPr>
              <a:t>Parecía</a:t>
            </a:r>
            <a:r>
              <a:rPr sz="1600" b="0" i="0" dirty="0">
                <a:solidFill>
                  <a:srgbClr val="131315"/>
                </a:solidFill>
                <a:latin typeface="Neuromax"/>
              </a:rPr>
              <a:t> 3D, </a:t>
            </a:r>
            <a:r>
              <a:rPr lang="es-ES" sz="1600" dirty="0">
                <a:solidFill>
                  <a:srgbClr val="131315"/>
                </a:solidFill>
                <a:latin typeface="Neuromax"/>
              </a:rPr>
              <a:t>pero no era 3D</a:t>
            </a:r>
            <a:endParaRPr lang="es-ES" sz="1600"/>
          </a:p>
          <a:p>
            <a:pPr>
              <a:lnSpc>
                <a:spcPct val="102000"/>
              </a:lnSpc>
            </a:pPr>
            <a:r>
              <a:rPr lang="es-ES" sz="1600" dirty="0">
                <a:solidFill>
                  <a:srgbClr val="131315"/>
                </a:solidFill>
                <a:latin typeface="Neuromax"/>
                <a:ea typeface="+mn-lt"/>
                <a:cs typeface="+mn-lt"/>
              </a:rPr>
              <a:t>BSP (</a:t>
            </a:r>
            <a:r>
              <a:rPr lang="es-ES" sz="1600" dirty="0" err="1">
                <a:solidFill>
                  <a:srgbClr val="131315"/>
                </a:solidFill>
                <a:latin typeface="Neuromax"/>
                <a:ea typeface="+mn-lt"/>
                <a:cs typeface="+mn-lt"/>
              </a:rPr>
              <a:t>Binary</a:t>
            </a:r>
            <a:r>
              <a:rPr lang="es-ES" sz="1600" dirty="0">
                <a:solidFill>
                  <a:srgbClr val="131315"/>
                </a:solidFill>
                <a:latin typeface="Neuromax"/>
                <a:ea typeface="+mn-lt"/>
                <a:cs typeface="+mn-lt"/>
              </a:rPr>
              <a:t> Space </a:t>
            </a:r>
            <a:r>
              <a:rPr lang="es-ES" sz="1600" dirty="0" err="1">
                <a:solidFill>
                  <a:srgbClr val="131315"/>
                </a:solidFill>
                <a:latin typeface="Neuromax"/>
                <a:ea typeface="+mn-lt"/>
                <a:cs typeface="+mn-lt"/>
              </a:rPr>
              <a:t>Partitioning</a:t>
            </a:r>
            <a:r>
              <a:rPr lang="es-ES" sz="1600" dirty="0">
                <a:solidFill>
                  <a:srgbClr val="131315"/>
                </a:solidFill>
                <a:latin typeface="Neuromax"/>
                <a:ea typeface="+mn-lt"/>
                <a:cs typeface="+mn-lt"/>
              </a:rPr>
              <a:t>)</a:t>
            </a:r>
            <a:endParaRPr lang="es-E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8659162" y="3922828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963700"/>
                </a:solidFill>
                <a:latin typeface="Neuromax SemBd"/>
              </a:rPr>
              <a:t>1994 · PLAYSTATION</a:t>
            </a:r>
            <a:endParaRPr lang="es-ES" sz="2400" b="0" i="0">
              <a:solidFill>
                <a:srgbClr val="963700"/>
              </a:solidFill>
              <a:latin typeface="Neuromax SemB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69127" y="4416706"/>
            <a:ext cx="2067474" cy="63052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2000"/>
              </a:lnSpc>
            </a:pPr>
            <a:r>
              <a:rPr sz="1600" b="0" i="0" dirty="0">
                <a:solidFill>
                  <a:srgbClr val="131315"/>
                </a:solidFill>
                <a:latin typeface="Neuromax"/>
              </a:rPr>
              <a:t>CD-ROM y </a:t>
            </a:r>
            <a:r>
              <a:rPr sz="1600" b="0" i="0" dirty="0" err="1">
                <a:solidFill>
                  <a:srgbClr val="131315"/>
                </a:solidFill>
                <a:latin typeface="Neuromax"/>
              </a:rPr>
              <a:t>polígonos</a:t>
            </a:r>
            <a:r>
              <a:rPr sz="1600" b="0" i="0" dirty="0">
                <a:solidFill>
                  <a:srgbClr val="131315"/>
                </a:solidFill>
                <a:latin typeface="Neuromax"/>
              </a:rPr>
              <a:t>: </a:t>
            </a:r>
            <a:endParaRPr lang="es-ES" dirty="0"/>
          </a:p>
          <a:p>
            <a:pPr>
              <a:lnSpc>
                <a:spcPct val="102000"/>
              </a:lnSpc>
            </a:pPr>
            <a:r>
              <a:rPr sz="1600" b="0" i="0" dirty="0">
                <a:solidFill>
                  <a:srgbClr val="131315"/>
                </a:solidFill>
                <a:latin typeface="Neuromax"/>
              </a:rPr>
              <a:t>el 3D </a:t>
            </a:r>
            <a:r>
              <a:rPr lang="es-ES" sz="1600">
                <a:solidFill>
                  <a:srgbClr val="131315"/>
                </a:solidFill>
                <a:latin typeface="Neuromax"/>
              </a:rPr>
              <a:t>se instaura 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4087161" y="3913839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963700"/>
                </a:solidFill>
                <a:latin typeface="Neuromax SemBd"/>
              </a:rPr>
              <a:t>1996 · SUPER MARIO 64 </a:t>
            </a:r>
            <a:endParaRPr lang="es-ES" sz="2400" b="0" i="0">
              <a:solidFill>
                <a:srgbClr val="963700"/>
              </a:solidFill>
              <a:latin typeface="Neuromax SemB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87161" y="4523955"/>
            <a:ext cx="3630219" cy="52874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2000"/>
              </a:lnSpc>
            </a:pPr>
            <a:r>
              <a:rPr sz="1600" b="0" i="0" dirty="0">
                <a:solidFill>
                  <a:srgbClr val="131315"/>
                </a:solidFill>
                <a:latin typeface="Neuromax"/>
              </a:rPr>
              <a:t>Super Mario 64 </a:t>
            </a:r>
            <a:r>
              <a:rPr sz="1600" b="0" i="0" dirty="0" err="1">
                <a:solidFill>
                  <a:srgbClr val="131315"/>
                </a:solidFill>
                <a:latin typeface="Neuromax"/>
              </a:rPr>
              <a:t>enseña</a:t>
            </a:r>
            <a:r>
              <a:rPr sz="1600" b="0" i="0" dirty="0">
                <a:solidFill>
                  <a:srgbClr val="131315"/>
                </a:solidFill>
                <a:latin typeface="Neuromax"/>
              </a:rPr>
              <a:t> a </a:t>
            </a:r>
            <a:r>
              <a:rPr sz="1600" b="0" i="0" dirty="0" err="1">
                <a:solidFill>
                  <a:srgbClr val="131315"/>
                </a:solidFill>
                <a:latin typeface="Neuromax"/>
              </a:rPr>
              <a:t>moverse</a:t>
            </a:r>
            <a:r>
              <a:rPr sz="1600" b="0" i="0" dirty="0">
                <a:solidFill>
                  <a:srgbClr val="131315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131315"/>
                </a:solidFill>
                <a:latin typeface="Neuromax"/>
              </a:rPr>
              <a:t>en</a:t>
            </a:r>
            <a:r>
              <a:rPr sz="1600" b="0" i="0" dirty="0">
                <a:solidFill>
                  <a:srgbClr val="131315"/>
                </a:solidFill>
                <a:latin typeface="Neuromax"/>
              </a:rPr>
              <a:t> 3D; </a:t>
            </a:r>
            <a:endParaRPr lang="en-US" sz="1600" b="0" i="0" dirty="0">
              <a:ea typeface="Calibri"/>
              <a:cs typeface="Calibri"/>
            </a:endParaRPr>
          </a:p>
          <a:p>
            <a:pPr>
              <a:lnSpc>
                <a:spcPct val="102000"/>
              </a:lnSpc>
            </a:pPr>
            <a:r>
              <a:rPr lang="es-ES" sz="1600" dirty="0">
                <a:solidFill>
                  <a:srgbClr val="131315"/>
                </a:solidFill>
                <a:latin typeface="Neuromax"/>
              </a:rPr>
              <a:t>los controles mas fluidos del 3D </a:t>
            </a:r>
          </a:p>
        </p:txBody>
      </p:sp>
      <p:pic>
        <p:nvPicPr>
          <p:cNvPr id="22" name="Imagen 21" descr="3D All-Stars Guide: How to Do a Triple Jump in Super Mario 64 – Nintendo  Wire">
            <a:extLst>
              <a:ext uri="{FF2B5EF4-FFF2-40B4-BE49-F238E27FC236}">
                <a16:creationId xmlns:a16="http://schemas.microsoft.com/office/drawing/2014/main" id="{E00BC14B-26AA-BF10-7D10-FEDA80B1A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5256" y="1434240"/>
            <a:ext cx="3453216" cy="2362199"/>
          </a:xfrm>
          <a:prstGeom prst="rect">
            <a:avLst/>
          </a:prstGeom>
        </p:spPr>
      </p:pic>
      <p:pic>
        <p:nvPicPr>
          <p:cNvPr id="24" name="Imagen 23" descr="PS1) Crash Bandicoot review – kresnik258gaming">
            <a:extLst>
              <a:ext uri="{FF2B5EF4-FFF2-40B4-BE49-F238E27FC236}">
                <a16:creationId xmlns:a16="http://schemas.microsoft.com/office/drawing/2014/main" id="{C457BDDB-FC74-C2BF-2DEE-C1AB78FFE7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1139" y="1504222"/>
            <a:ext cx="4042637" cy="2228690"/>
          </a:xfrm>
          <a:prstGeom prst="rect">
            <a:avLst/>
          </a:prstGeom>
        </p:spPr>
      </p:pic>
      <p:pic>
        <p:nvPicPr>
          <p:cNvPr id="25" name="Imagen 24" descr="Doom at 30: what it means, by the people who made it | Shooting games | The  Guardian">
            <a:extLst>
              <a:ext uri="{FF2B5EF4-FFF2-40B4-BE49-F238E27FC236}">
                <a16:creationId xmlns:a16="http://schemas.microsoft.com/office/drawing/2014/main" id="{59C398E0-4825-FE73-EFDF-EBABC4417C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10" y="1504223"/>
            <a:ext cx="3842450" cy="21511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8.1.1 · HISTORIA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6300" y="476004"/>
            <a:ext cx="5116767" cy="66591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VR Y LOS JUEGOS DE HOY</a:t>
            </a:r>
            <a:endParaRPr lang="es-ES" sz="36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92840" y="5907024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54550"/>
                </a:solidFill>
                <a:latin typeface="Neuromax SemBd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3572" y="140853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963700"/>
                </a:solidFill>
                <a:latin typeface="Neuromax SemBd"/>
              </a:rPr>
              <a:t>2016 · VR COMERCIAL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3572" y="1830298"/>
            <a:ext cx="557784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Oculus Rift, HTC Vive y PlayStation VR. El casco sigue la cabeza y el jugador siente que está dentro.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657" y="2674233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2400" b="0" i="0">
                <a:solidFill>
                  <a:srgbClr val="963700"/>
                </a:solidFill>
                <a:latin typeface="Neuromax SemBd"/>
              </a:rPr>
              <a:t>2000s</a:t>
            </a:r>
            <a:r>
              <a:rPr lang="es-ES" sz="2400" dirty="0">
                <a:solidFill>
                  <a:srgbClr val="963700"/>
                </a:solidFill>
                <a:latin typeface="Neuromax SemBd"/>
              </a:rPr>
              <a:t> </a:t>
            </a:r>
            <a:r>
              <a:rPr lang="en-US" sz="2400">
                <a:solidFill>
                  <a:srgbClr val="963700"/>
                </a:solidFill>
                <a:latin typeface="Neuromax SemBd"/>
              </a:rPr>
              <a:t>·</a:t>
            </a:r>
            <a:r>
              <a:rPr lang="es-ES" sz="2400" dirty="0">
                <a:solidFill>
                  <a:srgbClr val="963700"/>
                </a:solidFill>
                <a:latin typeface="Neuromax SemBd"/>
              </a:rPr>
              <a:t> </a:t>
            </a:r>
            <a:r>
              <a:rPr sz="2400" b="0" i="0">
                <a:solidFill>
                  <a:srgbClr val="963700"/>
                </a:solidFill>
                <a:latin typeface="Neuromax SemBd"/>
              </a:rPr>
              <a:t>OTRA FORMA DE JUGAR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369" y="3154112"/>
            <a:ext cx="55778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</a:pPr>
            <a:r>
              <a:rPr sz="1600" b="0" i="0" dirty="0">
                <a:solidFill>
                  <a:srgbClr val="131315"/>
                </a:solidFill>
                <a:latin typeface="Neuromax"/>
              </a:rPr>
              <a:t>En </a:t>
            </a:r>
            <a:r>
              <a:rPr sz="1600" b="0" i="0" dirty="0" err="1">
                <a:solidFill>
                  <a:srgbClr val="131315"/>
                </a:solidFill>
                <a:latin typeface="Neuromax"/>
              </a:rPr>
              <a:t>línea</a:t>
            </a:r>
            <a:r>
              <a:rPr sz="1600" b="0" i="0" dirty="0">
                <a:solidFill>
                  <a:srgbClr val="131315"/>
                </a:solidFill>
                <a:latin typeface="Neuromax"/>
              </a:rPr>
              <a:t>, </a:t>
            </a:r>
            <a:r>
              <a:rPr sz="1600" b="0" i="0" dirty="0" err="1">
                <a:solidFill>
                  <a:srgbClr val="131315"/>
                </a:solidFill>
                <a:latin typeface="Neuromax"/>
              </a:rPr>
              <a:t>móvil</a:t>
            </a:r>
            <a:r>
              <a:rPr sz="1600" b="0" i="0" dirty="0">
                <a:solidFill>
                  <a:srgbClr val="131315"/>
                </a:solidFill>
                <a:latin typeface="Neuromax"/>
              </a:rPr>
              <a:t>, </a:t>
            </a:r>
            <a:r>
              <a:rPr lang="es-ES" sz="1600" dirty="0">
                <a:solidFill>
                  <a:srgbClr val="131315"/>
                </a:solidFill>
                <a:latin typeface="Neuromax"/>
              </a:rPr>
              <a:t>juegos indie </a:t>
            </a:r>
            <a:r>
              <a:rPr sz="1600" b="0" i="0" dirty="0">
                <a:solidFill>
                  <a:srgbClr val="131315"/>
                </a:solidFill>
                <a:latin typeface="Neuromax"/>
              </a:rPr>
              <a:t>y </a:t>
            </a:r>
            <a:r>
              <a:rPr lang="es-ES" sz="1600" dirty="0">
                <a:solidFill>
                  <a:srgbClr val="131315"/>
                </a:solidFill>
                <a:latin typeface="Neuromax"/>
              </a:rPr>
              <a:t>e-</a:t>
            </a:r>
            <a:r>
              <a:rPr lang="es-ES" sz="1600" dirty="0" err="1">
                <a:solidFill>
                  <a:srgbClr val="131315"/>
                </a:solidFill>
                <a:latin typeface="Neuromax"/>
              </a:rPr>
              <a:t>sports</a:t>
            </a:r>
            <a:r>
              <a:rPr sz="1600" b="0" i="0" dirty="0">
                <a:solidFill>
                  <a:srgbClr val="131315"/>
                </a:solidFill>
                <a:latin typeface="Neuromax"/>
              </a:rPr>
              <a:t>. </a:t>
            </a:r>
            <a:br>
              <a:rPr lang="es-ES" sz="1600" dirty="0">
                <a:solidFill>
                  <a:srgbClr val="131315"/>
                </a:solidFill>
                <a:latin typeface="Neuromax"/>
              </a:rPr>
            </a:br>
            <a:r>
              <a:rPr sz="1600" b="0" i="0" dirty="0" err="1">
                <a:solidFill>
                  <a:srgbClr val="131315"/>
                </a:solidFill>
                <a:latin typeface="Neuromax"/>
              </a:rPr>
              <a:t>Cualquiera</a:t>
            </a:r>
            <a:r>
              <a:rPr sz="1600" b="0" i="0" dirty="0">
                <a:solidFill>
                  <a:srgbClr val="131315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131315"/>
                </a:solidFill>
                <a:latin typeface="Neuromax"/>
              </a:rPr>
              <a:t>puede</a:t>
            </a:r>
            <a:r>
              <a:rPr sz="1600" b="0" i="0" dirty="0">
                <a:solidFill>
                  <a:srgbClr val="131315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131315"/>
                </a:solidFill>
                <a:latin typeface="Neuromax"/>
              </a:rPr>
              <a:t>publicar</a:t>
            </a:r>
            <a:r>
              <a:rPr sz="1600" b="0" i="0" dirty="0">
                <a:solidFill>
                  <a:srgbClr val="131315"/>
                </a:solidFill>
                <a:latin typeface="Neuromax"/>
              </a:rPr>
              <a:t> y encontrar </a:t>
            </a:r>
            <a:r>
              <a:rPr sz="1600" b="0" i="0" dirty="0" err="1">
                <a:solidFill>
                  <a:srgbClr val="131315"/>
                </a:solidFill>
                <a:latin typeface="Neuromax"/>
              </a:rPr>
              <a:t>público</a:t>
            </a:r>
            <a:r>
              <a:rPr sz="1600" b="0" i="0" dirty="0">
                <a:solidFill>
                  <a:srgbClr val="131315"/>
                </a:solidFill>
                <a:latin typeface="Neuromax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572" y="41051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2400" b="0" i="0">
                <a:solidFill>
                  <a:srgbClr val="963700"/>
                </a:solidFill>
                <a:latin typeface="Neuromax SemBd"/>
              </a:rPr>
              <a:t>2020s · HERRAMIENTAS</a:t>
            </a:r>
            <a:r>
              <a:rPr lang="es-ES" sz="2400">
                <a:solidFill>
                  <a:srgbClr val="963700"/>
                </a:solidFill>
                <a:latin typeface="Neuromax SemBd"/>
              </a:rPr>
              <a:t> DE DESARROLLO </a:t>
            </a:r>
            <a:endParaRPr sz="2400" b="0" i="0">
              <a:solidFill>
                <a:srgbClr val="963700"/>
              </a:solidFill>
              <a:latin typeface="Neuromax SemB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3572" y="4604444"/>
            <a:ext cx="55778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</a:pPr>
            <a:r>
              <a:rPr sz="1600" b="0" i="0" dirty="0">
                <a:solidFill>
                  <a:srgbClr val="131315"/>
                </a:solidFill>
                <a:latin typeface="Neuromax"/>
              </a:rPr>
              <a:t>Motores </a:t>
            </a:r>
            <a:r>
              <a:rPr sz="1600" b="0" i="0" dirty="0" err="1">
                <a:solidFill>
                  <a:srgbClr val="131315"/>
                </a:solidFill>
                <a:latin typeface="Neuromax"/>
              </a:rPr>
              <a:t>accesibles</a:t>
            </a:r>
            <a:r>
              <a:rPr sz="1600" b="0" i="0" dirty="0">
                <a:solidFill>
                  <a:srgbClr val="131315"/>
                </a:solidFill>
                <a:latin typeface="Neuromax"/>
              </a:rPr>
              <a:t>, </a:t>
            </a:r>
            <a:r>
              <a:rPr sz="1600" b="0" i="0" dirty="0" err="1">
                <a:solidFill>
                  <a:srgbClr val="131315"/>
                </a:solidFill>
                <a:latin typeface="Neuromax"/>
              </a:rPr>
              <a:t>recursos</a:t>
            </a:r>
            <a:r>
              <a:rPr sz="1600" b="0" i="0" dirty="0">
                <a:solidFill>
                  <a:srgbClr val="131315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131315"/>
                </a:solidFill>
                <a:latin typeface="Neuromax"/>
              </a:rPr>
              <a:t>generados</a:t>
            </a:r>
            <a:r>
              <a:rPr sz="1600" b="0" i="0" dirty="0">
                <a:solidFill>
                  <a:srgbClr val="131315"/>
                </a:solidFill>
                <a:latin typeface="Neuromax"/>
              </a:rPr>
              <a:t> con IA </a:t>
            </a:r>
            <a:br>
              <a:rPr lang="en-US" dirty="0"/>
            </a:br>
            <a:r>
              <a:rPr sz="1600" b="0" i="0" dirty="0">
                <a:solidFill>
                  <a:srgbClr val="131315"/>
                </a:solidFill>
                <a:latin typeface="Neuromax"/>
              </a:rPr>
              <a:t>y comunidades </a:t>
            </a:r>
            <a:r>
              <a:rPr sz="1600" b="0" i="0" dirty="0" err="1">
                <a:solidFill>
                  <a:srgbClr val="131315"/>
                </a:solidFill>
                <a:latin typeface="Neuromax"/>
              </a:rPr>
              <a:t>que</a:t>
            </a:r>
            <a:r>
              <a:rPr sz="1600" b="0" i="0" dirty="0">
                <a:solidFill>
                  <a:srgbClr val="131315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131315"/>
                </a:solidFill>
                <a:latin typeface="Neuromax"/>
              </a:rPr>
              <a:t>crean</a:t>
            </a:r>
            <a:r>
              <a:rPr sz="1600" b="0" i="0" dirty="0">
                <a:solidFill>
                  <a:srgbClr val="131315"/>
                </a:solidFill>
                <a:latin typeface="Neuromax"/>
              </a:rPr>
              <a:t> </a:t>
            </a:r>
            <a:r>
              <a:rPr lang="es-ES" sz="1600" dirty="0">
                <a:solidFill>
                  <a:srgbClr val="131315"/>
                </a:solidFill>
                <a:latin typeface="Neuromax"/>
              </a:rPr>
              <a:t>mods</a:t>
            </a:r>
            <a:r>
              <a:rPr sz="1600" b="0" i="0" dirty="0">
                <a:solidFill>
                  <a:srgbClr val="131315"/>
                </a:solidFill>
                <a:latin typeface="Neuromax"/>
              </a:rPr>
              <a:t>.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89D3CC8B-33E0-6F52-B5BA-06101F28C34A}"/>
              </a:ext>
            </a:extLst>
          </p:cNvPr>
          <p:cNvGrpSpPr/>
          <p:nvPr/>
        </p:nvGrpSpPr>
        <p:grpSpPr>
          <a:xfrm>
            <a:off x="7485940" y="695616"/>
            <a:ext cx="4572000" cy="4464545"/>
            <a:chOff x="6995160" y="1296175"/>
            <a:chExt cx="4572000" cy="4464545"/>
          </a:xfrm>
        </p:grpSpPr>
        <p:sp>
          <p:nvSpPr>
            <p:cNvPr id="15" name="Oval 14"/>
            <p:cNvSpPr/>
            <p:nvPr/>
          </p:nvSpPr>
          <p:spPr>
            <a:xfrm>
              <a:off x="7132320" y="1417320"/>
              <a:ext cx="4343400" cy="4343400"/>
            </a:xfrm>
            <a:prstGeom prst="ellipse">
              <a:avLst/>
            </a:prstGeom>
            <a:solidFill>
              <a:srgbClr val="F7F3E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6" name="Picture 15" descr="Casco Oculus Rift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95160" y="1901132"/>
              <a:ext cx="4572000" cy="2964295"/>
            </a:xfrm>
            <a:prstGeom prst="rect">
              <a:avLst/>
            </a:prstGeom>
          </p:spPr>
        </p:pic>
        <p:sp>
          <p:nvSpPr>
            <p:cNvPr id="17" name="Rounded Rectangle 16"/>
            <p:cNvSpPr/>
            <p:nvPr/>
          </p:nvSpPr>
          <p:spPr>
            <a:xfrm>
              <a:off x="10058400" y="1296175"/>
              <a:ext cx="1322780" cy="612234"/>
            </a:xfrm>
            <a:prstGeom prst="roundRect">
              <a:avLst>
                <a:gd name="adj" fmla="val 30000"/>
              </a:avLst>
            </a:prstGeom>
            <a:solidFill>
              <a:srgbClr val="F08A3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194010" y="1431785"/>
              <a:ext cx="1051560" cy="347472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400" b="0" i="0">
                  <a:solidFill>
                    <a:srgbClr val="131315"/>
                  </a:solidFill>
                  <a:latin typeface="Neuromax SemBd"/>
                </a:rPr>
                <a:t>2016</a:t>
              </a:r>
              <a:endParaRPr lang="es-ES" sz="3400" b="0" i="0">
                <a:solidFill>
                  <a:srgbClr val="131315"/>
                </a:solidFill>
                <a:latin typeface="Neuromax SemBd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285588" y="5369646"/>
            <a:ext cx="756963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31324A"/>
                </a:solidFill>
                <a:latin typeface="Neuromax SemBd"/>
              </a:rPr>
              <a:t>La </a:t>
            </a:r>
            <a:r>
              <a:rPr sz="1600" b="0" i="0" dirty="0" err="1">
                <a:solidFill>
                  <a:srgbClr val="31324A"/>
                </a:solidFill>
                <a:latin typeface="Neuromax SemBd"/>
              </a:rPr>
              <a:t>historia</a:t>
            </a:r>
            <a:r>
              <a:rPr sz="1600" b="0" i="0" dirty="0">
                <a:solidFill>
                  <a:srgbClr val="31324A"/>
                </a:solidFill>
                <a:latin typeface="Neuromax SemBd"/>
              </a:rPr>
              <a:t> no termina: </a:t>
            </a:r>
            <a:r>
              <a:rPr sz="1600" b="0" i="0" dirty="0" err="1">
                <a:solidFill>
                  <a:srgbClr val="31324A"/>
                </a:solidFill>
                <a:latin typeface="Neuromax SemBd"/>
              </a:rPr>
              <a:t>cada</a:t>
            </a:r>
            <a:r>
              <a:rPr sz="1600" b="0" i="0" dirty="0">
                <a:solidFill>
                  <a:srgbClr val="31324A"/>
                </a:solidFill>
                <a:latin typeface="Neuromax SemBd"/>
              </a:rPr>
              <a:t> </a:t>
            </a:r>
            <a:r>
              <a:rPr sz="1600" b="0" i="0" dirty="0" err="1">
                <a:solidFill>
                  <a:srgbClr val="31324A"/>
                </a:solidFill>
                <a:latin typeface="Neuromax SemBd"/>
              </a:rPr>
              <a:t>nueva</a:t>
            </a:r>
            <a:r>
              <a:rPr sz="1600" b="0" i="0" dirty="0">
                <a:solidFill>
                  <a:srgbClr val="31324A"/>
                </a:solidFill>
                <a:latin typeface="Neuromax SemBd"/>
              </a:rPr>
              <a:t> </a:t>
            </a:r>
            <a:r>
              <a:rPr sz="1600" b="0" i="0" dirty="0" err="1">
                <a:solidFill>
                  <a:srgbClr val="31324A"/>
                </a:solidFill>
                <a:latin typeface="Neuromax SemBd"/>
              </a:rPr>
              <a:t>interfaz</a:t>
            </a:r>
            <a:r>
              <a:rPr sz="1600" b="0" i="0" dirty="0">
                <a:solidFill>
                  <a:srgbClr val="31324A"/>
                </a:solidFill>
                <a:latin typeface="Neuromax SemBd"/>
              </a:rPr>
              <a:t> cambia la forma de </a:t>
            </a:r>
            <a:r>
              <a:rPr sz="1600" b="0" i="0" dirty="0" err="1">
                <a:solidFill>
                  <a:srgbClr val="31324A"/>
                </a:solidFill>
                <a:latin typeface="Neuromax SemBd"/>
              </a:rPr>
              <a:t>jugar</a:t>
            </a:r>
            <a:r>
              <a:rPr sz="1600" b="0" i="0" dirty="0">
                <a:solidFill>
                  <a:srgbClr val="31324A"/>
                </a:solidFill>
                <a:latin typeface="Neuromax SemBd"/>
              </a:rPr>
              <a:t>.</a:t>
            </a:r>
            <a:endParaRPr lang="es-ES" sz="1600" b="0" i="0">
              <a:solidFill>
                <a:srgbClr val="31324A"/>
              </a:solidFill>
              <a:latin typeface="Neuromax SemB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731520"/>
            <a:ext cx="1097280" cy="4781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1920240"/>
            <a:ext cx="914400" cy="3855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8186" y="3520698"/>
            <a:ext cx="1280160" cy="22928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144" y="5146677"/>
            <a:ext cx="1600200" cy="8485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3444" y="4337975"/>
            <a:ext cx="685800" cy="6529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534924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5029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BLOQUE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09728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0" i="0">
                <a:solidFill>
                  <a:srgbClr val="A81E49"/>
                </a:solidFill>
                <a:latin typeface="Neuromax SemB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148840"/>
            <a:ext cx="6949440" cy="1325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CONCEPTOS</a:t>
            </a:r>
            <a:endParaRPr lang="es-ES" sz="4800" b="0" i="0">
              <a:solidFill>
                <a:srgbClr val="131315"/>
              </a:solidFill>
              <a:latin typeface="Neuromax SemBd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BÁSICOS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5760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2000" b="0" i="0" dirty="0">
                <a:solidFill>
                  <a:srgbClr val="4F5361"/>
                </a:solidFill>
                <a:latin typeface="Neuromax"/>
              </a:rPr>
              <a:t>Las piezas </a:t>
            </a:r>
            <a:r>
              <a:rPr lang="es-ES" sz="2000" dirty="0" err="1">
                <a:solidFill>
                  <a:srgbClr val="4F5361"/>
                </a:solidFill>
                <a:latin typeface="Neuromax"/>
              </a:rPr>
              <a:t>basicas</a:t>
            </a:r>
            <a:r>
              <a:rPr lang="es-ES" sz="2000" dirty="0">
                <a:solidFill>
                  <a:srgbClr val="4F5361"/>
                </a:solidFill>
                <a:latin typeface="Neuromax"/>
              </a:rPr>
              <a:t> de los video juegos</a:t>
            </a:r>
            <a:endParaRPr lang="es-ES" sz="2000" b="0" i="0" dirty="0">
              <a:solidFill>
                <a:srgbClr val="4F5361"/>
              </a:solidFill>
              <a:latin typeface="Neuromax"/>
            </a:endParaRPr>
          </a:p>
        </p:txBody>
      </p:sp>
      <p:pic>
        <p:nvPicPr>
          <p:cNvPr id="19" name="Picture 2" descr="Imagen que contiene Flecha&#10;&#10;El contenido generado por IA puede ser incorrecto.">
            <a:extLst>
              <a:ext uri="{FF2B5EF4-FFF2-40B4-BE49-F238E27FC236}">
                <a16:creationId xmlns:a16="http://schemas.microsoft.com/office/drawing/2014/main" id="{8C838AF3-68B1-1BC8-0F4A-BDCC7EE2E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539" y="834842"/>
            <a:ext cx="2459839" cy="1085160"/>
          </a:xfrm>
          <a:prstGeom prst="rect">
            <a:avLst/>
          </a:prstGeom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3B5EBC9C-F22E-DB16-DE7A-7CC65659DD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9528" y="5817870"/>
            <a:ext cx="502920" cy="3028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201168"/>
            <a:ext cx="960120" cy="41837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8.1.2 · CONCEPTOS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022" y="729566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¿QUÉ ES UN JUEGO?</a:t>
            </a:r>
            <a:endParaRPr lang="es-ES" sz="36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0975" y="1676114"/>
            <a:ext cx="11084861" cy="70628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1983" y="1688020"/>
            <a:ext cx="10592989" cy="6527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dirty="0">
                <a:solidFill>
                  <a:srgbClr val="FFFFFF"/>
                </a:solidFill>
                <a:latin typeface="Neuromax SemBd"/>
              </a:rPr>
              <a:t>Un </a:t>
            </a:r>
            <a:r>
              <a:rPr sz="1800" b="0" i="0" dirty="0" err="1">
                <a:solidFill>
                  <a:srgbClr val="FFFFFF"/>
                </a:solidFill>
                <a:latin typeface="Neuromax SemBd"/>
              </a:rPr>
              <a:t>sistema</a:t>
            </a:r>
            <a:r>
              <a:rPr sz="1800" b="0" i="0" dirty="0">
                <a:solidFill>
                  <a:srgbClr val="FFFFFF"/>
                </a:solidFill>
                <a:latin typeface="Neuromax SemBd"/>
              </a:rPr>
              <a:t> con </a:t>
            </a:r>
            <a:r>
              <a:rPr sz="1800" b="0" i="0" dirty="0" err="1">
                <a:solidFill>
                  <a:srgbClr val="FFFFFF"/>
                </a:solidFill>
                <a:latin typeface="Neuromax SemBd"/>
              </a:rPr>
              <a:t>reglas</a:t>
            </a:r>
            <a:r>
              <a:rPr sz="1800" b="0" i="0" dirty="0">
                <a:solidFill>
                  <a:srgbClr val="FFFFFF"/>
                </a:solidFill>
                <a:latin typeface="Neuromax SemBd"/>
              </a:rPr>
              <a:t>, un </a:t>
            </a:r>
            <a:r>
              <a:rPr sz="1800" b="0" i="0" dirty="0" err="1">
                <a:solidFill>
                  <a:srgbClr val="FFFFFF"/>
                </a:solidFill>
                <a:latin typeface="Neuromax SemBd"/>
              </a:rPr>
              <a:t>objetivo</a:t>
            </a:r>
            <a:r>
              <a:rPr sz="1800" b="0" i="0" dirty="0">
                <a:solidFill>
                  <a:srgbClr val="FFFFFF"/>
                </a:solidFill>
                <a:latin typeface="Neuromax SemBd"/>
              </a:rPr>
              <a:t> y un </a:t>
            </a:r>
            <a:r>
              <a:rPr sz="1800" b="0" i="0" dirty="0" err="1">
                <a:solidFill>
                  <a:srgbClr val="FFFFFF"/>
                </a:solidFill>
                <a:latin typeface="Neuromax SemBd"/>
              </a:rPr>
              <a:t>reto</a:t>
            </a:r>
            <a:r>
              <a:rPr sz="1800" b="0" i="0" dirty="0">
                <a:solidFill>
                  <a:srgbClr val="FFFFFF"/>
                </a:solidFill>
                <a:latin typeface="Neuromax SemBd"/>
              </a:rPr>
              <a:t>, </a:t>
            </a:r>
            <a:r>
              <a:rPr sz="1800" b="0" i="0" dirty="0" err="1">
                <a:solidFill>
                  <a:srgbClr val="FFFFFF"/>
                </a:solidFill>
                <a:latin typeface="Neuromax SemBd"/>
              </a:rPr>
              <a:t>donde</a:t>
            </a:r>
            <a:r>
              <a:rPr sz="1800" b="0" i="0" dirty="0">
                <a:solidFill>
                  <a:srgbClr val="FFFFFF"/>
                </a:solidFill>
                <a:latin typeface="Neuromax SemBd"/>
              </a:rPr>
              <a:t> las </a:t>
            </a:r>
            <a:r>
              <a:rPr sz="1800" b="0" i="0" dirty="0" err="1">
                <a:solidFill>
                  <a:srgbClr val="FFFFFF"/>
                </a:solidFill>
                <a:latin typeface="Neuromax SemBd"/>
              </a:rPr>
              <a:t>decisiones</a:t>
            </a:r>
            <a:r>
              <a:rPr sz="1800" b="0" i="0" dirty="0">
                <a:solidFill>
                  <a:srgbClr val="FFFFFF"/>
                </a:solidFill>
                <a:latin typeface="Neuromax SemBd"/>
              </a:rPr>
              <a:t> del </a:t>
            </a:r>
            <a:r>
              <a:rPr sz="1800" b="0" i="0" dirty="0" err="1">
                <a:solidFill>
                  <a:srgbClr val="FFFFFF"/>
                </a:solidFill>
                <a:latin typeface="Neuromax SemBd"/>
              </a:rPr>
              <a:t>jugador</a:t>
            </a:r>
            <a:r>
              <a:rPr sz="1800" b="0" i="0" dirty="0">
                <a:solidFill>
                  <a:srgbClr val="FFFFFF"/>
                </a:solidFill>
                <a:latin typeface="Neuromax SemBd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Neuromax SemBd"/>
              </a:rPr>
              <a:t>tienen</a:t>
            </a:r>
            <a:r>
              <a:rPr sz="1800" b="0" i="0" dirty="0">
                <a:solidFill>
                  <a:srgbClr val="FFFFFF"/>
                </a:solidFill>
                <a:latin typeface="Neuromax SemBd"/>
              </a:rPr>
              <a:t> </a:t>
            </a:r>
            <a:r>
              <a:rPr lang="es-ES" dirty="0">
                <a:solidFill>
                  <a:srgbClr val="FFFFFF"/>
                </a:solidFill>
                <a:latin typeface="Neuromax SemBd"/>
              </a:rPr>
              <a:t>CONSECUENCIAS</a:t>
            </a:r>
            <a:r>
              <a:rPr sz="1800" b="0" i="0" dirty="0">
                <a:solidFill>
                  <a:srgbClr val="FFFFFF"/>
                </a:solidFill>
                <a:latin typeface="Neuromax SemBd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0740" y="2886551"/>
            <a:ext cx="2633472" cy="211645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5332" y="3023711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63700"/>
                </a:solidFill>
                <a:latin typeface="Neuromax SemB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3457" y="30443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 SemBd"/>
              </a:rPr>
              <a:t>REGLAS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332" y="363550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2000"/>
              </a:lnSpc>
            </a:pPr>
            <a:r>
              <a:rPr sz="1400" b="0" i="0" err="1">
                <a:solidFill>
                  <a:srgbClr val="4F5361"/>
                </a:solidFill>
                <a:latin typeface="Neuromax"/>
              </a:rPr>
              <a:t>Qué</a:t>
            </a:r>
            <a:r>
              <a:rPr sz="1400" b="0" i="0">
                <a:solidFill>
                  <a:srgbClr val="4F5361"/>
                </a:solidFill>
                <a:latin typeface="Neuromax"/>
              </a:rPr>
              <a:t> se </a:t>
            </a:r>
            <a:r>
              <a:rPr sz="1400" b="0" i="0" err="1">
                <a:solidFill>
                  <a:srgbClr val="4F5361"/>
                </a:solidFill>
                <a:latin typeface="Neuromax"/>
              </a:rPr>
              <a:t>puede</a:t>
            </a:r>
            <a:r>
              <a:rPr sz="1400" b="0" i="0">
                <a:solidFill>
                  <a:srgbClr val="4F5361"/>
                </a:solidFill>
                <a:latin typeface="Neuromax"/>
              </a:rPr>
              <a:t> y </a:t>
            </a:r>
            <a:r>
              <a:rPr sz="1400" b="0" i="0" err="1">
                <a:solidFill>
                  <a:srgbClr val="4F5361"/>
                </a:solidFill>
                <a:latin typeface="Neuromax"/>
              </a:rPr>
              <a:t>qué</a:t>
            </a:r>
            <a:r>
              <a:rPr sz="1400" b="0" i="0">
                <a:solidFill>
                  <a:srgbClr val="4F5361"/>
                </a:solidFill>
                <a:latin typeface="Neuromax"/>
              </a:rPr>
              <a:t> no. </a:t>
            </a:r>
            <a:endParaRPr lang="es-ES"/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4F5361"/>
                </a:solidFill>
                <a:latin typeface="Neuromax"/>
              </a:rPr>
              <a:t>Definen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el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espacio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de juego.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755332" y="4605337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63700"/>
                </a:solidFill>
                <a:latin typeface="Neuromax"/>
              </a:rPr>
              <a:t>Ej.: no atravesar paredes.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8804" y="2886551"/>
            <a:ext cx="2633472" cy="211645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53396" y="3023711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63700"/>
                </a:solidFill>
                <a:latin typeface="Neuromax SemBd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1521" y="30443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 SemBd"/>
              </a:rPr>
              <a:t>OBJETIVO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3396" y="363550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Lo que el jugador quiere lograr: llegar, vencer, resolver.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3396" y="4605337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63700"/>
                </a:solidFill>
                <a:latin typeface="Neuromax"/>
              </a:rPr>
              <a:t>Ej.: llegar a la meta.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6868" y="2886551"/>
            <a:ext cx="2633472" cy="211645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460" y="3023711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63700"/>
                </a:solidFill>
                <a:latin typeface="Neuromax SemBd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9585" y="30443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 SemBd"/>
              </a:rPr>
              <a:t>RETO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1460" y="363550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2000"/>
              </a:lnSpc>
            </a:pPr>
            <a:r>
              <a:rPr sz="1400" b="0" i="0">
                <a:solidFill>
                  <a:srgbClr val="4F5361"/>
                </a:solidFill>
                <a:latin typeface="Neuromax"/>
              </a:rPr>
              <a:t>Lo </a:t>
            </a:r>
            <a:r>
              <a:rPr sz="1400" b="0" i="0" err="1">
                <a:solidFill>
                  <a:srgbClr val="4F5361"/>
                </a:solidFill>
                <a:latin typeface="Neuromax"/>
              </a:rPr>
              <a:t>que</a:t>
            </a:r>
            <a:r>
              <a:rPr sz="1400" b="0" i="0">
                <a:solidFill>
                  <a:srgbClr val="4F5361"/>
                </a:solidFill>
                <a:latin typeface="Neuromax"/>
              </a:rPr>
              <a:t> se </a:t>
            </a:r>
            <a:r>
              <a:rPr sz="1400" b="0" i="0" err="1">
                <a:solidFill>
                  <a:srgbClr val="4F5361"/>
                </a:solidFill>
                <a:latin typeface="Neuromax"/>
              </a:rPr>
              <a:t>interpone</a:t>
            </a:r>
            <a:r>
              <a:rPr sz="1400" b="0" i="0">
                <a:solidFill>
                  <a:srgbClr val="4F5361"/>
                </a:solidFill>
                <a:latin typeface="Neuromax"/>
              </a:rPr>
              <a:t>. </a:t>
            </a:r>
            <a:endParaRPr lang="es-ES"/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4F5361"/>
                </a:solidFill>
                <a:latin typeface="Neuromax"/>
              </a:rPr>
              <a:t>Sin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reto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no hay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tensión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.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6351460" y="4605337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63700"/>
                </a:solidFill>
                <a:latin typeface="Neuromax"/>
              </a:rPr>
              <a:t>Ej.: un jefe difícil.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84931" y="2886551"/>
            <a:ext cx="2633472" cy="211645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9523" y="3023711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63700"/>
                </a:solidFill>
                <a:latin typeface="Neuromax SemB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7648" y="30443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 SemBd"/>
              </a:rPr>
              <a:t>RESPUESTA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3101" y="3534299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2000"/>
              </a:lnSpc>
            </a:pPr>
            <a:r>
              <a:rPr sz="1400" b="0" i="0">
                <a:solidFill>
                  <a:srgbClr val="4F5361"/>
                </a:solidFill>
                <a:latin typeface="Neuromax"/>
              </a:rPr>
              <a:t>Lo </a:t>
            </a:r>
            <a:r>
              <a:rPr sz="1400" b="0" i="0" err="1">
                <a:solidFill>
                  <a:srgbClr val="4F5361"/>
                </a:solidFill>
                <a:latin typeface="Neuromax"/>
              </a:rPr>
              <a:t>que</a:t>
            </a:r>
            <a:r>
              <a:rPr sz="1400" b="0" i="0">
                <a:solidFill>
                  <a:srgbClr val="4F5361"/>
                </a:solidFill>
                <a:latin typeface="Neuromax"/>
              </a:rPr>
              <a:t> cambia </a:t>
            </a:r>
            <a:r>
              <a:rPr sz="1400" b="0" i="0" err="1">
                <a:solidFill>
                  <a:srgbClr val="4F5361"/>
                </a:solidFill>
                <a:latin typeface="Neuromax"/>
              </a:rPr>
              <a:t>cuando</a:t>
            </a:r>
            <a:r>
              <a:rPr sz="1400" b="0" i="0">
                <a:solidFill>
                  <a:srgbClr val="4F5361"/>
                </a:solidFill>
                <a:latin typeface="Neuromax"/>
              </a:rPr>
              <a:t> el </a:t>
            </a:r>
            <a:r>
              <a:rPr sz="1400" b="0" i="0" err="1">
                <a:solidFill>
                  <a:srgbClr val="4F5361"/>
                </a:solidFill>
                <a:latin typeface="Neuromax"/>
              </a:rPr>
              <a:t>jugador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400" b="0" i="0" err="1">
                <a:solidFill>
                  <a:srgbClr val="4F5361"/>
                </a:solidFill>
                <a:latin typeface="Neuromax"/>
              </a:rPr>
              <a:t>actúa</a:t>
            </a:r>
            <a:r>
              <a:rPr sz="1400" b="0" i="0">
                <a:solidFill>
                  <a:srgbClr val="4F5361"/>
                </a:solidFill>
                <a:latin typeface="Neuromax"/>
              </a:rPr>
              <a:t>. </a:t>
            </a:r>
            <a:endParaRPr lang="es-ES"/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4F5361"/>
                </a:solidFill>
                <a:latin typeface="Neuromax"/>
              </a:rPr>
              <a:t>Sin </a:t>
            </a:r>
            <a:r>
              <a:rPr sz="1400" b="0" i="0" dirty="0" err="1">
                <a:solidFill>
                  <a:srgbClr val="4F5361"/>
                </a:solidFill>
                <a:latin typeface="Neuromax"/>
              </a:rPr>
              <a:t>respuesta</a:t>
            </a:r>
            <a:r>
              <a:rPr sz="1400" b="0" i="0" dirty="0">
                <a:solidFill>
                  <a:srgbClr val="4F5361"/>
                </a:solidFill>
                <a:latin typeface="Neuromax"/>
              </a:rPr>
              <a:t> no hay juego.</a:t>
            </a: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9149523" y="4605337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63700"/>
                </a:solidFill>
                <a:latin typeface="Neuromax"/>
              </a:rPr>
              <a:t>Ej.: el salto y el sonido.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2850" y="5343477"/>
            <a:ext cx="11533584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b="0" i="0" dirty="0">
                <a:solidFill>
                  <a:srgbClr val="963700"/>
                </a:solidFill>
                <a:latin typeface="Neuromax SemBd"/>
              </a:rPr>
              <a:t>Si el </a:t>
            </a:r>
            <a:r>
              <a:rPr b="0" i="0" dirty="0" err="1">
                <a:solidFill>
                  <a:srgbClr val="963700"/>
                </a:solidFill>
                <a:latin typeface="Neuromax SemBd"/>
              </a:rPr>
              <a:t>jugador</a:t>
            </a:r>
            <a:r>
              <a:rPr b="0" i="0" dirty="0">
                <a:solidFill>
                  <a:srgbClr val="963700"/>
                </a:solidFill>
                <a:latin typeface="Neuromax SemBd"/>
              </a:rPr>
              <a:t> no decide nada, </a:t>
            </a:r>
            <a:r>
              <a:rPr lang="es-ES" dirty="0">
                <a:solidFill>
                  <a:srgbClr val="963700"/>
                </a:solidFill>
                <a:latin typeface="Neuromax SemBd"/>
              </a:rPr>
              <a:t>o no hay </a:t>
            </a:r>
            <a:r>
              <a:rPr lang="es-ES" dirty="0" err="1">
                <a:solidFill>
                  <a:srgbClr val="963700"/>
                </a:solidFill>
                <a:latin typeface="Neuromax SemBd"/>
              </a:rPr>
              <a:t>consecuencias</a:t>
            </a:r>
            <a:r>
              <a:rPr lang="es-ES" dirty="0">
                <a:solidFill>
                  <a:srgbClr val="963700"/>
                </a:solidFill>
                <a:latin typeface="Neuromax SemBd"/>
              </a:rPr>
              <a:t>, </a:t>
            </a:r>
            <a:r>
              <a:rPr b="0" i="0" dirty="0">
                <a:solidFill>
                  <a:srgbClr val="963700"/>
                </a:solidFill>
                <a:latin typeface="Neuromax SemBd"/>
              </a:rPr>
              <a:t>no hay juego: </a:t>
            </a:r>
            <a:r>
              <a:rPr lang="es-ES" dirty="0">
                <a:solidFill>
                  <a:srgbClr val="963700"/>
                </a:solidFill>
                <a:latin typeface="Neuromax SemBd"/>
              </a:rPr>
              <a:t>es</a:t>
            </a:r>
            <a:r>
              <a:rPr b="0" i="0" dirty="0">
                <a:solidFill>
                  <a:srgbClr val="963700"/>
                </a:solidFill>
                <a:latin typeface="Neuromax SemBd"/>
              </a:rPr>
              <a:t> </a:t>
            </a:r>
            <a:r>
              <a:rPr b="0" i="0" dirty="0" err="1">
                <a:solidFill>
                  <a:srgbClr val="963700"/>
                </a:solidFill>
                <a:latin typeface="Neuromax SemBd"/>
              </a:rPr>
              <a:t>una</a:t>
            </a:r>
            <a:r>
              <a:rPr b="0" i="0" dirty="0">
                <a:solidFill>
                  <a:srgbClr val="963700"/>
                </a:solidFill>
                <a:latin typeface="Neuromax SemBd"/>
              </a:rPr>
              <a:t> </a:t>
            </a:r>
            <a:r>
              <a:rPr b="0" i="0" dirty="0" err="1">
                <a:solidFill>
                  <a:srgbClr val="963700"/>
                </a:solidFill>
                <a:latin typeface="Neuromax SemBd"/>
              </a:rPr>
              <a:t>animación</a:t>
            </a:r>
            <a:r>
              <a:rPr lang="es-ES" dirty="0">
                <a:solidFill>
                  <a:srgbClr val="963700"/>
                </a:solidFill>
                <a:latin typeface="Neuromax SemBd"/>
              </a:rPr>
              <a:t> bonita o una </a:t>
            </a:r>
            <a:r>
              <a:rPr lang="es-ES" dirty="0" err="1">
                <a:solidFill>
                  <a:srgbClr val="963700"/>
                </a:solidFill>
                <a:latin typeface="Neuromax SemBd"/>
              </a:rPr>
              <a:t>pelicula</a:t>
            </a:r>
            <a:r>
              <a:rPr b="0" i="0" dirty="0">
                <a:solidFill>
                  <a:srgbClr val="963700"/>
                </a:solidFill>
                <a:latin typeface="Neuromax SemBd"/>
              </a:rPr>
              <a:t>.</a:t>
            </a:r>
            <a:r>
              <a:rPr lang="es-ES" dirty="0">
                <a:solidFill>
                  <a:srgbClr val="963700"/>
                </a:solidFill>
                <a:latin typeface="Neuromax SemBd"/>
              </a:rPr>
              <a:t> (Death </a:t>
            </a:r>
            <a:r>
              <a:rPr lang="es-ES" dirty="0" err="1">
                <a:solidFill>
                  <a:srgbClr val="963700"/>
                </a:solidFill>
                <a:latin typeface="Neuromax SemBd"/>
              </a:rPr>
              <a:t>Stranding</a:t>
            </a:r>
            <a:r>
              <a:rPr lang="es-ES" dirty="0">
                <a:solidFill>
                  <a:srgbClr val="963700"/>
                </a:solidFill>
                <a:latin typeface="Neuromax SemBd"/>
              </a:rPr>
              <a:t>)</a:t>
            </a:r>
            <a:endParaRPr lang="es-ES" b="0" i="0" dirty="0">
              <a:solidFill>
                <a:srgbClr val="963700"/>
              </a:solidFill>
              <a:latin typeface="Neuromax SemB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201168"/>
            <a:ext cx="960120" cy="41837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8.1.2 · CONCEPTOS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459" y="664082"/>
            <a:ext cx="2944178" cy="67579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95000"/>
              </a:lnSpc>
            </a:pPr>
            <a:r>
              <a:rPr lang="es-ES" sz="3600">
                <a:solidFill>
                  <a:srgbClr val="131315"/>
                </a:solidFill>
                <a:latin typeface="Neuromax SemBd"/>
              </a:rPr>
              <a:t>MODELO MDA</a:t>
            </a:r>
            <a:endParaRPr lang="es-ES" sz="3600"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8366" y="1163193"/>
            <a:ext cx="3681889" cy="35385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s-ES">
                <a:solidFill>
                  <a:srgbClr val="4F5361"/>
                </a:solidFill>
                <a:latin typeface="Neuromax"/>
              </a:rPr>
              <a:t>Modelo MDA tiene 3 capas: </a:t>
            </a:r>
            <a:endParaRPr lang="es-ES" b="0" i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6928" y="1737360"/>
            <a:ext cx="329184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737360"/>
            <a:ext cx="3291840" cy="50292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5138" y="1917240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31315"/>
                </a:solidFill>
                <a:latin typeface="Neuromax SemBd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181965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31315"/>
                </a:solidFill>
                <a:latin typeface="Neuromax SemBd"/>
              </a:rPr>
              <a:t>MECÁNICAS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714" y="2631519"/>
            <a:ext cx="2943939" cy="46124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Las reglas y acciones del sistema.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386" y="3279457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Ej.: correr, saltar, disparar.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2" y="265176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63700"/>
                </a:solidFill>
                <a:latin typeface="Neuromax SemBd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1737360"/>
            <a:ext cx="329184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24528" y="1737360"/>
            <a:ext cx="3291840" cy="502920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2738" y="1917240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31315"/>
                </a:solidFill>
                <a:latin typeface="Neuromax SemBd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56" y="181965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31315"/>
                </a:solidFill>
                <a:latin typeface="Neuromax SemBd"/>
              </a:rPr>
              <a:t>DINÁMICAS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2500551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2000"/>
              </a:lnSpc>
            </a:pPr>
            <a:r>
              <a:rPr sz="1600" b="0" i="0" dirty="0">
                <a:solidFill>
                  <a:srgbClr val="131315"/>
                </a:solidFill>
                <a:latin typeface="Neuromax"/>
              </a:rPr>
              <a:t>Lo </a:t>
            </a:r>
            <a:r>
              <a:rPr sz="1600" b="0" i="0" err="1">
                <a:solidFill>
                  <a:srgbClr val="131315"/>
                </a:solidFill>
                <a:latin typeface="Neuromax"/>
              </a:rPr>
              <a:t>que</a:t>
            </a:r>
            <a:r>
              <a:rPr sz="1600" b="0" i="0" dirty="0">
                <a:solidFill>
                  <a:srgbClr val="131315"/>
                </a:solidFill>
                <a:latin typeface="Neuromax"/>
              </a:rPr>
              <a:t> emerge </a:t>
            </a:r>
            <a:r>
              <a:rPr sz="1600" b="0" i="0">
                <a:solidFill>
                  <a:srgbClr val="131315"/>
                </a:solidFill>
                <a:latin typeface="Neuromax"/>
              </a:rPr>
              <a:t>cuando</a:t>
            </a:r>
            <a:endParaRPr lang="es-ES"/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131315"/>
                </a:solidFill>
                <a:latin typeface="Neuromax"/>
              </a:rPr>
              <a:t>el </a:t>
            </a:r>
            <a:r>
              <a:rPr sz="1600" b="0" i="0" dirty="0" err="1">
                <a:solidFill>
                  <a:srgbClr val="131315"/>
                </a:solidFill>
                <a:latin typeface="Neuromax"/>
              </a:rPr>
              <a:t>jugador</a:t>
            </a:r>
            <a:r>
              <a:rPr sz="1600" b="0" i="0" dirty="0">
                <a:solidFill>
                  <a:srgbClr val="131315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131315"/>
                </a:solidFill>
                <a:latin typeface="Neuromax"/>
              </a:rPr>
              <a:t>juega</a:t>
            </a:r>
            <a:r>
              <a:rPr sz="1600" b="0" i="0" dirty="0">
                <a:solidFill>
                  <a:srgbClr val="131315"/>
                </a:solidFill>
                <a:latin typeface="Neuromax"/>
              </a:rPr>
              <a:t>.</a:t>
            </a: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31220" y="3279457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Ej.: una persecución, un combate tenso.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2" y="265176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63700"/>
                </a:solidFill>
                <a:latin typeface="Neuromax SemBd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82127" y="1737360"/>
            <a:ext cx="329184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82127" y="1737360"/>
            <a:ext cx="3291840" cy="50292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0337" y="1917240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1700">
                <a:solidFill>
                  <a:srgbClr val="FFFFFF"/>
                </a:solidFill>
                <a:latin typeface="Neuromax SemBd"/>
              </a:rPr>
              <a:t>E</a:t>
            </a:r>
            <a:endParaRPr lang="es-ES" sz="1700" b="0" i="0" dirty="0">
              <a:solidFill>
                <a:srgbClr val="FFFFFF"/>
              </a:solidFill>
              <a:latin typeface="Neuromax SemB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49055" y="181965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Neuromax SemBd"/>
              </a:rPr>
              <a:t>ESTÉTICA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7" y="2500551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31315"/>
                </a:solidFill>
                <a:latin typeface="Neuromax"/>
              </a:rPr>
              <a:t>La experiencia emocional.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2632" y="3279457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F5361"/>
                </a:solidFill>
                <a:latin typeface="Neuromax"/>
              </a:rPr>
              <a:t>Ej.: diversión, miedo, orgullo.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160520"/>
            <a:ext cx="11055096" cy="1051560"/>
          </a:xfrm>
          <a:prstGeom prst="rect">
            <a:avLst/>
          </a:prstGeom>
          <a:solidFill>
            <a:srgbClr val="F7F3EA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8" y="427939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963700"/>
                </a:solidFill>
                <a:latin typeface="Neuromax SemBd"/>
              </a:rPr>
              <a:t>EL MISMO JUEGO, TRES LECTURAS</a:t>
            </a:r>
            <a:endParaRPr lang="es-ES" b="0" i="0">
              <a:solidFill>
                <a:srgbClr val="963700"/>
              </a:solidFill>
              <a:latin typeface="Neuromax SemBd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4824" y="47620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"/>
              </a:rPr>
              <a:t>Mecánica: saltar con impulso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41648" y="47620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63700"/>
                </a:solidFill>
                <a:latin typeface="Neuromax SemBd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7478" y="47620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"/>
              </a:rPr>
              <a:t>Dinámica: calcular la distancia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47620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63700"/>
                </a:solidFill>
                <a:latin typeface="Neuromax SemBd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7961" y="4756119"/>
            <a:ext cx="2950846" cy="28027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"/>
              </a:rPr>
              <a:t>Estética: sentir que dominas el salto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4615" y="5428774"/>
            <a:ext cx="11075670" cy="26241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400" b="0" i="0" dirty="0">
                <a:solidFill>
                  <a:srgbClr val="31324A"/>
                </a:solidFill>
                <a:latin typeface="Neuromax SemBd"/>
              </a:rPr>
              <a:t>El </a:t>
            </a:r>
            <a:r>
              <a:rPr lang="es-ES" sz="1400" dirty="0" err="1">
                <a:solidFill>
                  <a:srgbClr val="31324A"/>
                </a:solidFill>
                <a:latin typeface="Neuromax SemBd"/>
              </a:rPr>
              <a:t>developer</a:t>
            </a:r>
            <a:r>
              <a:rPr lang="es-ES" sz="1400" dirty="0">
                <a:solidFill>
                  <a:srgbClr val="31324A"/>
                </a:solidFill>
                <a:latin typeface="Neuromax SemBd"/>
              </a:rPr>
              <a:t> </a:t>
            </a:r>
            <a:r>
              <a:rPr sz="1400" b="0" i="0" dirty="0" err="1">
                <a:solidFill>
                  <a:srgbClr val="31324A"/>
                </a:solidFill>
                <a:latin typeface="Neuromax SemBd"/>
              </a:rPr>
              <a:t>construye</a:t>
            </a:r>
            <a:r>
              <a:rPr sz="1400" b="0" i="0" dirty="0">
                <a:solidFill>
                  <a:srgbClr val="31324A"/>
                </a:solidFill>
                <a:latin typeface="Neuromax SemBd"/>
              </a:rPr>
              <a:t> de </a:t>
            </a:r>
            <a:r>
              <a:rPr sz="1400" b="0" i="0" dirty="0" err="1">
                <a:solidFill>
                  <a:srgbClr val="31324A"/>
                </a:solidFill>
                <a:latin typeface="Neuromax SemBd"/>
              </a:rPr>
              <a:t>izquierda</a:t>
            </a:r>
            <a:r>
              <a:rPr sz="1400" b="0" i="0" dirty="0">
                <a:solidFill>
                  <a:srgbClr val="31324A"/>
                </a:solidFill>
                <a:latin typeface="Neuromax SemBd"/>
              </a:rPr>
              <a:t> a </a:t>
            </a:r>
            <a:r>
              <a:rPr sz="1400" b="0" i="0" dirty="0" err="1">
                <a:solidFill>
                  <a:srgbClr val="31324A"/>
                </a:solidFill>
                <a:latin typeface="Neuromax SemBd"/>
              </a:rPr>
              <a:t>derecha</a:t>
            </a:r>
            <a:r>
              <a:rPr sz="1400" b="0" i="0" dirty="0">
                <a:solidFill>
                  <a:srgbClr val="31324A"/>
                </a:solidFill>
                <a:latin typeface="Neuromax SemBd"/>
              </a:rPr>
              <a:t>; el </a:t>
            </a:r>
            <a:r>
              <a:rPr sz="1400" b="0" i="0" dirty="0" err="1">
                <a:solidFill>
                  <a:srgbClr val="31324A"/>
                </a:solidFill>
                <a:latin typeface="Neuromax SemBd"/>
              </a:rPr>
              <a:t>jugador</a:t>
            </a:r>
            <a:r>
              <a:rPr sz="1400" b="0" i="0" dirty="0">
                <a:solidFill>
                  <a:srgbClr val="31324A"/>
                </a:solidFill>
                <a:latin typeface="Neuromax SemBd"/>
              </a:rPr>
              <a:t> lo </a:t>
            </a:r>
            <a:r>
              <a:rPr sz="1400" b="0" i="0" dirty="0" err="1">
                <a:solidFill>
                  <a:srgbClr val="31324A"/>
                </a:solidFill>
                <a:latin typeface="Neuromax SemBd"/>
              </a:rPr>
              <a:t>vive</a:t>
            </a:r>
            <a:r>
              <a:rPr sz="1400" b="0" i="0" dirty="0">
                <a:solidFill>
                  <a:srgbClr val="31324A"/>
                </a:solidFill>
                <a:latin typeface="Neuromax SemBd"/>
              </a:rPr>
              <a:t> de </a:t>
            </a:r>
            <a:r>
              <a:rPr sz="1400" b="0" i="0" dirty="0" err="1">
                <a:solidFill>
                  <a:srgbClr val="31324A"/>
                </a:solidFill>
                <a:latin typeface="Neuromax SemBd"/>
              </a:rPr>
              <a:t>derecha</a:t>
            </a:r>
            <a:r>
              <a:rPr sz="1400" b="0" i="0" dirty="0">
                <a:solidFill>
                  <a:srgbClr val="31324A"/>
                </a:solidFill>
                <a:latin typeface="Neuromax SemBd"/>
              </a:rPr>
              <a:t> a </a:t>
            </a:r>
            <a:r>
              <a:rPr sz="1400" b="0" i="0" dirty="0" err="1">
                <a:solidFill>
                  <a:srgbClr val="31324A"/>
                </a:solidFill>
                <a:latin typeface="Neuromax SemBd"/>
              </a:rPr>
              <a:t>izquierda</a:t>
            </a:r>
            <a:r>
              <a:rPr sz="1400" b="0" i="0" dirty="0">
                <a:solidFill>
                  <a:srgbClr val="31324A"/>
                </a:solidFill>
                <a:latin typeface="Neuromax SemBd"/>
              </a:rPr>
              <a:t>.</a:t>
            </a:r>
            <a:r>
              <a:rPr lang="es-ES" sz="1400" dirty="0">
                <a:solidFill>
                  <a:srgbClr val="31324A"/>
                </a:solidFill>
                <a:latin typeface="Neuromax SemBd"/>
              </a:rPr>
              <a:t>    (parecido a TOP-DOWN de </a:t>
            </a:r>
            <a:r>
              <a:rPr lang="es-ES" sz="1400" dirty="0" err="1">
                <a:solidFill>
                  <a:srgbClr val="31324A"/>
                </a:solidFill>
                <a:latin typeface="Neuromax SemBd"/>
              </a:rPr>
              <a:t>Ing</a:t>
            </a:r>
            <a:r>
              <a:rPr lang="es-ES" sz="1400" dirty="0">
                <a:solidFill>
                  <a:srgbClr val="31324A"/>
                </a:solidFill>
                <a:latin typeface="Neuromax SemBd"/>
              </a:rPr>
              <a:t> de Software)</a:t>
            </a:r>
            <a:endParaRPr lang="es-ES" sz="1400" b="0" i="0" dirty="0">
              <a:solidFill>
                <a:srgbClr val="31324A"/>
              </a:solidFill>
              <a:latin typeface="Neuromax SemB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8.1.2 · CONCEPTOS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207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REGLAS, RETOS Y RECOMPENSAS</a:t>
            </a:r>
            <a:endParaRPr lang="es-ES" sz="36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600" b="0" i="0" dirty="0">
                <a:solidFill>
                  <a:srgbClr val="4F5361"/>
                </a:solidFill>
                <a:latin typeface="Neuromax"/>
              </a:rPr>
              <a:t>El combustible del juego: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límites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claros</a:t>
            </a:r>
            <a:r>
              <a:rPr lang="es-ES" sz="1600" dirty="0">
                <a:solidFill>
                  <a:srgbClr val="4F5361"/>
                </a:solidFill>
                <a:latin typeface="Neuromax"/>
              </a:rPr>
              <a:t>, reglas consistentes y reto constante</a:t>
            </a:r>
            <a:endParaRPr lang="es-ES" sz="1600" b="0" i="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1719072"/>
            <a:ext cx="3456432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719072"/>
            <a:ext cx="73152" cy="288036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856231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63700"/>
                </a:solidFill>
                <a:latin typeface="Neuromax SemB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794" y="1829276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31315"/>
                </a:solidFill>
                <a:latin typeface="Neuromax SemBd"/>
              </a:rPr>
              <a:t>REGLAS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247" y="236343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Definen qué se puede hacer.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01752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</a:pPr>
            <a:r>
              <a:rPr lang="es-ES" sz="1500">
                <a:solidFill>
                  <a:srgbClr val="131315"/>
                </a:solidFill>
                <a:latin typeface="Neuromax"/>
              </a:rPr>
              <a:t>. Numero de</a:t>
            </a:r>
            <a:r>
              <a:rPr sz="1500" b="0" i="0" dirty="0">
                <a:solidFill>
                  <a:srgbClr val="131315"/>
                </a:solidFill>
                <a:latin typeface="Neuromax"/>
              </a:rPr>
              <a:t> </a:t>
            </a:r>
            <a:r>
              <a:rPr sz="1500" b="0" i="0" err="1">
                <a:solidFill>
                  <a:srgbClr val="131315"/>
                </a:solidFill>
                <a:latin typeface="Neuromax"/>
              </a:rPr>
              <a:t>vidas</a:t>
            </a:r>
            <a:r>
              <a:rPr sz="1500" b="0" i="0" dirty="0">
                <a:solidFill>
                  <a:srgbClr val="131315"/>
                </a:solidFill>
                <a:latin typeface="Neuromax"/>
              </a:rPr>
              <a:t>.</a:t>
            </a:r>
            <a:endParaRPr lang="es-ES" sz="1500"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s-ES" sz="1500" dirty="0">
                <a:solidFill>
                  <a:srgbClr val="131315"/>
                </a:solidFill>
                <a:latin typeface="Neuromax"/>
              </a:rPr>
              <a:t>. </a:t>
            </a:r>
            <a:r>
              <a:rPr sz="1500" b="0" i="0" dirty="0">
                <a:solidFill>
                  <a:srgbClr val="131315"/>
                </a:solidFill>
                <a:latin typeface="Neuromax"/>
              </a:rPr>
              <a:t>Tiempo </a:t>
            </a:r>
            <a:r>
              <a:rPr sz="1500" b="0" i="0" dirty="0" err="1">
                <a:solidFill>
                  <a:srgbClr val="131315"/>
                </a:solidFill>
                <a:latin typeface="Neuromax"/>
              </a:rPr>
              <a:t>límite</a:t>
            </a:r>
            <a:r>
              <a:rPr sz="1500" b="0" i="0" dirty="0">
                <a:solidFill>
                  <a:srgbClr val="131315"/>
                </a:solidFill>
                <a:latin typeface="Neuromax"/>
              </a:rPr>
              <a:t>.</a:t>
            </a:r>
            <a:endParaRPr lang="en-US" sz="1500" dirty="0">
              <a:solidFill>
                <a:srgbClr val="131315"/>
              </a:solidFill>
              <a:latin typeface="Neuromax"/>
            </a:endParaRPr>
          </a:p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31315"/>
                </a:solidFill>
                <a:latin typeface="Neuromax"/>
              </a:rPr>
              <a:t>. I</a:t>
            </a:r>
            <a:r>
              <a:rPr lang="en-US" sz="1500" dirty="0" err="1">
                <a:solidFill>
                  <a:srgbClr val="131315"/>
                </a:solidFill>
                <a:latin typeface="Neuromax"/>
              </a:rPr>
              <a:t>tems</a:t>
            </a:r>
            <a:r>
              <a:rPr lang="en-US" sz="1500" dirty="0">
                <a:solidFill>
                  <a:srgbClr val="131315"/>
                </a:solidFill>
                <a:latin typeface="Neuromax"/>
              </a:rPr>
              <a:t>, Power Ups,</a:t>
            </a:r>
          </a:p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31315"/>
                </a:solidFill>
                <a:latin typeface="Neuromax"/>
              </a:rPr>
              <a:t>. </a:t>
            </a:r>
            <a:r>
              <a:rPr lang="en-US" sz="1500" dirty="0" err="1">
                <a:solidFill>
                  <a:srgbClr val="131315"/>
                </a:solidFill>
                <a:latin typeface="Neuromax"/>
              </a:rPr>
              <a:t>Interaccion</a:t>
            </a:r>
            <a:r>
              <a:rPr lang="en-US" sz="1500" dirty="0">
                <a:solidFill>
                  <a:srgbClr val="131315"/>
                </a:solidFill>
                <a:latin typeface="Neuromax"/>
              </a:rPr>
              <a:t> con el </a:t>
            </a:r>
            <a:r>
              <a:rPr lang="en-US" sz="1500" dirty="0" err="1">
                <a:solidFill>
                  <a:srgbClr val="131315"/>
                </a:solidFill>
                <a:latin typeface="Neuromax"/>
              </a:rPr>
              <a:t>entorno</a:t>
            </a:r>
            <a:endParaRPr lang="en-US" sz="1500" dirty="0">
              <a:solidFill>
                <a:srgbClr val="131315"/>
              </a:solidFill>
              <a:latin typeface="Neuromax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97680" y="1719072"/>
            <a:ext cx="3456432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1719072"/>
            <a:ext cx="73152" cy="2880360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1856231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1E49"/>
                </a:solidFill>
                <a:latin typeface="Neuromax SemB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6546" y="1829276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31315"/>
                </a:solidFill>
                <a:latin typeface="Neuromax SemBd"/>
              </a:rPr>
              <a:t>RETOS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1999" y="236343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Ponen a prueba una habilidad.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01752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dirty="0" err="1">
                <a:solidFill>
                  <a:srgbClr val="131315"/>
                </a:solidFill>
                <a:latin typeface="Neuromax"/>
              </a:rPr>
              <a:t>Precisión</a:t>
            </a:r>
            <a:r>
              <a:rPr sz="1500" b="0" i="0" dirty="0">
                <a:solidFill>
                  <a:srgbClr val="131315"/>
                </a:solidFill>
                <a:latin typeface="Neuromax"/>
              </a:rPr>
              <a:t>, </a:t>
            </a:r>
            <a:r>
              <a:rPr sz="1500" b="0" i="0" dirty="0" err="1">
                <a:solidFill>
                  <a:srgbClr val="131315"/>
                </a:solidFill>
                <a:latin typeface="Neuromax"/>
              </a:rPr>
              <a:t>tiempo</a:t>
            </a:r>
            <a:r>
              <a:rPr sz="1500" b="0" i="0" dirty="0">
                <a:solidFill>
                  <a:srgbClr val="131315"/>
                </a:solidFill>
                <a:latin typeface="Neuromax"/>
              </a:rPr>
              <a:t>,</a:t>
            </a:r>
            <a:endParaRPr lang="es-ES" sz="1500" b="0" i="0">
              <a:solidFill>
                <a:srgbClr val="131315"/>
              </a:solidFill>
              <a:latin typeface="Neuromax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dirty="0" err="1">
                <a:solidFill>
                  <a:srgbClr val="131315"/>
                </a:solidFill>
                <a:latin typeface="Neuromax"/>
              </a:rPr>
              <a:t>estrategia</a:t>
            </a:r>
            <a:r>
              <a:rPr sz="1500" b="0" i="0" dirty="0">
                <a:solidFill>
                  <a:srgbClr val="131315"/>
                </a:solidFill>
                <a:latin typeface="Neuromax"/>
              </a:rPr>
              <a:t>, memoria.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28431" y="1719072"/>
            <a:ext cx="3456432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28431" y="1719072"/>
            <a:ext cx="73152" cy="288036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57031" y="1856231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1324A"/>
                </a:solidFill>
                <a:latin typeface="Neuromax SemBd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97" y="1829276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31315"/>
                </a:solidFill>
                <a:latin typeface="Neuromax SemBd"/>
              </a:rPr>
              <a:t>RECOMPENSAS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7766" y="236343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F5361"/>
                </a:solidFill>
                <a:latin typeface="Neuromax"/>
              </a:rPr>
              <a:t>Reconocen el esfuerzo.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1" y="301752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dirty="0">
                <a:solidFill>
                  <a:srgbClr val="131315"/>
                </a:solidFill>
                <a:latin typeface="Neuromax"/>
              </a:rPr>
              <a:t>Puntos, </a:t>
            </a:r>
            <a:r>
              <a:rPr sz="1500" b="0" i="0" dirty="0" err="1">
                <a:solidFill>
                  <a:srgbClr val="131315"/>
                </a:solidFill>
                <a:latin typeface="Neuromax"/>
              </a:rPr>
              <a:t>vidas</a:t>
            </a:r>
            <a:r>
              <a:rPr sz="1500" b="0" i="0" dirty="0">
                <a:solidFill>
                  <a:srgbClr val="131315"/>
                </a:solidFill>
                <a:latin typeface="Neuromax"/>
              </a:rPr>
              <a:t>, </a:t>
            </a:r>
            <a:r>
              <a:rPr sz="1500" b="0" i="0" dirty="0" err="1">
                <a:solidFill>
                  <a:srgbClr val="131315"/>
                </a:solidFill>
                <a:latin typeface="Neuromax"/>
              </a:rPr>
              <a:t>mejoras</a:t>
            </a:r>
            <a:r>
              <a:rPr sz="1500" b="0" i="0" dirty="0">
                <a:solidFill>
                  <a:srgbClr val="131315"/>
                </a:solidFill>
                <a:latin typeface="Neuromax"/>
              </a:rPr>
              <a:t>,</a:t>
            </a:r>
            <a:endParaRPr lang="es-ES" sz="1500" b="0" i="0">
              <a:solidFill>
                <a:srgbClr val="131315"/>
              </a:solidFill>
              <a:latin typeface="Neuromax"/>
            </a:endParaRPr>
          </a:p>
          <a:p>
            <a:pPr>
              <a:lnSpc>
                <a:spcPct val="120000"/>
              </a:lnSpc>
            </a:pPr>
            <a:r>
              <a:rPr sz="1500" b="0" i="0" dirty="0" err="1">
                <a:solidFill>
                  <a:srgbClr val="131315"/>
                </a:solidFill>
                <a:latin typeface="Neuromax"/>
              </a:rPr>
              <a:t>acceso</a:t>
            </a:r>
            <a:r>
              <a:rPr sz="1500" b="0" i="0" dirty="0">
                <a:solidFill>
                  <a:srgbClr val="131315"/>
                </a:solidFill>
                <a:latin typeface="Neuromax"/>
              </a:rPr>
              <a:t> a la </a:t>
            </a:r>
            <a:r>
              <a:rPr sz="1500" b="0" i="0" dirty="0" err="1">
                <a:solidFill>
                  <a:srgbClr val="131315"/>
                </a:solidFill>
                <a:latin typeface="Neuromax"/>
              </a:rPr>
              <a:t>historia</a:t>
            </a:r>
            <a:r>
              <a:rPr lang="es-ES" sz="1500" dirty="0">
                <a:solidFill>
                  <a:srgbClr val="131315"/>
                </a:solidFill>
                <a:latin typeface="Neuromax"/>
              </a:rPr>
              <a:t>, </a:t>
            </a:r>
            <a:br>
              <a:rPr lang="es-ES" sz="1500" dirty="0">
                <a:solidFill>
                  <a:srgbClr val="131315"/>
                </a:solidFill>
                <a:latin typeface="Neuromax"/>
              </a:rPr>
            </a:br>
            <a:r>
              <a:rPr lang="es-ES" sz="1500" dirty="0">
                <a:solidFill>
                  <a:srgbClr val="131315"/>
                </a:solidFill>
                <a:latin typeface="Neuromax"/>
              </a:rPr>
              <a:t>skins, items, monturas</a:t>
            </a:r>
            <a:endParaRPr lang="es-ES" sz="1500" b="0" i="0" dirty="0">
              <a:solidFill>
                <a:srgbClr val="131315"/>
              </a:solidFill>
              <a:latin typeface="Neuromax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5816" y="3159252"/>
            <a:ext cx="475488" cy="45269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0290" y="3820906"/>
            <a:ext cx="1261872" cy="66910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66928" y="4892040"/>
            <a:ext cx="11055096" cy="713232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73828" y="50891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dirty="0">
                <a:solidFill>
                  <a:srgbClr val="FFFFFF"/>
                </a:solidFill>
                <a:latin typeface="Neuromax SemBd"/>
              </a:rPr>
              <a:t>Si el </a:t>
            </a:r>
            <a:r>
              <a:rPr sz="2000" b="0" i="0" dirty="0" err="1">
                <a:solidFill>
                  <a:srgbClr val="FFFFFF"/>
                </a:solidFill>
                <a:latin typeface="Neuromax SemBd"/>
              </a:rPr>
              <a:t>reto</a:t>
            </a:r>
            <a:r>
              <a:rPr sz="2000" b="0" i="0" dirty="0">
                <a:solidFill>
                  <a:srgbClr val="FFFFFF"/>
                </a:solidFill>
                <a:latin typeface="Neuromax SemBd"/>
              </a:rPr>
              <a:t> es </a:t>
            </a:r>
            <a:r>
              <a:rPr sz="2000" b="0" i="0" dirty="0" err="1">
                <a:solidFill>
                  <a:srgbClr val="FFFFFF"/>
                </a:solidFill>
                <a:latin typeface="Neuromax SemBd"/>
              </a:rPr>
              <a:t>muy</a:t>
            </a:r>
            <a:r>
              <a:rPr sz="2000" b="0" i="0" dirty="0">
                <a:solidFill>
                  <a:srgbClr val="FFFFFF"/>
                </a:solidFill>
                <a:latin typeface="Neuromax SemBd"/>
              </a:rPr>
              <a:t> alto, frustra; </a:t>
            </a:r>
            <a:r>
              <a:rPr sz="2000" b="0" i="0" dirty="0" err="1">
                <a:solidFill>
                  <a:srgbClr val="FFFFFF"/>
                </a:solidFill>
                <a:latin typeface="Neuromax SemBd"/>
              </a:rPr>
              <a:t>si</a:t>
            </a:r>
            <a:r>
              <a:rPr sz="2000" b="0" i="0" dirty="0">
                <a:solidFill>
                  <a:srgbClr val="FFFFFF"/>
                </a:solidFill>
                <a:latin typeface="Neuromax SemBd"/>
              </a:rPr>
              <a:t> es </a:t>
            </a:r>
            <a:r>
              <a:rPr sz="2000" b="0" i="0" dirty="0" err="1">
                <a:solidFill>
                  <a:srgbClr val="FFFFFF"/>
                </a:solidFill>
                <a:latin typeface="Neuromax SemBd"/>
              </a:rPr>
              <a:t>muy</a:t>
            </a:r>
            <a:r>
              <a:rPr sz="2000" b="0" i="0" dirty="0">
                <a:solidFill>
                  <a:srgbClr val="FFFFFF"/>
                </a:solidFill>
                <a:latin typeface="Neuromax SemBd"/>
              </a:rPr>
              <a:t> bajo, </a:t>
            </a:r>
            <a:r>
              <a:rPr sz="2000" b="0" i="0" dirty="0" err="1">
                <a:solidFill>
                  <a:srgbClr val="FFFFFF"/>
                </a:solidFill>
                <a:latin typeface="Neuromax SemBd"/>
              </a:rPr>
              <a:t>aburre</a:t>
            </a:r>
            <a:r>
              <a:rPr sz="2000" b="0" i="0" dirty="0">
                <a:solidFill>
                  <a:srgbClr val="FFFFFF"/>
                </a:solidFill>
                <a:latin typeface="Neuromax SemBd"/>
              </a:rPr>
              <a:t>. Ese </a:t>
            </a:r>
            <a:r>
              <a:rPr sz="2000" b="0" i="0" dirty="0" err="1">
                <a:solidFill>
                  <a:srgbClr val="FFFFFF"/>
                </a:solidFill>
                <a:latin typeface="Neuromax SemBd"/>
              </a:rPr>
              <a:t>equilibrio</a:t>
            </a:r>
            <a:r>
              <a:rPr sz="2000" b="0" i="0" dirty="0">
                <a:solidFill>
                  <a:srgbClr val="FFFFFF"/>
                </a:solidFill>
                <a:latin typeface="Neuromax SemBd"/>
              </a:rPr>
              <a:t> es la </a:t>
            </a:r>
            <a:r>
              <a:rPr sz="2000" b="0" i="0" dirty="0" err="1">
                <a:solidFill>
                  <a:srgbClr val="FFFFFF"/>
                </a:solidFill>
                <a:latin typeface="Neuromax SemBd"/>
              </a:rPr>
              <a:t>dificultad</a:t>
            </a:r>
            <a:r>
              <a:rPr sz="2000" b="0" i="0" dirty="0">
                <a:solidFill>
                  <a:srgbClr val="FFFFFF"/>
                </a:solidFill>
                <a:latin typeface="Neuromax SemBd"/>
              </a:rPr>
              <a:t>.</a:t>
            </a:r>
            <a:endParaRPr lang="es-ES" sz="2000" b="0" i="0">
              <a:solidFill>
                <a:srgbClr val="FFFFFF"/>
              </a:solidFill>
              <a:latin typeface="Neuromax SemBd"/>
            </a:endParaRPr>
          </a:p>
        </p:txBody>
      </p:sp>
      <p:pic>
        <p:nvPicPr>
          <p:cNvPr id="32" name="Picture 4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9072D934-4417-3523-F681-731B43482F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5359" y="3124676"/>
            <a:ext cx="768192" cy="1393901"/>
          </a:xfrm>
          <a:prstGeom prst="rect">
            <a:avLst/>
          </a:prstGeom>
        </p:spPr>
      </p:pic>
      <p:pic>
        <p:nvPicPr>
          <p:cNvPr id="34" name="Picture 6">
            <a:extLst>
              <a:ext uri="{FF2B5EF4-FFF2-40B4-BE49-F238E27FC236}">
                <a16:creationId xmlns:a16="http://schemas.microsoft.com/office/drawing/2014/main" id="{78C527E1-2B13-6163-55F8-0BEC0C2B53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8450" y="4025979"/>
            <a:ext cx="794623" cy="4636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8.1.2 · CONCEPTOS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10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31315"/>
                </a:solidFill>
                <a:latin typeface="Neuromax SemBd"/>
              </a:rPr>
              <a:t>EL CICLO DE JUEGO (GAME LOOP)</a:t>
            </a:r>
            <a:endParaRPr lang="es-ES" sz="36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7" y="11572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4F5361"/>
                </a:solidFill>
                <a:latin typeface="Neuromax"/>
              </a:rPr>
              <a:t>El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corazón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de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todo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videojuego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: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repetir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,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actualizar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y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dibujar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.</a:t>
            </a:r>
            <a:endParaRPr lang="es-ES" sz="1600" b="0" i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320040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920240"/>
            <a:ext cx="73152" cy="123444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029968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63700"/>
                </a:solidFill>
                <a:latin typeface="Neuromax SemB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02996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31315"/>
                </a:solidFill>
                <a:latin typeface="Neuromax SemBd"/>
              </a:rPr>
              <a:t>LEER ENTRADA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2260" y="2592181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Teclado, mouse, mando.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77639" y="2542032"/>
            <a:ext cx="411481" cy="0"/>
          </a:xfrm>
          <a:prstGeom prst="line">
            <a:avLst/>
          </a:prstGeom>
          <a:ln w="27940">
            <a:solidFill>
              <a:srgbClr val="9637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462272" y="1920240"/>
            <a:ext cx="320040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62272" y="1920240"/>
            <a:ext cx="73152" cy="1234440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2029968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1E49"/>
                </a:solidFill>
                <a:latin typeface="Neuromax SemB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02996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31315"/>
                </a:solidFill>
                <a:latin typeface="Neuromax SemBd"/>
              </a:rPr>
              <a:t>ACTUALIZAR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3012" y="2592181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Física, reglas, enemigos.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08392" y="2542032"/>
            <a:ext cx="411479" cy="0"/>
          </a:xfrm>
          <a:prstGeom prst="line">
            <a:avLst/>
          </a:prstGeom>
          <a:ln w="27940">
            <a:solidFill>
              <a:srgbClr val="9637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193024" y="1920240"/>
            <a:ext cx="320040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93024" y="1920240"/>
            <a:ext cx="73152" cy="123444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94192" y="2029968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1324A"/>
                </a:solidFill>
                <a:latin typeface="Neuromax SemB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202996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31315"/>
                </a:solidFill>
                <a:latin typeface="Neuromax SemBd"/>
              </a:rPr>
              <a:t>DIBUJAR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3764" y="2592181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Mostrar el nuevo estado.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9698593" y="3107056"/>
            <a:ext cx="0" cy="576738"/>
          </a:xfrm>
          <a:prstGeom prst="line">
            <a:avLst/>
          </a:prstGeom>
          <a:ln w="25400">
            <a:solidFill>
              <a:srgbClr val="31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331720" y="3677841"/>
            <a:ext cx="7360920" cy="0"/>
          </a:xfrm>
          <a:prstGeom prst="line">
            <a:avLst/>
          </a:prstGeom>
          <a:ln w="25400">
            <a:solidFill>
              <a:srgbClr val="31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319814" y="3154680"/>
            <a:ext cx="0" cy="523161"/>
          </a:xfrm>
          <a:prstGeom prst="line">
            <a:avLst/>
          </a:prstGeom>
          <a:ln w="25400">
            <a:solidFill>
              <a:srgbClr val="3132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03057" y="3706987"/>
            <a:ext cx="4609146" cy="26241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000" b="0" i="0" dirty="0">
                <a:solidFill>
                  <a:srgbClr val="4F5361"/>
                </a:solidFill>
                <a:latin typeface="Neuromax SemBd"/>
              </a:rPr>
              <a:t>se </a:t>
            </a:r>
            <a:r>
              <a:rPr sz="2000" b="0" i="0" dirty="0" err="1">
                <a:solidFill>
                  <a:srgbClr val="4F5361"/>
                </a:solidFill>
                <a:latin typeface="Neuromax SemBd"/>
              </a:rPr>
              <a:t>repite</a:t>
            </a:r>
            <a:r>
              <a:rPr sz="2000" b="0" i="0" dirty="0">
                <a:solidFill>
                  <a:srgbClr val="4F5361"/>
                </a:solidFill>
                <a:latin typeface="Neuromax SemBd"/>
              </a:rPr>
              <a:t> 60 </a:t>
            </a:r>
            <a:r>
              <a:rPr sz="2000" b="0" i="0" dirty="0" err="1">
                <a:solidFill>
                  <a:srgbClr val="4F5361"/>
                </a:solidFill>
                <a:latin typeface="Neuromax SemBd"/>
              </a:rPr>
              <a:t>veces</a:t>
            </a:r>
            <a:r>
              <a:rPr sz="2000" b="0" i="0" dirty="0">
                <a:solidFill>
                  <a:srgbClr val="4F5361"/>
                </a:solidFill>
                <a:latin typeface="Neuromax SemBd"/>
              </a:rPr>
              <a:t> </a:t>
            </a:r>
            <a:r>
              <a:rPr sz="2000" b="0" i="0" dirty="0" err="1">
                <a:solidFill>
                  <a:srgbClr val="4F5361"/>
                </a:solidFill>
                <a:latin typeface="Neuromax SemBd"/>
              </a:rPr>
              <a:t>por</a:t>
            </a:r>
            <a:r>
              <a:rPr sz="2000" b="0" i="0" dirty="0">
                <a:solidFill>
                  <a:srgbClr val="4F5361"/>
                </a:solidFill>
                <a:latin typeface="Neuromax SemBd"/>
              </a:rPr>
              <a:t> </a:t>
            </a:r>
            <a:r>
              <a:rPr sz="2000" b="0" i="0" dirty="0" err="1">
                <a:solidFill>
                  <a:srgbClr val="4F5361"/>
                </a:solidFill>
                <a:latin typeface="Neuromax SemBd"/>
              </a:rPr>
              <a:t>segundo</a:t>
            </a:r>
            <a:r>
              <a:rPr lang="es-ES" sz="2000" dirty="0">
                <a:solidFill>
                  <a:srgbClr val="4F5361"/>
                </a:solidFill>
                <a:latin typeface="Neuromax SemBd"/>
              </a:rPr>
              <a:t> (</a:t>
            </a:r>
            <a:r>
              <a:rPr lang="es-ES" sz="2000" dirty="0" err="1">
                <a:solidFill>
                  <a:srgbClr val="4F5361"/>
                </a:solidFill>
                <a:latin typeface="Neuromax SemBd"/>
              </a:rPr>
              <a:t>frame</a:t>
            </a:r>
            <a:r>
              <a:rPr lang="es-ES" sz="2000" dirty="0">
                <a:solidFill>
                  <a:srgbClr val="4F5361"/>
                </a:solidFill>
                <a:latin typeface="Neuromax SemBd"/>
              </a:rPr>
              <a:t> = </a:t>
            </a:r>
            <a:r>
              <a:rPr lang="es-ES" sz="2000" dirty="0" err="1">
                <a:solidFill>
                  <a:srgbClr val="4F5361"/>
                </a:solidFill>
                <a:latin typeface="Neuromax SemBd"/>
              </a:rPr>
              <a:t>dt</a:t>
            </a:r>
            <a:r>
              <a:rPr lang="es-ES" sz="2000" dirty="0">
                <a:solidFill>
                  <a:srgbClr val="4F5361"/>
                </a:solidFill>
                <a:latin typeface="Neuromax SemBd"/>
              </a:rPr>
              <a:t>)</a:t>
            </a:r>
            <a:endParaRPr lang="es-ES" sz="2000" b="0" i="0" dirty="0">
              <a:solidFill>
                <a:srgbClr val="4F5361"/>
              </a:solidFill>
              <a:latin typeface="Neuromax SemBd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66928" y="4681728"/>
            <a:ext cx="5394960" cy="960120"/>
          </a:xfrm>
          <a:prstGeom prst="rect">
            <a:avLst/>
          </a:prstGeom>
          <a:solidFill>
            <a:srgbClr val="F7F3EA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8096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63700"/>
                </a:solidFill>
                <a:latin typeface="Neuromax SemBd"/>
              </a:rPr>
              <a:t>dt · TIEMPO ENTRE FOTOGRAMAS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5283" y="5166551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s-ES" sz="1400">
                <a:solidFill>
                  <a:srgbClr val="131315"/>
                </a:solidFill>
                <a:latin typeface="Neuromax"/>
              </a:rPr>
              <a:t>Tiempo entre un fotograma y el siguiente.</a:t>
            </a:r>
            <a:br>
              <a:rPr lang="es-ES" sz="1400" dirty="0">
                <a:solidFill>
                  <a:srgbClr val="131315"/>
                </a:solidFill>
                <a:latin typeface="Neuromax"/>
              </a:rPr>
            </a:br>
            <a:endParaRPr lang="es-ES" sz="1400" dirty="0">
              <a:solidFill>
                <a:srgbClr val="131315"/>
              </a:solidFill>
              <a:latin typeface="Neuromax"/>
            </a:endParaRPr>
          </a:p>
          <a:p>
            <a:endParaRPr lang="es-ES" sz="1400" dirty="0">
              <a:solidFill>
                <a:srgbClr val="131315"/>
              </a:solidFill>
              <a:latin typeface="Neuromax"/>
              <a:ea typeface="Calibri"/>
              <a:cs typeface="Calibri"/>
            </a:endParaRPr>
          </a:p>
          <a:p>
            <a:endParaRPr lang="es-ES" sz="1400" dirty="0">
              <a:solidFill>
                <a:srgbClr val="131315"/>
              </a:solidFill>
              <a:latin typeface="Neuromax"/>
              <a:ea typeface="Calibri"/>
              <a:cs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36208" y="4681728"/>
            <a:ext cx="5394960" cy="960120"/>
          </a:xfrm>
          <a:prstGeom prst="rect">
            <a:avLst/>
          </a:prstGeom>
          <a:solidFill>
            <a:srgbClr val="F7F3EA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37376" y="4800600"/>
            <a:ext cx="48463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63700"/>
                </a:solidFill>
                <a:latin typeface="Neuromax SemBd"/>
              </a:rPr>
              <a:t>60 FPS · FOTOGRAMAS POR SEGUNDO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3360" y="5166551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"/>
              </a:rPr>
              <a:t>En VR se piden 90 o más para evitar mareo.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8.1.2 ·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207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3600">
                <a:solidFill>
                  <a:srgbClr val="131315"/>
                </a:solidFill>
                <a:latin typeface="Neuromax SemBd"/>
              </a:rPr>
              <a:t>GAMELOOP</a:t>
            </a:r>
            <a:r>
              <a:rPr sz="3600" b="0" i="0">
                <a:solidFill>
                  <a:srgbClr val="131315"/>
                </a:solidFill>
                <a:latin typeface="Neuromax SemBd"/>
              </a:rPr>
              <a:t> EN POCAS LÍNEAS</a:t>
            </a:r>
            <a:endParaRPr lang="es-ES" sz="36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0975" y="1133428"/>
            <a:ext cx="2788920" cy="4133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1600" b="0" i="0" dirty="0">
                <a:solidFill>
                  <a:srgbClr val="4F5361"/>
                </a:solidFill>
                <a:latin typeface="Neuromax"/>
              </a:rPr>
              <a:t>Pseudocódigo </a:t>
            </a:r>
            <a:r>
              <a:rPr lang="es-ES" sz="1600" dirty="0">
                <a:solidFill>
                  <a:srgbClr val="4F5361"/>
                </a:solidFill>
                <a:latin typeface="Neuromax"/>
              </a:rPr>
              <a:t>de un </a:t>
            </a:r>
            <a:r>
              <a:rPr lang="es-ES" sz="1600" dirty="0" err="1">
                <a:solidFill>
                  <a:srgbClr val="4F5361"/>
                </a:solidFill>
                <a:latin typeface="Neuromax"/>
              </a:rPr>
              <a:t>gameloop</a:t>
            </a:r>
            <a:endParaRPr lang="es-ES" sz="1600" b="0" i="0" dirty="0" err="1">
              <a:solidFill>
                <a:srgbClr val="4F5361"/>
              </a:solidFill>
              <a:latin typeface="Neuromax"/>
            </a:endParaRPr>
          </a:p>
        </p:txBody>
      </p:sp>
      <p:pic>
        <p:nvPicPr>
          <p:cNvPr id="9" name="Picture 8" descr="Código del game loop"/>
          <p:cNvPicPr>
            <a:picLocks noChangeAspect="1"/>
          </p:cNvPicPr>
          <p:nvPr/>
        </p:nvPicPr>
        <p:blipFill>
          <a:blip r:embed="rId4"/>
          <a:srcRect l="7158" r="7158"/>
          <a:stretch>
            <a:fillRect/>
          </a:stretch>
        </p:blipFill>
        <p:spPr>
          <a:xfrm>
            <a:off x="555022" y="1594485"/>
            <a:ext cx="5989320" cy="39319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55022" y="1594485"/>
            <a:ext cx="64008" cy="393192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532120" y="1572768"/>
            <a:ext cx="868680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32120" y="157276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1324A"/>
                </a:solidFill>
                <a:latin typeface="Neuromax SemBd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810512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963700"/>
                </a:solidFill>
                <a:latin typeface="Menlo"/>
              </a:rPr>
              <a:t>dt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501" y="215903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Tiempo desde el fotograma anterior.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706624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963700"/>
                </a:solidFill>
                <a:latin typeface="Menlo"/>
              </a:rPr>
              <a:t>leer_controles()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8501" y="305514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Teclado, mouse o mando.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602736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963700"/>
                </a:solidFill>
                <a:latin typeface="Menlo"/>
              </a:rPr>
              <a:t>actualizar(dt)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8501" y="3951255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Mueve, choca y decide.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449884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963700"/>
                </a:solidFill>
                <a:latin typeface="Menlo"/>
              </a:rPr>
              <a:t>dibujar()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8501" y="484736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F5361"/>
                </a:solidFill>
                <a:latin typeface="Neuromax"/>
              </a:rPr>
              <a:t>Pinta el nuevo estado.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767" y="18364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1100" dirty="0">
                <a:solidFill>
                  <a:srgbClr val="4F5361"/>
                </a:solidFill>
                <a:latin typeface="Neuromax"/>
              </a:rPr>
              <a:t>(En</a:t>
            </a:r>
            <a:r>
              <a:rPr sz="1100" b="0" i="0" dirty="0">
                <a:solidFill>
                  <a:srgbClr val="4F5361"/>
                </a:solidFill>
                <a:latin typeface="Neuromax"/>
              </a:rPr>
              <a:t> Unity, </a:t>
            </a:r>
            <a:r>
              <a:rPr sz="1100" b="0" i="0" dirty="0" err="1">
                <a:solidFill>
                  <a:srgbClr val="4F5361"/>
                </a:solidFill>
                <a:latin typeface="Neuromax"/>
              </a:rPr>
              <a:t>dt</a:t>
            </a:r>
            <a:r>
              <a:rPr sz="1100" b="0" i="0" dirty="0">
                <a:solidFill>
                  <a:srgbClr val="4F5361"/>
                </a:solidFill>
                <a:latin typeface="Neuromax"/>
              </a:rPr>
              <a:t> es </a:t>
            </a:r>
            <a:r>
              <a:rPr sz="1100" b="0" i="0" dirty="0" err="1">
                <a:solidFill>
                  <a:srgbClr val="4F5361"/>
                </a:solidFill>
                <a:latin typeface="Neuromax"/>
              </a:rPr>
              <a:t>Time.deltaTime</a:t>
            </a:r>
            <a:r>
              <a:rPr lang="es-ES" sz="1100" dirty="0">
                <a:solidFill>
                  <a:srgbClr val="4F5361"/>
                </a:solidFill>
                <a:latin typeface="Neuromax"/>
              </a:rPr>
              <a:t>.)</a:t>
            </a:r>
            <a:endParaRPr lang="es-ES" sz="1100" b="0" i="0" dirty="0">
              <a:solidFill>
                <a:srgbClr val="4F5361"/>
              </a:solidFill>
              <a:latin typeface="Neuromax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C3BAC-FF6A-08CA-1A9C-B9C478AED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4203BC-6FEF-2ADF-9EBE-F8570CF13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917454-99C4-7D81-E579-E9CDF7CBBA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8567" y="701643"/>
            <a:ext cx="1097280" cy="4781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078FE7-27F3-5333-2ED8-15D4F63116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9457" y="101342"/>
            <a:ext cx="2025111" cy="8117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7B4DF3-69DD-3CE1-3F34-EFA3BBA82B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240" y="3342640"/>
            <a:ext cx="1280160" cy="22928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96128F-22A1-9F7A-9950-6D0C1FA236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0800" y="4986528"/>
            <a:ext cx="1600200" cy="848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0452EF-6073-965E-FD50-B05DCAA2C7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8000" y="4165600"/>
            <a:ext cx="685800" cy="65291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FEB09B3-779A-822F-95C7-72B4C1806F30}"/>
              </a:ext>
            </a:extLst>
          </p:cNvPr>
          <p:cNvSpPr/>
          <p:nvPr/>
        </p:nvSpPr>
        <p:spPr>
          <a:xfrm>
            <a:off x="566928" y="534924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69597C-A2B8-6111-2E65-52568971269F}"/>
              </a:ext>
            </a:extLst>
          </p:cNvPr>
          <p:cNvSpPr txBox="1"/>
          <p:nvPr/>
        </p:nvSpPr>
        <p:spPr>
          <a:xfrm>
            <a:off x="740664" y="5029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BLOQUE 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6A8252-0B25-AF62-5493-F096C4090A9F}"/>
              </a:ext>
            </a:extLst>
          </p:cNvPr>
          <p:cNvSpPr txBox="1"/>
          <p:nvPr/>
        </p:nvSpPr>
        <p:spPr>
          <a:xfrm>
            <a:off x="396705" y="1179765"/>
            <a:ext cx="4927600" cy="1066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s-ES" sz="4800" dirty="0" err="1">
                <a:solidFill>
                  <a:srgbClr val="31324A"/>
                </a:solidFill>
                <a:latin typeface="Calibri"/>
                <a:ea typeface="Calibri"/>
                <a:cs typeface="Calibri"/>
              </a:rPr>
              <a:t>Δt</a:t>
            </a:r>
            <a:r>
              <a:rPr lang="es-ES" sz="4800" dirty="0">
                <a:solidFill>
                  <a:srgbClr val="31324A"/>
                </a:solidFill>
                <a:latin typeface="Calibri"/>
                <a:ea typeface="Calibri"/>
                <a:cs typeface="Calibri"/>
              </a:rPr>
              <a:t> de</a:t>
            </a:r>
            <a:endParaRPr lang="es-ES" sz="4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s-ES" sz="4800">
                <a:solidFill>
                  <a:srgbClr val="31324A"/>
                </a:solidFill>
                <a:latin typeface="Neuromax SemBd"/>
              </a:rPr>
              <a:t>Max Payne </a:t>
            </a:r>
            <a:endParaRPr lang="es-ES" sz="4800" dirty="0">
              <a:solidFill>
                <a:srgbClr val="31324A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2" name="Elementos multimedia en línea 11" title="Max Payne (2001) PC Gameplay - 4K 60FPS">
            <a:hlinkClick r:id="" action="ppaction://noaction"/>
            <a:extLst>
              <a:ext uri="{FF2B5EF4-FFF2-40B4-BE49-F238E27FC236}">
                <a16:creationId xmlns:a16="http://schemas.microsoft.com/office/drawing/2014/main" id="{9AD0695E-EDF6-D4E4-3ACE-1F2D311955C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10"/>
          <a:stretch>
            <a:fillRect/>
          </a:stretch>
        </p:blipFill>
        <p:spPr>
          <a:xfrm>
            <a:off x="3753442" y="1060343"/>
            <a:ext cx="7889687" cy="457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710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2311" y="579274"/>
            <a:ext cx="3151108" cy="138301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0" y="2011680"/>
            <a:ext cx="914400" cy="3855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2078" y="3428286"/>
            <a:ext cx="1280160" cy="22928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4371" y="5003197"/>
            <a:ext cx="1600200" cy="8485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7094" y="5397341"/>
            <a:ext cx="685800" cy="6529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534924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5029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BLOQUE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09728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0" i="0">
                <a:solidFill>
                  <a:srgbClr val="31324A"/>
                </a:solidFill>
                <a:latin typeface="Neuromax SemBd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148840"/>
            <a:ext cx="6949440" cy="1325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ELEMENTOS</a:t>
            </a:r>
            <a:endParaRPr lang="es-ES" sz="4800" b="0" i="0">
              <a:solidFill>
                <a:srgbClr val="131315"/>
              </a:solidFill>
              <a:latin typeface="Neuromax SemBd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Y GÉNEROS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5760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s-ES" sz="2000" dirty="0">
                <a:solidFill>
                  <a:srgbClr val="4F5361"/>
                </a:solidFill>
                <a:latin typeface="Neuromax"/>
              </a:rPr>
              <a:t>Escenas, </a:t>
            </a:r>
            <a:r>
              <a:rPr lang="es-ES" sz="2000" dirty="0" err="1">
                <a:solidFill>
                  <a:srgbClr val="4F5361"/>
                </a:solidFill>
                <a:latin typeface="Neuromax"/>
              </a:rPr>
              <a:t>sprites</a:t>
            </a:r>
            <a:r>
              <a:rPr lang="es-ES" sz="2000" dirty="0">
                <a:solidFill>
                  <a:srgbClr val="4F5361"/>
                </a:solidFill>
                <a:latin typeface="Neuromax"/>
              </a:rPr>
              <a:t>, </a:t>
            </a:r>
            <a:r>
              <a:rPr lang="es-ES" sz="2000" dirty="0" err="1">
                <a:solidFill>
                  <a:srgbClr val="4F5361"/>
                </a:solidFill>
                <a:latin typeface="Neuromax"/>
              </a:rPr>
              <a:t>Camara</a:t>
            </a:r>
            <a:r>
              <a:rPr lang="es-ES" sz="2000" dirty="0">
                <a:solidFill>
                  <a:srgbClr val="4F5361"/>
                </a:solidFill>
                <a:latin typeface="Neuromax"/>
              </a:rPr>
              <a:t> y </a:t>
            </a:r>
            <a:r>
              <a:rPr lang="es-ES" sz="2000" dirty="0" err="1">
                <a:solidFill>
                  <a:srgbClr val="4F5361"/>
                </a:solidFill>
                <a:latin typeface="Neuromax"/>
              </a:rPr>
              <a:t>Generos</a:t>
            </a:r>
            <a:r>
              <a:rPr lang="es-ES" sz="2000" dirty="0">
                <a:solidFill>
                  <a:srgbClr val="4F5361"/>
                </a:solidFill>
                <a:latin typeface="Neuromax"/>
              </a:rPr>
              <a:t> de Juegos</a:t>
            </a:r>
          </a:p>
        </p:txBody>
      </p:sp>
      <p:pic>
        <p:nvPicPr>
          <p:cNvPr id="16" name="Picture 6">
            <a:extLst>
              <a:ext uri="{FF2B5EF4-FFF2-40B4-BE49-F238E27FC236}">
                <a16:creationId xmlns:a16="http://schemas.microsoft.com/office/drawing/2014/main" id="{49253908-5B89-3BA3-31BD-400A400043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7762" y="4633199"/>
            <a:ext cx="502920" cy="3028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8.1.3 · ELEMENTOS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470" y="61161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131315"/>
                </a:solidFill>
                <a:latin typeface="Neuromax SemBd"/>
              </a:rPr>
              <a:t>LOS ELEMENTOS DE UN JUEGO 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2633472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1874519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63700"/>
                </a:solidFill>
                <a:latin typeface="Neuromax SemB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4851" y="1833501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ESCENA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46888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El lugar donde ocurre la acción.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867" y="3115469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63700"/>
                </a:solidFill>
                <a:latin typeface="Neuromax"/>
              </a:rPr>
              <a:t>Ej.: el nivel 1-1.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74136" y="1737360"/>
            <a:ext cx="2633472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9584" y="1874519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63700"/>
                </a:solidFill>
                <a:latin typeface="Neuromax SemB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2059" y="1833501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SPRITE / MODELO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246888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La imagen 2D o la figura 3D de un personaje.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7075" y="312838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63700"/>
                </a:solidFill>
                <a:latin typeface="Neuromax"/>
              </a:rPr>
              <a:t>Ej.: Mario en 2D; un auto en 3D.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1737360"/>
            <a:ext cx="2633472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1874519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63700"/>
                </a:solidFill>
                <a:latin typeface="Neuromax SemB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9267" y="1833501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CÁMARA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246888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El punto de vista del jugador.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283" y="314130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63700"/>
                </a:solidFill>
                <a:latin typeface="Neuromax"/>
              </a:rPr>
              <a:t>Ej.: lateral o en tercera persona.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8551" y="1737360"/>
            <a:ext cx="2633472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3999" y="1874519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63700"/>
                </a:solidFill>
                <a:latin typeface="Neuromax SemB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6474" y="1833501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COORDENADAS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999" y="246888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2000"/>
              </a:lnSpc>
            </a:pPr>
            <a:r>
              <a:rPr sz="1300" b="0" i="0" dirty="0" err="1">
                <a:solidFill>
                  <a:srgbClr val="4F5361"/>
                </a:solidFill>
                <a:latin typeface="Neuromax"/>
              </a:rPr>
              <a:t>Dónde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está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cada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cosa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: </a:t>
            </a:r>
            <a:br>
              <a:rPr lang="es-ES" sz="1300" dirty="0">
                <a:solidFill>
                  <a:srgbClr val="4F5361"/>
                </a:solidFill>
                <a:latin typeface="Neuromax"/>
              </a:rPr>
            </a:br>
            <a:r>
              <a:rPr lang="es-ES" sz="1300" dirty="0">
                <a:solidFill>
                  <a:srgbClr val="4F5361"/>
                </a:solidFill>
                <a:latin typeface="Neuromax"/>
              </a:rPr>
              <a:t>2D 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x, y; 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en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 3D, x, y, z.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1490" y="312838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63700"/>
                </a:solidFill>
                <a:latin typeface="Neuromax"/>
              </a:rPr>
              <a:t>Ej.: (x, y) o (x, y, z).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566160"/>
            <a:ext cx="2633472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2376" y="370332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63700"/>
                </a:solidFill>
                <a:latin typeface="Neuromax SemB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4851" y="3662301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HUD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429768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2000"/>
              </a:lnSpc>
            </a:pPr>
            <a:r>
              <a:rPr sz="1300" b="0" i="0" dirty="0">
                <a:solidFill>
                  <a:srgbClr val="4F5361"/>
                </a:solidFill>
                <a:latin typeface="Neuromax"/>
              </a:rPr>
              <a:t>Vidas, puntos y </a:t>
            </a:r>
            <a:r>
              <a:rPr lang="es-ES" sz="1300">
                <a:solidFill>
                  <a:srgbClr val="4F5361"/>
                </a:solidFill>
                <a:latin typeface="Neuromax"/>
              </a:rPr>
              <a:t>tiempo</a:t>
            </a:r>
            <a:endParaRPr lang="es-ES"/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1300" dirty="0">
                <a:solidFill>
                  <a:srgbClr val="4F5361"/>
                </a:solidFill>
                <a:latin typeface="Neuromax"/>
              </a:rPr>
              <a:t>en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pantalla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.</a:t>
            </a: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9867" y="498301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63700"/>
                </a:solidFill>
                <a:latin typeface="Neuromax"/>
              </a:rPr>
              <a:t>Ej.: corazones, puntos, minimapa.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74136" y="3566160"/>
            <a:ext cx="2633472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29584" y="370332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63700"/>
                </a:solidFill>
                <a:latin typeface="Neuromax SemBd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62059" y="3662301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MENÚS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9584" y="429768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Inicio, pausa y opciones.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07075" y="498301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63700"/>
                </a:solidFill>
                <a:latin typeface="Neuromax"/>
              </a:rPr>
              <a:t>Ej.: pausa, opciones, inicio.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81344" y="3566160"/>
            <a:ext cx="2633472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36792" y="370332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63700"/>
                </a:solidFill>
                <a:latin typeface="Neuromax SemBd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9267" y="3662301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VIDAS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36792" y="429768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Cuántos errores puedes cometer.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4283" y="498301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63700"/>
                </a:solidFill>
                <a:latin typeface="Neuromax"/>
              </a:rPr>
              <a:t>Ej.: tres corazones.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88551" y="3566160"/>
            <a:ext cx="2633472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43999" y="370332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63700"/>
                </a:solidFill>
                <a:latin typeface="Neuromax SemBd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6474" y="3662301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NIVELES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3999" y="429768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Secciones con retos y dificultad creciente.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21490" y="498301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63700"/>
                </a:solidFill>
                <a:latin typeface="Neuromax"/>
              </a:rPr>
              <a:t>Ej.: mundo 1, mundo 2.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53114" y="5794300"/>
            <a:ext cx="5924228" cy="28186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31324A"/>
                </a:solidFill>
                <a:latin typeface="Neuromax SemBd"/>
              </a:rPr>
              <a:t>No </a:t>
            </a:r>
            <a:r>
              <a:rPr sz="1600" b="0" i="0" err="1">
                <a:solidFill>
                  <a:srgbClr val="31324A"/>
                </a:solidFill>
                <a:latin typeface="Neuromax SemBd"/>
              </a:rPr>
              <a:t>todos</a:t>
            </a:r>
            <a:r>
              <a:rPr sz="1600" b="0" i="0" dirty="0">
                <a:solidFill>
                  <a:srgbClr val="31324A"/>
                </a:solidFill>
                <a:latin typeface="Neuromax SemBd"/>
              </a:rPr>
              <a:t> </a:t>
            </a:r>
            <a:r>
              <a:rPr sz="1600" b="0" i="0" err="1">
                <a:solidFill>
                  <a:srgbClr val="31324A"/>
                </a:solidFill>
                <a:latin typeface="Neuromax SemBd"/>
              </a:rPr>
              <a:t>los</a:t>
            </a:r>
            <a:r>
              <a:rPr sz="1600" b="0" i="0" dirty="0">
                <a:solidFill>
                  <a:srgbClr val="31324A"/>
                </a:solidFill>
                <a:latin typeface="Neuromax SemBd"/>
              </a:rPr>
              <a:t> </a:t>
            </a:r>
            <a:r>
              <a:rPr sz="1600" b="0" i="0" err="1">
                <a:solidFill>
                  <a:srgbClr val="31324A"/>
                </a:solidFill>
                <a:latin typeface="Neuromax SemBd"/>
              </a:rPr>
              <a:t>juegos</a:t>
            </a:r>
            <a:r>
              <a:rPr sz="1600" b="0" i="0" dirty="0">
                <a:solidFill>
                  <a:srgbClr val="31324A"/>
                </a:solidFill>
                <a:latin typeface="Neuromax SemBd"/>
              </a:rPr>
              <a:t> </a:t>
            </a:r>
            <a:r>
              <a:rPr sz="1600" b="0" i="0" err="1">
                <a:solidFill>
                  <a:srgbClr val="31324A"/>
                </a:solidFill>
                <a:latin typeface="Neuromax SemBd"/>
              </a:rPr>
              <a:t>usan</a:t>
            </a:r>
            <a:r>
              <a:rPr sz="1600" b="0" i="0" dirty="0">
                <a:solidFill>
                  <a:srgbClr val="31324A"/>
                </a:solidFill>
                <a:latin typeface="Neuromax SemBd"/>
              </a:rPr>
              <a:t> </a:t>
            </a:r>
            <a:r>
              <a:rPr lang="es-ES" sz="1600">
                <a:solidFill>
                  <a:srgbClr val="31324A"/>
                </a:solidFill>
                <a:latin typeface="Neuromax SemBd"/>
              </a:rPr>
              <a:t>todas</a:t>
            </a:r>
            <a:r>
              <a:rPr sz="1600" b="0" i="0">
                <a:solidFill>
                  <a:srgbClr val="31324A"/>
                </a:solidFill>
                <a:latin typeface="Neuromax SemBd"/>
              </a:rPr>
              <a:t>, </a:t>
            </a:r>
            <a:r>
              <a:rPr sz="1600" b="0" i="0" err="1">
                <a:solidFill>
                  <a:srgbClr val="31324A"/>
                </a:solidFill>
                <a:latin typeface="Neuromax SemBd"/>
              </a:rPr>
              <a:t>pero</a:t>
            </a:r>
            <a:r>
              <a:rPr sz="1600" b="0" i="0" dirty="0">
                <a:solidFill>
                  <a:srgbClr val="31324A"/>
                </a:solidFill>
                <a:latin typeface="Neuromax SemBd"/>
              </a:rPr>
              <a:t> </a:t>
            </a:r>
            <a:r>
              <a:rPr sz="1600" b="0" i="0" err="1">
                <a:solidFill>
                  <a:srgbClr val="31324A"/>
                </a:solidFill>
                <a:latin typeface="Neuromax SemBd"/>
              </a:rPr>
              <a:t>casi</a:t>
            </a:r>
            <a:r>
              <a:rPr sz="1600" b="0" i="0" dirty="0">
                <a:solidFill>
                  <a:srgbClr val="31324A"/>
                </a:solidFill>
                <a:latin typeface="Neuromax SemBd"/>
              </a:rPr>
              <a:t> </a:t>
            </a:r>
            <a:r>
              <a:rPr sz="1600" b="0" i="0" err="1">
                <a:solidFill>
                  <a:srgbClr val="31324A"/>
                </a:solidFill>
                <a:latin typeface="Neuromax SemBd"/>
              </a:rPr>
              <a:t>todos</a:t>
            </a:r>
            <a:r>
              <a:rPr sz="1600" b="0" i="0" dirty="0">
                <a:solidFill>
                  <a:srgbClr val="31324A"/>
                </a:solidFill>
                <a:latin typeface="Neuromax SemBd"/>
              </a:rPr>
              <a:t> </a:t>
            </a:r>
            <a:r>
              <a:rPr sz="1600" b="0" i="0" err="1">
                <a:solidFill>
                  <a:srgbClr val="31324A"/>
                </a:solidFill>
                <a:latin typeface="Neuromax SemBd"/>
              </a:rPr>
              <a:t>combinan</a:t>
            </a:r>
            <a:r>
              <a:rPr sz="1600" b="0" i="0" dirty="0">
                <a:solidFill>
                  <a:srgbClr val="31324A"/>
                </a:solidFill>
                <a:latin typeface="Neuromax SemBd"/>
              </a:rPr>
              <a:t> </a:t>
            </a:r>
            <a:r>
              <a:rPr sz="1600" b="0" i="0" err="1">
                <a:solidFill>
                  <a:srgbClr val="31324A"/>
                </a:solidFill>
                <a:latin typeface="Neuromax SemBd"/>
              </a:rPr>
              <a:t>varias</a:t>
            </a:r>
            <a:r>
              <a:rPr sz="1600" b="0" i="0" dirty="0">
                <a:solidFill>
                  <a:srgbClr val="31324A"/>
                </a:solidFill>
                <a:latin typeface="Neuromax SemBd"/>
              </a:rPr>
              <a:t>.</a:t>
            </a:r>
            <a:endParaRPr lang="es-ES" sz="1600" b="0" i="0" dirty="0">
              <a:solidFill>
                <a:srgbClr val="31324A"/>
              </a:solidFill>
              <a:latin typeface="Neuromax SemB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8.1.3 · ELEMENTOS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4529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95000"/>
              </a:lnSpc>
            </a:pPr>
            <a:r>
              <a:rPr sz="2900" b="0" i="0">
                <a:solidFill>
                  <a:srgbClr val="131315"/>
                </a:solidFill>
                <a:latin typeface="Neuromax SemBd"/>
              </a:rPr>
              <a:t>2D </a:t>
            </a:r>
            <a:r>
              <a:rPr lang="es-ES" sz="2900">
                <a:solidFill>
                  <a:srgbClr val="131315"/>
                </a:solidFill>
                <a:latin typeface="Neuromax SemBd"/>
              </a:rPr>
              <a:t>y </a:t>
            </a:r>
            <a:r>
              <a:rPr sz="2900" b="0" i="0">
                <a:solidFill>
                  <a:srgbClr val="131315"/>
                </a:solidFill>
                <a:latin typeface="Neuromax SemBd"/>
              </a:rPr>
              <a:t>3D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19072"/>
            <a:ext cx="5413248" cy="3639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8231" y="5033849"/>
            <a:ext cx="4944217" cy="33063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131315"/>
                </a:solidFill>
                <a:latin typeface="Neuromax"/>
              </a:rPr>
              <a:t>Mundo plano. </a:t>
            </a:r>
            <a:r>
              <a:rPr sz="1400" b="0" i="0" dirty="0" err="1">
                <a:solidFill>
                  <a:srgbClr val="131315"/>
                </a:solidFill>
                <a:latin typeface="Neuromax"/>
              </a:rPr>
              <a:t>Personajes</a:t>
            </a:r>
            <a:r>
              <a:rPr sz="1400" b="0" i="0" dirty="0">
                <a:solidFill>
                  <a:srgbClr val="131315"/>
                </a:solidFill>
                <a:latin typeface="Neuromax"/>
              </a:rPr>
              <a:t> 2D (sprites). Cámara </a:t>
            </a:r>
            <a:r>
              <a:rPr sz="1400" b="0" i="0" dirty="0" err="1">
                <a:solidFill>
                  <a:srgbClr val="131315"/>
                </a:solidFill>
                <a:latin typeface="Neuromax"/>
              </a:rPr>
              <a:t>fija</a:t>
            </a:r>
            <a:r>
              <a:rPr sz="1400" b="0" i="0" dirty="0">
                <a:solidFill>
                  <a:srgbClr val="131315"/>
                </a:solidFill>
                <a:latin typeface="Neuromax"/>
              </a:rPr>
              <a:t> o lateral.</a:t>
            </a:r>
            <a:endParaRPr lang="es-ES" sz="1400" b="0" i="0" dirty="0">
              <a:solidFill>
                <a:srgbClr val="131315"/>
              </a:solidFill>
              <a:latin typeface="Neuromax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08776" y="1719072"/>
            <a:ext cx="5413248" cy="3639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Imagen 19" descr="Super Mario Bros. 3, el clásico de Nintendo, ha cumplido 35 años - Vandal">
            <a:extLst>
              <a:ext uri="{FF2B5EF4-FFF2-40B4-BE49-F238E27FC236}">
                <a16:creationId xmlns:a16="http://schemas.microsoft.com/office/drawing/2014/main" id="{68E0C35E-288B-F672-0570-80CDC3324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095" y="1921657"/>
            <a:ext cx="4215537" cy="30146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9860" y="5033849"/>
            <a:ext cx="4937760" cy="3629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131315"/>
                </a:solidFill>
                <a:latin typeface="Neuromax"/>
              </a:rPr>
              <a:t>Mundo con </a:t>
            </a:r>
            <a:r>
              <a:rPr sz="1400" b="0" i="0" dirty="0" err="1">
                <a:solidFill>
                  <a:srgbClr val="131315"/>
                </a:solidFill>
                <a:latin typeface="Neuromax"/>
              </a:rPr>
              <a:t>profundidad</a:t>
            </a:r>
            <a:r>
              <a:rPr sz="1400" b="0" i="0" dirty="0">
                <a:solidFill>
                  <a:srgbClr val="131315"/>
                </a:solidFill>
                <a:latin typeface="Neuromax"/>
              </a:rPr>
              <a:t>. </a:t>
            </a:r>
            <a:r>
              <a:rPr sz="1400" b="0" i="0" dirty="0" err="1">
                <a:solidFill>
                  <a:srgbClr val="131315"/>
                </a:solidFill>
                <a:latin typeface="Neuromax"/>
              </a:rPr>
              <a:t>Modelos</a:t>
            </a:r>
            <a:r>
              <a:rPr sz="1400" b="0" i="0" dirty="0">
                <a:solidFill>
                  <a:srgbClr val="131315"/>
                </a:solidFill>
                <a:latin typeface="Neuromax"/>
              </a:rPr>
              <a:t>. Cámara </a:t>
            </a:r>
            <a:r>
              <a:rPr sz="1400" b="0" i="0" dirty="0" err="1">
                <a:solidFill>
                  <a:srgbClr val="131315"/>
                </a:solidFill>
                <a:latin typeface="Neuromax"/>
              </a:rPr>
              <a:t>que</a:t>
            </a:r>
            <a:r>
              <a:rPr sz="1400" b="0" i="0" dirty="0">
                <a:solidFill>
                  <a:srgbClr val="131315"/>
                </a:solidFill>
                <a:latin typeface="Neuromax"/>
              </a:rPr>
              <a:t> </a:t>
            </a:r>
            <a:r>
              <a:rPr sz="1400" b="0" i="0" dirty="0" err="1">
                <a:solidFill>
                  <a:srgbClr val="131315"/>
                </a:solidFill>
                <a:latin typeface="Neuromax"/>
              </a:rPr>
              <a:t>gira</a:t>
            </a:r>
            <a:r>
              <a:rPr sz="1400" b="0" i="0" dirty="0">
                <a:solidFill>
                  <a:srgbClr val="131315"/>
                </a:solidFill>
                <a:latin typeface="Neuromax"/>
              </a:rPr>
              <a:t> y </a:t>
            </a:r>
            <a:r>
              <a:rPr sz="1400" b="0" i="0" dirty="0" err="1">
                <a:solidFill>
                  <a:srgbClr val="131315"/>
                </a:solidFill>
                <a:latin typeface="Neuromax"/>
              </a:rPr>
              <a:t>sigue</a:t>
            </a:r>
            <a:r>
              <a:rPr sz="1400" b="0" i="0" dirty="0">
                <a:solidFill>
                  <a:srgbClr val="131315"/>
                </a:solidFill>
                <a:latin typeface="Neuromax"/>
              </a:rPr>
              <a:t>.</a:t>
            </a:r>
            <a:endParaRPr lang="es-ES" sz="1400" b="0" i="0" dirty="0">
              <a:solidFill>
                <a:srgbClr val="131315"/>
              </a:solidFill>
              <a:latin typeface="Neuromax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8096" y="1920240"/>
            <a:ext cx="1417320" cy="310896"/>
          </a:xfrm>
          <a:prstGeom prst="roundRect">
            <a:avLst>
              <a:gd name="adj" fmla="val 30000"/>
            </a:avLst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192024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2D · x, y</a:t>
            </a:r>
            <a:endParaRPr lang="es-ES" sz="1500" b="0" i="0">
              <a:solidFill>
                <a:srgbClr val="131315"/>
              </a:solidFill>
              <a:latin typeface="Neuromax SemBd"/>
            </a:endParaRPr>
          </a:p>
        </p:txBody>
      </p:sp>
      <p:pic>
        <p:nvPicPr>
          <p:cNvPr id="21" name="Imagen 20" descr="Pluck the Piranha Flower - Tiny-Huge Island - Super Mario 64 | Super Mario  3D All-Stars | Gamer Guides®">
            <a:extLst>
              <a:ext uri="{FF2B5EF4-FFF2-40B4-BE49-F238E27FC236}">
                <a16:creationId xmlns:a16="http://schemas.microsoft.com/office/drawing/2014/main" id="{36A478EF-1CCA-E7D1-CC7F-687E5E40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0840" y="1948670"/>
            <a:ext cx="4228452" cy="298649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409944" y="1920240"/>
            <a:ext cx="1417320" cy="310896"/>
          </a:xfrm>
          <a:prstGeom prst="roundRect">
            <a:avLst>
              <a:gd name="adj" fmla="val 30000"/>
            </a:avLst>
          </a:prstGeom>
          <a:solidFill>
            <a:srgbClr val="3132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9944" y="192024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s-ES" sz="1500">
                <a:solidFill>
                  <a:srgbClr val="FFFFFF"/>
                </a:solidFill>
                <a:latin typeface="Neuromax SemBd"/>
              </a:rPr>
              <a:t>3D · x, y, z</a:t>
            </a:r>
            <a:endParaRPr lang="es-ES" sz="15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68947"/>
            <a:ext cx="1642821" cy="2027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8.1.3 · ELEMENTOS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6299" y="572868"/>
            <a:ext cx="5394446" cy="64007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95000"/>
              </a:lnSpc>
            </a:pPr>
            <a:r>
              <a:rPr lang="es-ES" sz="3200">
                <a:solidFill>
                  <a:srgbClr val="131315"/>
                </a:solidFill>
                <a:latin typeface="Neuromax SemBd"/>
              </a:rPr>
              <a:t>GUI DEL LOS VIDEO JUEGOS</a:t>
            </a:r>
            <a:endParaRPr lang="es-ES" sz="32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60698" y="145425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963700"/>
                </a:solidFill>
                <a:latin typeface="Neuromax SemB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0737" y="143597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1315"/>
                </a:solidFill>
                <a:latin typeface="Neuromax SemBd"/>
              </a:rPr>
              <a:t>Minimapa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71144" y="18459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Orientación y mapa.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0698" y="227721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963700"/>
                </a:solidFill>
                <a:latin typeface="Neuromax SemB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0737" y="225893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1315"/>
                </a:solidFill>
                <a:latin typeface="Neuromax SemBd"/>
              </a:rPr>
              <a:t>Barra de vida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1144" y="265594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Estado del personaje.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0698" y="310017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963700"/>
                </a:solidFill>
                <a:latin typeface="Neuromax SemB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737" y="308189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1315"/>
                </a:solidFill>
                <a:latin typeface="Neuromax SemBd"/>
              </a:rPr>
              <a:t>Cámara en tercera persona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71144" y="3485363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Sigue al jugador.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8189" y="410007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963700"/>
                </a:solidFill>
                <a:latin typeface="Neuromax SemBd"/>
              </a:rPr>
              <a:t>Tipos de cámara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1070" y="4511608"/>
            <a:ext cx="38404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131315"/>
                </a:solidFill>
                <a:latin typeface="Neuromax"/>
              </a:rPr>
              <a:t>Fija · </a:t>
            </a:r>
            <a:r>
              <a:rPr sz="1400" b="0" i="0" dirty="0" err="1">
                <a:solidFill>
                  <a:srgbClr val="131315"/>
                </a:solidFill>
                <a:latin typeface="Neuromax"/>
              </a:rPr>
              <a:t>como</a:t>
            </a:r>
            <a:r>
              <a:rPr sz="1400" b="0" i="0" dirty="0">
                <a:solidFill>
                  <a:srgbClr val="131315"/>
                </a:solidFill>
                <a:latin typeface="Neuromax"/>
              </a:rPr>
              <a:t> un </a:t>
            </a:r>
            <a:r>
              <a:rPr sz="1400" b="0" i="0" dirty="0" err="1">
                <a:solidFill>
                  <a:srgbClr val="131315"/>
                </a:solidFill>
                <a:latin typeface="Neuromax"/>
              </a:rPr>
              <a:t>escenario</a:t>
            </a:r>
            <a:r>
              <a:rPr sz="1400" b="0" i="0" dirty="0">
                <a:solidFill>
                  <a:srgbClr val="131315"/>
                </a:solidFill>
                <a:latin typeface="Neuromax"/>
              </a:rPr>
              <a:t> de </a:t>
            </a:r>
            <a:r>
              <a:rPr sz="1400" b="0" i="0" dirty="0" err="1">
                <a:solidFill>
                  <a:srgbClr val="131315"/>
                </a:solidFill>
                <a:latin typeface="Neuromax"/>
              </a:rPr>
              <a:t>teatro</a:t>
            </a:r>
            <a:r>
              <a:rPr sz="1400" b="0" i="0" dirty="0">
                <a:solidFill>
                  <a:srgbClr val="131315"/>
                </a:solidFill>
                <a:latin typeface="Neuromax"/>
              </a:rPr>
              <a:t>.</a:t>
            </a:r>
            <a:endParaRPr lang="es-ES" sz="1400" b="0" i="0" dirty="0">
              <a:solidFill>
                <a:srgbClr val="131315"/>
              </a:solidFill>
              <a:latin typeface="Neuromax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131315"/>
                </a:solidFill>
                <a:latin typeface="Neuromax"/>
              </a:rPr>
              <a:t>Sigue · </a:t>
            </a:r>
            <a:r>
              <a:rPr sz="1400" b="0" i="0" dirty="0" err="1">
                <a:solidFill>
                  <a:srgbClr val="131315"/>
                </a:solidFill>
                <a:latin typeface="Neuromax"/>
              </a:rPr>
              <a:t>tercera</a:t>
            </a:r>
            <a:r>
              <a:rPr sz="1400" b="0" i="0" dirty="0">
                <a:solidFill>
                  <a:srgbClr val="131315"/>
                </a:solidFill>
                <a:latin typeface="Neuromax"/>
              </a:rPr>
              <a:t> persona.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131315"/>
                </a:solidFill>
                <a:latin typeface="Neuromax"/>
              </a:rPr>
              <a:t>Primera persona · </a:t>
            </a:r>
            <a:r>
              <a:rPr sz="1400" b="0" i="0" dirty="0" err="1">
                <a:solidFill>
                  <a:srgbClr val="131315"/>
                </a:solidFill>
                <a:latin typeface="Neuromax"/>
              </a:rPr>
              <a:t>ves</a:t>
            </a:r>
            <a:r>
              <a:rPr sz="1400" b="0" i="0" dirty="0">
                <a:solidFill>
                  <a:srgbClr val="131315"/>
                </a:solidFill>
                <a:latin typeface="Neuromax"/>
              </a:rPr>
              <a:t> con </a:t>
            </a:r>
            <a:r>
              <a:rPr sz="1400" b="0" i="0" dirty="0" err="1">
                <a:solidFill>
                  <a:srgbClr val="131315"/>
                </a:solidFill>
                <a:latin typeface="Neuromax"/>
              </a:rPr>
              <a:t>los</a:t>
            </a:r>
            <a:r>
              <a:rPr sz="1400" b="0" i="0" dirty="0">
                <a:solidFill>
                  <a:srgbClr val="131315"/>
                </a:solidFill>
                <a:latin typeface="Neuromax"/>
              </a:rPr>
              <a:t> ojos del </a:t>
            </a:r>
            <a:r>
              <a:rPr sz="1400" b="0" i="0" dirty="0" err="1">
                <a:solidFill>
                  <a:srgbClr val="131315"/>
                </a:solidFill>
                <a:latin typeface="Neuromax"/>
              </a:rPr>
              <a:t>personaje</a:t>
            </a:r>
            <a:r>
              <a:rPr sz="1400" b="0" i="0" dirty="0">
                <a:solidFill>
                  <a:srgbClr val="131315"/>
                </a:solidFill>
                <a:latin typeface="Neuromax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3436" y="5420790"/>
            <a:ext cx="3324387" cy="23505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31324A"/>
                </a:solidFill>
                <a:latin typeface="Neuromax SemBd"/>
              </a:rPr>
              <a:t>Menús</a:t>
            </a:r>
            <a:r>
              <a:rPr sz="1400" b="0" i="0" dirty="0">
                <a:solidFill>
                  <a:srgbClr val="31324A"/>
                </a:solidFill>
                <a:latin typeface="Neuromax SemBd"/>
              </a:rPr>
              <a:t> y HUD son </a:t>
            </a:r>
            <a:r>
              <a:rPr sz="1400" b="0" i="0" dirty="0" err="1">
                <a:solidFill>
                  <a:srgbClr val="31324A"/>
                </a:solidFill>
                <a:latin typeface="Neuromax SemBd"/>
              </a:rPr>
              <a:t>interfaz</a:t>
            </a:r>
            <a:r>
              <a:rPr sz="1400" b="0" i="0" dirty="0">
                <a:solidFill>
                  <a:srgbClr val="31324A"/>
                </a:solidFill>
                <a:latin typeface="Neuromax SemBd"/>
              </a:rPr>
              <a:t>, no </a:t>
            </a:r>
            <a:r>
              <a:rPr sz="1400" b="0" i="0" dirty="0" err="1">
                <a:solidFill>
                  <a:srgbClr val="31324A"/>
                </a:solidFill>
                <a:latin typeface="Neuromax SemBd"/>
              </a:rPr>
              <a:t>decoración</a:t>
            </a:r>
            <a:r>
              <a:rPr sz="1400" b="0" i="0" dirty="0">
                <a:solidFill>
                  <a:srgbClr val="31324A"/>
                </a:solidFill>
                <a:latin typeface="Neuromax SemBd"/>
              </a:rPr>
              <a:t>.</a:t>
            </a:r>
            <a:endParaRPr lang="es-ES" sz="1400" b="0" i="0">
              <a:solidFill>
                <a:srgbClr val="31324A"/>
              </a:solidFill>
              <a:latin typeface="Neuromax SemBd"/>
            </a:endParaRPr>
          </a:p>
        </p:txBody>
      </p:sp>
      <p:pic>
        <p:nvPicPr>
          <p:cNvPr id="28" name="Imagen 27" descr="r/gaming - GTA 3 realmente marcó la pauta para los juegos de mundo abierto que tenemos hoy y merece todo el reconocimiento.">
            <a:extLst>
              <a:ext uri="{FF2B5EF4-FFF2-40B4-BE49-F238E27FC236}">
                <a16:creationId xmlns:a16="http://schemas.microsoft.com/office/drawing/2014/main" id="{FF4FD6EA-F426-10A8-819C-F1F6C3746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145" y="1483318"/>
            <a:ext cx="5235843" cy="3897823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1108646" y="3916681"/>
            <a:ext cx="444904" cy="431988"/>
          </a:xfrm>
          <a:prstGeom prst="ellipse">
            <a:avLst/>
          </a:prstGeom>
          <a:solidFill>
            <a:srgbClr val="F08A3C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8648" y="4018919"/>
            <a:ext cx="438445" cy="929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31315"/>
                </a:solidFill>
                <a:latin typeface="Neuromax SemBd"/>
              </a:rPr>
              <a:t>1</a:t>
            </a:r>
            <a:endParaRPr lang="es-ES" sz="1500" b="1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30" name="Oval 9">
            <a:extLst>
              <a:ext uri="{FF2B5EF4-FFF2-40B4-BE49-F238E27FC236}">
                <a16:creationId xmlns:a16="http://schemas.microsoft.com/office/drawing/2014/main" id="{F5806737-477A-5976-7F99-1ADB04671CA5}"/>
              </a:ext>
            </a:extLst>
          </p:cNvPr>
          <p:cNvSpPr/>
          <p:nvPr/>
        </p:nvSpPr>
        <p:spPr>
          <a:xfrm>
            <a:off x="4259967" y="2082714"/>
            <a:ext cx="444904" cy="431988"/>
          </a:xfrm>
          <a:prstGeom prst="ellipse">
            <a:avLst/>
          </a:prstGeom>
          <a:solidFill>
            <a:srgbClr val="F08A3C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10">
            <a:extLst>
              <a:ext uri="{FF2B5EF4-FFF2-40B4-BE49-F238E27FC236}">
                <a16:creationId xmlns:a16="http://schemas.microsoft.com/office/drawing/2014/main" id="{868A6E22-AEE8-D0DA-FAF4-E3599B96CD5D}"/>
              </a:ext>
            </a:extLst>
          </p:cNvPr>
          <p:cNvSpPr txBox="1"/>
          <p:nvPr/>
        </p:nvSpPr>
        <p:spPr>
          <a:xfrm>
            <a:off x="4279342" y="2159121"/>
            <a:ext cx="406157" cy="219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1500" b="1">
                <a:solidFill>
                  <a:srgbClr val="131315"/>
                </a:solidFill>
                <a:latin typeface="Neuromax SemBd"/>
              </a:rPr>
              <a:t>2</a:t>
            </a:r>
            <a:endParaRPr lang="es-ES" sz="1500" b="1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34" name="Oval 9">
            <a:extLst>
              <a:ext uri="{FF2B5EF4-FFF2-40B4-BE49-F238E27FC236}">
                <a16:creationId xmlns:a16="http://schemas.microsoft.com/office/drawing/2014/main" id="{A4E2FD80-938F-6558-83C8-BA7BFEF0BC27}"/>
              </a:ext>
            </a:extLst>
          </p:cNvPr>
          <p:cNvSpPr/>
          <p:nvPr/>
        </p:nvSpPr>
        <p:spPr>
          <a:xfrm>
            <a:off x="4066239" y="4329969"/>
            <a:ext cx="444904" cy="431988"/>
          </a:xfrm>
          <a:prstGeom prst="ellipse">
            <a:avLst/>
          </a:prstGeom>
          <a:solidFill>
            <a:srgbClr val="F08A3C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10">
            <a:extLst>
              <a:ext uri="{FF2B5EF4-FFF2-40B4-BE49-F238E27FC236}">
                <a16:creationId xmlns:a16="http://schemas.microsoft.com/office/drawing/2014/main" id="{7BF65651-CF66-C4C2-E63C-EDD27D19223E}"/>
              </a:ext>
            </a:extLst>
          </p:cNvPr>
          <p:cNvSpPr txBox="1"/>
          <p:nvPr/>
        </p:nvSpPr>
        <p:spPr>
          <a:xfrm>
            <a:off x="4085614" y="4458037"/>
            <a:ext cx="399700" cy="13173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1500" b="1">
                <a:solidFill>
                  <a:srgbClr val="131315"/>
                </a:solidFill>
                <a:latin typeface="Neuromax SemBd"/>
              </a:rPr>
              <a:t>3</a:t>
            </a:r>
            <a:endParaRPr lang="es-ES" sz="1500" b="1" i="0">
              <a:solidFill>
                <a:srgbClr val="131315"/>
              </a:solidFill>
              <a:latin typeface="Neuromax SemB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8.1.4 · GÉNEROS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6300" y="501835"/>
            <a:ext cx="8784699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95000"/>
              </a:lnSpc>
            </a:pPr>
            <a:r>
              <a:rPr sz="3200" b="0" i="0" dirty="0">
                <a:solidFill>
                  <a:srgbClr val="131315"/>
                </a:solidFill>
                <a:latin typeface="Neuromax SemBd"/>
              </a:rPr>
              <a:t>GÉNEROS: </a:t>
            </a:r>
            <a:r>
              <a:rPr lang="es-ES" sz="3200">
                <a:solidFill>
                  <a:srgbClr val="131315"/>
                </a:solidFill>
                <a:latin typeface="Neuromax SemBd"/>
              </a:rPr>
              <a:t>Generar expectativa en el Jugador</a:t>
            </a:r>
            <a:endParaRPr lang="es-ES" sz="32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1719072"/>
            <a:ext cx="2633472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" y="345643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ACCIÓN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833" y="3747956"/>
            <a:ext cx="2325263" cy="2898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4F5361"/>
                </a:solidFill>
                <a:latin typeface="Neuromax"/>
              </a:rPr>
              <a:t>Reflejos y precisión.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172" y="438986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963700"/>
                </a:solidFill>
                <a:latin typeface="Neuromax"/>
              </a:rPr>
              <a:t>Ej.: Freedoom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74136" y="1719072"/>
            <a:ext cx="2633472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AVENTURA / ROL"/>
          <p:cNvPicPr>
            <a:picLocks noChangeAspect="1"/>
          </p:cNvPicPr>
          <p:nvPr/>
        </p:nvPicPr>
        <p:blipFill>
          <a:blip r:embed="rId4"/>
          <a:srcRect l="3295" r="3295"/>
          <a:stretch>
            <a:fillRect/>
          </a:stretch>
        </p:blipFill>
        <p:spPr>
          <a:xfrm>
            <a:off x="3438144" y="1783080"/>
            <a:ext cx="2505456" cy="1508760"/>
          </a:xfrm>
          <a:prstGeom prst="rect">
            <a:avLst/>
          </a:prstGeom>
          <a:ln w="15240">
            <a:solidFill>
              <a:srgbClr val="FFFFFF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3529584" y="345643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AVENTURA / 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5196" y="3759930"/>
            <a:ext cx="2413098" cy="2883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4F5361"/>
                </a:solidFill>
                <a:latin typeface="Neuromax"/>
              </a:rPr>
              <a:t>Explorar, decidir y vivir una historia.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574" y="438986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963700"/>
                </a:solidFill>
                <a:latin typeface="Neuromax"/>
              </a:rPr>
              <a:t>Ej.: Veloren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719072"/>
            <a:ext cx="2633472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45352" y="1783080"/>
            <a:ext cx="2505456" cy="1508760"/>
          </a:xfrm>
          <a:prstGeom prst="rect">
            <a:avLst/>
          </a:prstGeom>
          <a:solidFill>
            <a:srgbClr val="F7F3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PUZZ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5074" y="1783080"/>
            <a:ext cx="1506011" cy="1508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36792" y="345643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PUZZLE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376732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4F5361"/>
                </a:solidFill>
                <a:latin typeface="Neuromax"/>
              </a:rPr>
              <a:t>Pensar y encontrar la solución.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416052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963700"/>
                </a:solidFill>
                <a:latin typeface="Neuromax"/>
              </a:rPr>
              <a:t>Ej.: 2048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88551" y="1719072"/>
            <a:ext cx="2633472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ESTRATEGIA"/>
          <p:cNvPicPr>
            <a:picLocks noChangeAspect="1"/>
          </p:cNvPicPr>
          <p:nvPr/>
        </p:nvPicPr>
        <p:blipFill>
          <a:blip r:embed="rId6"/>
          <a:srcRect l="3263" r="3263"/>
          <a:stretch>
            <a:fillRect/>
          </a:stretch>
        </p:blipFill>
        <p:spPr>
          <a:xfrm>
            <a:off x="9052559" y="1783080"/>
            <a:ext cx="2505456" cy="1508760"/>
          </a:xfrm>
          <a:prstGeom prst="rect">
            <a:avLst/>
          </a:prstGeom>
          <a:ln w="15240">
            <a:solidFill>
              <a:srgbClr val="FFFFFF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9143999" y="345643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31315"/>
                </a:solidFill>
                <a:latin typeface="Neuromax SemBd"/>
              </a:rPr>
              <a:t>ESTRATEGIA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3999" y="376732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4F5361"/>
                </a:solidFill>
                <a:latin typeface="Neuromax"/>
              </a:rPr>
              <a:t>Planear recursos y decisiones.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3999" y="416052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963700"/>
                </a:solidFill>
                <a:latin typeface="Neuromax"/>
              </a:rPr>
              <a:t>Ej.: 0 A.D.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83782" y="576302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dirty="0">
                <a:solidFill>
                  <a:srgbClr val="31324A"/>
                </a:solidFill>
                <a:latin typeface="Neuromax SemBd"/>
              </a:rPr>
              <a:t>Los </a:t>
            </a:r>
            <a:r>
              <a:rPr b="0" i="0" dirty="0" err="1">
                <a:solidFill>
                  <a:srgbClr val="31324A"/>
                </a:solidFill>
                <a:latin typeface="Neuromax SemBd"/>
              </a:rPr>
              <a:t>géneros</a:t>
            </a:r>
            <a:r>
              <a:rPr b="0" i="0" dirty="0">
                <a:solidFill>
                  <a:srgbClr val="31324A"/>
                </a:solidFill>
                <a:latin typeface="Neuromax SemBd"/>
              </a:rPr>
              <a:t> son </a:t>
            </a:r>
            <a:r>
              <a:rPr b="0" i="0" dirty="0" err="1">
                <a:solidFill>
                  <a:srgbClr val="31324A"/>
                </a:solidFill>
                <a:latin typeface="Neuromax SemBd"/>
              </a:rPr>
              <a:t>etiquetas</a:t>
            </a:r>
            <a:r>
              <a:rPr b="0" i="0" dirty="0">
                <a:solidFill>
                  <a:srgbClr val="31324A"/>
                </a:solidFill>
                <a:latin typeface="Neuromax SemBd"/>
              </a:rPr>
              <a:t>, no </a:t>
            </a:r>
            <a:r>
              <a:rPr b="0" i="0" dirty="0" err="1">
                <a:solidFill>
                  <a:srgbClr val="31324A"/>
                </a:solidFill>
                <a:latin typeface="Neuromax SemBd"/>
              </a:rPr>
              <a:t>jaulas</a:t>
            </a:r>
            <a:r>
              <a:rPr b="0" i="0" dirty="0">
                <a:solidFill>
                  <a:srgbClr val="31324A"/>
                </a:solidFill>
                <a:latin typeface="Neuromax SemBd"/>
              </a:rPr>
              <a:t>: </a:t>
            </a:r>
            <a:r>
              <a:rPr b="0" i="0" dirty="0" err="1">
                <a:solidFill>
                  <a:srgbClr val="31324A"/>
                </a:solidFill>
                <a:latin typeface="Neuromax SemBd"/>
              </a:rPr>
              <a:t>muchos</a:t>
            </a:r>
            <a:r>
              <a:rPr b="0" i="0" dirty="0">
                <a:solidFill>
                  <a:srgbClr val="31324A"/>
                </a:solidFill>
                <a:latin typeface="Neuromax SemBd"/>
              </a:rPr>
              <a:t> </a:t>
            </a:r>
            <a:r>
              <a:rPr b="0" i="0" dirty="0" err="1">
                <a:solidFill>
                  <a:srgbClr val="31324A"/>
                </a:solidFill>
                <a:latin typeface="Neuromax SemBd"/>
              </a:rPr>
              <a:t>juegos</a:t>
            </a:r>
            <a:r>
              <a:rPr b="0" i="0" dirty="0">
                <a:solidFill>
                  <a:srgbClr val="31324A"/>
                </a:solidFill>
                <a:latin typeface="Neuromax SemBd"/>
              </a:rPr>
              <a:t> </a:t>
            </a:r>
            <a:r>
              <a:rPr b="0" i="0" dirty="0" err="1">
                <a:solidFill>
                  <a:srgbClr val="31324A"/>
                </a:solidFill>
                <a:latin typeface="Neuromax SemBd"/>
              </a:rPr>
              <a:t>mezclan</a:t>
            </a:r>
            <a:r>
              <a:rPr b="0" i="0" dirty="0">
                <a:solidFill>
                  <a:srgbClr val="31324A"/>
                </a:solidFill>
                <a:latin typeface="Neuromax SemBd"/>
              </a:rPr>
              <a:t> </a:t>
            </a:r>
            <a:r>
              <a:rPr b="0" i="0" dirty="0" err="1">
                <a:solidFill>
                  <a:srgbClr val="31324A"/>
                </a:solidFill>
                <a:latin typeface="Neuromax SemBd"/>
              </a:rPr>
              <a:t>acción</a:t>
            </a:r>
            <a:r>
              <a:rPr b="0" i="0" dirty="0">
                <a:solidFill>
                  <a:srgbClr val="31324A"/>
                </a:solidFill>
                <a:latin typeface="Neuromax SemBd"/>
              </a:rPr>
              <a:t>, </a:t>
            </a:r>
            <a:r>
              <a:rPr b="0" i="0" dirty="0" err="1">
                <a:solidFill>
                  <a:srgbClr val="31324A"/>
                </a:solidFill>
                <a:latin typeface="Neuromax SemBd"/>
              </a:rPr>
              <a:t>historia</a:t>
            </a:r>
            <a:r>
              <a:rPr b="0" i="0" dirty="0">
                <a:solidFill>
                  <a:srgbClr val="31324A"/>
                </a:solidFill>
                <a:latin typeface="Neuromax SemBd"/>
              </a:rPr>
              <a:t> y </a:t>
            </a:r>
            <a:r>
              <a:rPr b="0" i="0" dirty="0" err="1">
                <a:solidFill>
                  <a:srgbClr val="31324A"/>
                </a:solidFill>
                <a:latin typeface="Neuromax SemBd"/>
              </a:rPr>
              <a:t>estrategia</a:t>
            </a:r>
            <a:r>
              <a:rPr b="0" i="0" dirty="0">
                <a:solidFill>
                  <a:srgbClr val="31324A"/>
                </a:solidFill>
                <a:latin typeface="Neuromax SemBd"/>
              </a:rPr>
              <a:t>.</a:t>
            </a:r>
            <a:endParaRPr lang="es-ES" b="0" i="0">
              <a:solidFill>
                <a:srgbClr val="31324A"/>
              </a:solidFill>
              <a:latin typeface="Neuromax SemB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8.1.4 · GÉNEROS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6597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95000"/>
              </a:lnSpc>
            </a:pPr>
            <a:r>
              <a:rPr lang="es-ES" sz="3200" dirty="0">
                <a:solidFill>
                  <a:srgbClr val="131315"/>
                </a:solidFill>
                <a:latin typeface="Neuromax SemBd"/>
              </a:rPr>
              <a:t>MAS GENEROS</a:t>
            </a:r>
            <a:endParaRPr lang="es-ES" sz="32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425913"/>
              </p:ext>
            </p:extLst>
          </p:nvPr>
        </p:nvGraphicFramePr>
        <p:xfrm>
          <a:off x="566928" y="1737360"/>
          <a:ext cx="6903720" cy="3044952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FFFFFF"/>
                          </a:solidFill>
                          <a:latin typeface="Neuromax SemBd"/>
                        </a:rPr>
                        <a:t>GÉNERO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31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FFFFFF"/>
                          </a:solidFill>
                          <a:latin typeface="Neuromax SemBd"/>
                        </a:rPr>
                        <a:t>QUÉ BUSCA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3132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FFFFFF"/>
                          </a:solidFill>
                          <a:latin typeface="Neuromax SemBd"/>
                        </a:rPr>
                        <a:t>EJEMPLO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31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963700"/>
                          </a:solidFill>
                          <a:latin typeface="Neuromax SemBd"/>
                        </a:rPr>
                        <a:t>Roguelike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 dirty="0" err="1">
                          <a:solidFill>
                            <a:srgbClr val="131315"/>
                          </a:solidFill>
                          <a:latin typeface="Neuromax"/>
                        </a:rPr>
                        <a:t>Mazmorras</a:t>
                      </a:r>
                      <a:r>
                        <a:rPr sz="1400" b="0" i="0" dirty="0">
                          <a:solidFill>
                            <a:srgbClr val="131315"/>
                          </a:solidFill>
                          <a:latin typeface="Neuromax"/>
                        </a:rPr>
                        <a:t>, </a:t>
                      </a:r>
                      <a:r>
                        <a:rPr sz="1400" b="0" i="0" dirty="0" err="1">
                          <a:solidFill>
                            <a:srgbClr val="131315"/>
                          </a:solidFill>
                          <a:latin typeface="Neuromax"/>
                        </a:rPr>
                        <a:t>muerte</a:t>
                      </a:r>
                      <a:r>
                        <a:rPr sz="1400" b="0" i="0" dirty="0">
                          <a:solidFill>
                            <a:srgbClr val="131315"/>
                          </a:solidFill>
                          <a:latin typeface="Neuromax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131315"/>
                          </a:solidFill>
                          <a:latin typeface="Neuromax"/>
                        </a:rPr>
                        <a:t>permanente</a:t>
                      </a:r>
                      <a:r>
                        <a:rPr sz="1400" b="0" i="0" dirty="0">
                          <a:solidFill>
                            <a:srgbClr val="131315"/>
                          </a:solidFill>
                          <a:latin typeface="Neuromax"/>
                        </a:rPr>
                        <a:t>, </a:t>
                      </a:r>
                      <a:r>
                        <a:rPr sz="1400" b="0" i="0" dirty="0" err="1">
                          <a:solidFill>
                            <a:srgbClr val="131315"/>
                          </a:solidFill>
                          <a:latin typeface="Neuromax"/>
                        </a:rPr>
                        <a:t>partidas</a:t>
                      </a:r>
                      <a:r>
                        <a:rPr sz="1400" b="0" i="0" dirty="0">
                          <a:solidFill>
                            <a:srgbClr val="131315"/>
                          </a:solidFill>
                          <a:latin typeface="Neuromax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131315"/>
                          </a:solidFill>
                          <a:latin typeface="Neuromax"/>
                        </a:rPr>
                        <a:t>distintas</a:t>
                      </a:r>
                      <a:r>
                        <a:rPr sz="1400" b="0" i="0" dirty="0">
                          <a:solidFill>
                            <a:srgbClr val="131315"/>
                          </a:solidFill>
                          <a:latin typeface="Neuromax"/>
                        </a:rPr>
                        <a:t>.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lang="es-ES" sz="1400" b="0" i="0">
                          <a:solidFill>
                            <a:srgbClr val="131315"/>
                          </a:solidFill>
                          <a:latin typeface="Neuromax"/>
                        </a:rPr>
                        <a:t>Rogue Legacy</a:t>
                      </a:r>
                      <a:endParaRPr sz="1400" b="0" i="0" dirty="0">
                        <a:solidFill>
                          <a:srgbClr val="131315"/>
                        </a:solidFill>
                        <a:latin typeface="Neuromax"/>
                      </a:endParaRP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 dirty="0" err="1">
                          <a:solidFill>
                            <a:srgbClr val="963700"/>
                          </a:solidFill>
                          <a:latin typeface="Neuromax SemBd"/>
                        </a:rPr>
                        <a:t>Simulación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 dirty="0" err="1">
                          <a:solidFill>
                            <a:srgbClr val="131315"/>
                          </a:solidFill>
                          <a:latin typeface="Neuromax"/>
                        </a:rPr>
                        <a:t>Reproducir</a:t>
                      </a:r>
                      <a:r>
                        <a:rPr sz="1400" b="0" i="0" dirty="0">
                          <a:solidFill>
                            <a:srgbClr val="131315"/>
                          </a:solidFill>
                          <a:latin typeface="Neuromax"/>
                        </a:rPr>
                        <a:t> un </a:t>
                      </a:r>
                      <a:r>
                        <a:rPr sz="1400" b="0" i="0" dirty="0" err="1">
                          <a:solidFill>
                            <a:srgbClr val="131315"/>
                          </a:solidFill>
                          <a:latin typeface="Neuromax"/>
                        </a:rPr>
                        <a:t>sistema</a:t>
                      </a:r>
                      <a:r>
                        <a:rPr sz="1400" b="0" i="0" dirty="0">
                          <a:solidFill>
                            <a:srgbClr val="131315"/>
                          </a:solidFill>
                          <a:latin typeface="Neuromax"/>
                        </a:rPr>
                        <a:t> real.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lang="es-ES" sz="1400" b="0" i="0" dirty="0" err="1">
                          <a:solidFill>
                            <a:srgbClr val="131315"/>
                          </a:solidFill>
                          <a:latin typeface="Neuromax"/>
                        </a:rPr>
                        <a:t>SimCity</a:t>
                      </a:r>
                      <a:r>
                        <a:rPr lang="es-ES" sz="1400" b="0" i="0" dirty="0">
                          <a:solidFill>
                            <a:srgbClr val="131315"/>
                          </a:solidFill>
                          <a:latin typeface="Neuromax"/>
                        </a:rPr>
                        <a:t>, Internet Café Sim</a:t>
                      </a:r>
                      <a:endParaRPr sz="1400" b="0" i="0" dirty="0">
                        <a:solidFill>
                          <a:srgbClr val="131315"/>
                        </a:solidFill>
                        <a:latin typeface="Neuromax"/>
                      </a:endParaRP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963700"/>
                          </a:solidFill>
                          <a:latin typeface="Neuromax SemBd"/>
                        </a:rPr>
                        <a:t>Deportes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lang="es-ES" sz="1400" b="0" i="0" dirty="0" err="1">
                          <a:solidFill>
                            <a:srgbClr val="131315"/>
                          </a:solidFill>
                          <a:latin typeface="Neuromax"/>
                        </a:rPr>
                        <a:t>Simulando</a:t>
                      </a:r>
                      <a:r>
                        <a:rPr lang="es-ES" sz="1400" b="0" i="0" dirty="0">
                          <a:solidFill>
                            <a:srgbClr val="131315"/>
                          </a:solidFill>
                          <a:latin typeface="Neuromax"/>
                        </a:rPr>
                        <a:t> </a:t>
                      </a:r>
                      <a:r>
                        <a:rPr lang="es-ES" sz="1400" b="0" i="0" dirty="0" err="1">
                          <a:solidFill>
                            <a:srgbClr val="131315"/>
                          </a:solidFill>
                          <a:latin typeface="Neuromax"/>
                        </a:rPr>
                        <a:t>una</a:t>
                      </a:r>
                      <a:r>
                        <a:rPr lang="es-ES" sz="1400" b="0" i="0" dirty="0">
                          <a:solidFill>
                            <a:srgbClr val="131315"/>
                          </a:solidFill>
                          <a:latin typeface="Neuromax"/>
                        </a:rPr>
                        <a:t> </a:t>
                      </a:r>
                      <a:r>
                        <a:rPr lang="es-ES" sz="1400" b="0" i="0" dirty="0" err="1">
                          <a:solidFill>
                            <a:srgbClr val="131315"/>
                          </a:solidFill>
                          <a:latin typeface="Neuromax"/>
                        </a:rPr>
                        <a:t>habilidad</a:t>
                      </a:r>
                      <a:r>
                        <a:rPr sz="1400" b="0" i="0" dirty="0">
                          <a:solidFill>
                            <a:srgbClr val="131315"/>
                          </a:solidFill>
                          <a:latin typeface="Neuromax"/>
                        </a:rPr>
                        <a:t>.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lang="es-ES" sz="1400" b="0" i="0">
                          <a:solidFill>
                            <a:srgbClr val="131315"/>
                          </a:solidFill>
                          <a:latin typeface="Neuromax"/>
                        </a:rPr>
                        <a:t>FIFA, Gran Turismo</a:t>
                      </a:r>
                      <a:endParaRPr sz="1400" b="0" i="0">
                        <a:solidFill>
                          <a:srgbClr val="131315"/>
                        </a:solidFill>
                        <a:latin typeface="Neuromax"/>
                      </a:endParaRP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963700"/>
                          </a:solidFill>
                          <a:latin typeface="Neuromax SemBd"/>
                        </a:rPr>
                        <a:t>Sandbox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 dirty="0">
                          <a:solidFill>
                            <a:srgbClr val="131315"/>
                          </a:solidFill>
                          <a:latin typeface="Neuromax"/>
                        </a:rPr>
                        <a:t>Libertad para </a:t>
                      </a:r>
                      <a:r>
                        <a:rPr sz="1400" b="0" i="0" dirty="0" err="1">
                          <a:solidFill>
                            <a:srgbClr val="131315"/>
                          </a:solidFill>
                          <a:latin typeface="Neuromax"/>
                        </a:rPr>
                        <a:t>explorar</a:t>
                      </a:r>
                      <a:r>
                        <a:rPr sz="1400" b="0" i="0" dirty="0">
                          <a:solidFill>
                            <a:srgbClr val="131315"/>
                          </a:solidFill>
                          <a:latin typeface="Neuromax"/>
                        </a:rPr>
                        <a:t> y </a:t>
                      </a:r>
                      <a:r>
                        <a:rPr sz="1400" b="0" i="0" dirty="0" err="1">
                          <a:solidFill>
                            <a:srgbClr val="131315"/>
                          </a:solidFill>
                          <a:latin typeface="Neuromax"/>
                        </a:rPr>
                        <a:t>crear</a:t>
                      </a:r>
                      <a:r>
                        <a:rPr sz="1400" b="0" i="0" dirty="0">
                          <a:solidFill>
                            <a:srgbClr val="131315"/>
                          </a:solidFill>
                          <a:latin typeface="Neuromax"/>
                        </a:rPr>
                        <a:t>.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31315"/>
                          </a:solidFill>
                          <a:latin typeface="Neuromax"/>
                        </a:rPr>
                        <a:t>Minecraft, Terraria</a:t>
                      </a:r>
                      <a:r>
                        <a:rPr lang="es-ES" sz="1400" b="0" i="0">
                          <a:solidFill>
                            <a:srgbClr val="131315"/>
                          </a:solidFill>
                          <a:latin typeface="Neuromax"/>
                        </a:rPr>
                        <a:t>, GTA</a:t>
                      </a:r>
                      <a:endParaRPr sz="1400" b="0" i="0" dirty="0">
                        <a:solidFill>
                          <a:srgbClr val="131315"/>
                        </a:solidFill>
                        <a:latin typeface="Neuromax"/>
                      </a:endParaRP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8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963700"/>
                          </a:solidFill>
                          <a:latin typeface="Neuromax SemBd"/>
                        </a:rPr>
                        <a:t>Indie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 dirty="0" err="1">
                          <a:solidFill>
                            <a:srgbClr val="131315"/>
                          </a:solidFill>
                          <a:latin typeface="Neuromax"/>
                        </a:rPr>
                        <a:t>Equipos</a:t>
                      </a:r>
                      <a:r>
                        <a:rPr sz="1400" b="0" i="0" dirty="0">
                          <a:solidFill>
                            <a:srgbClr val="131315"/>
                          </a:solidFill>
                          <a:latin typeface="Neuromax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131315"/>
                          </a:solidFill>
                          <a:latin typeface="Neuromax"/>
                        </a:rPr>
                        <a:t>pequeños</a:t>
                      </a:r>
                      <a:r>
                        <a:rPr sz="1400" b="0" i="0" dirty="0">
                          <a:solidFill>
                            <a:srgbClr val="131315"/>
                          </a:solidFill>
                          <a:latin typeface="Neuromax"/>
                        </a:rPr>
                        <a:t>, ideas </a:t>
                      </a:r>
                      <a:r>
                        <a:rPr sz="1400" b="0" i="0" dirty="0" err="1">
                          <a:solidFill>
                            <a:srgbClr val="131315"/>
                          </a:solidFill>
                          <a:latin typeface="Neuromax"/>
                        </a:rPr>
                        <a:t>arriesgadas</a:t>
                      </a:r>
                      <a:r>
                        <a:rPr sz="1400" b="0" i="0" dirty="0">
                          <a:solidFill>
                            <a:srgbClr val="131315"/>
                          </a:solidFill>
                          <a:latin typeface="Neuromax"/>
                        </a:rPr>
                        <a:t>.</a:t>
                      </a: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dirty="0" err="1">
                          <a:solidFill>
                            <a:srgbClr val="131315"/>
                          </a:solidFill>
                          <a:latin typeface="Neuromax"/>
                        </a:rPr>
                        <a:t>SuperLiminal</a:t>
                      </a:r>
                      <a:endParaRPr sz="1400" b="0" i="0" dirty="0" err="1">
                        <a:solidFill>
                          <a:srgbClr val="131315"/>
                        </a:solidFill>
                        <a:latin typeface="Neuromax"/>
                      </a:endParaRPr>
                    </a:p>
                  </a:txBody>
                  <a:tcPr marL="82296" marR="64008" marT="27432" marB="27432" anchor="ctr">
                    <a:lnL w="20320" cap="flat" cmpd="sng" algn="ctr">
                      <a:solidFill>
                        <a:srgbClr val="FFFFFF"/>
                      </a:solidFill>
                      <a:prstDash val="solid"/>
                    </a:lnL>
                    <a:lnR w="20320" cap="flat" cmpd="sng" algn="ctr">
                      <a:solidFill>
                        <a:srgbClr val="FFFFFF"/>
                      </a:solidFill>
                      <a:prstDash val="solid"/>
                    </a:lnR>
                    <a:lnT w="20320" cap="flat" cmpd="sng" algn="ctr">
                      <a:solidFill>
                        <a:srgbClr val="FFFFFF"/>
                      </a:solidFill>
                      <a:prstDash val="solid"/>
                    </a:lnT>
                    <a:lnB w="2032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7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38434" y="4555520"/>
            <a:ext cx="385876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s-ES" sz="1600" dirty="0">
                <a:solidFill>
                  <a:srgbClr val="4F5361"/>
                </a:solidFill>
                <a:latin typeface="Neuromax"/>
              </a:rPr>
              <a:t>Rogue Legacy: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i="0" err="1">
                <a:solidFill>
                  <a:srgbClr val="4F5361"/>
                </a:solidFill>
                <a:latin typeface="Neuromax"/>
              </a:rPr>
              <a:t>cada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s-ES" sz="1600" dirty="0">
                <a:solidFill>
                  <a:srgbClr val="4F5361"/>
                </a:solidFill>
                <a:latin typeface="Neuromax"/>
              </a:rPr>
              <a:t>turno 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es </a:t>
            </a:r>
            <a:r>
              <a:rPr lang="es-ES" sz="1600">
                <a:solidFill>
                  <a:srgbClr val="4F5361"/>
                </a:solidFill>
                <a:latin typeface="Neuromax"/>
              </a:rPr>
              <a:t>distinto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.</a:t>
            </a:r>
            <a:endParaRPr lang="es-ES" sz="1600" b="0" i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55691" y="531540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dirty="0">
                <a:solidFill>
                  <a:srgbClr val="31324A"/>
                </a:solidFill>
                <a:latin typeface="Neuromax SemBd"/>
              </a:rPr>
              <a:t>Roguelike </a:t>
            </a:r>
            <a:r>
              <a:rPr b="0" i="0" dirty="0" err="1">
                <a:solidFill>
                  <a:srgbClr val="31324A"/>
                </a:solidFill>
                <a:latin typeface="Neuromax SemBd"/>
              </a:rPr>
              <a:t>viene</a:t>
            </a:r>
            <a:r>
              <a:rPr b="0" i="0" dirty="0">
                <a:solidFill>
                  <a:srgbClr val="31324A"/>
                </a:solidFill>
                <a:latin typeface="Neuromax SemBd"/>
              </a:rPr>
              <a:t> de Rogue (1980): </a:t>
            </a:r>
            <a:r>
              <a:rPr b="0" i="0" dirty="0" err="1">
                <a:solidFill>
                  <a:srgbClr val="31324A"/>
                </a:solidFill>
                <a:latin typeface="Neuromax SemBd"/>
              </a:rPr>
              <a:t>mazmorras</a:t>
            </a:r>
            <a:r>
              <a:rPr b="0" i="0" dirty="0">
                <a:solidFill>
                  <a:srgbClr val="31324A"/>
                </a:solidFill>
                <a:latin typeface="Neuromax SemBd"/>
              </a:rPr>
              <a:t>, </a:t>
            </a:r>
            <a:r>
              <a:rPr b="0" i="0" dirty="0" err="1">
                <a:solidFill>
                  <a:srgbClr val="31324A"/>
                </a:solidFill>
                <a:latin typeface="Neuromax SemBd"/>
              </a:rPr>
              <a:t>turnos</a:t>
            </a:r>
            <a:r>
              <a:rPr b="0" i="0" dirty="0">
                <a:solidFill>
                  <a:srgbClr val="31324A"/>
                </a:solidFill>
                <a:latin typeface="Neuromax SemBd"/>
              </a:rPr>
              <a:t> y </a:t>
            </a:r>
            <a:r>
              <a:rPr b="0" i="0" dirty="0" err="1">
                <a:solidFill>
                  <a:srgbClr val="31324A"/>
                </a:solidFill>
                <a:latin typeface="Neuromax SemBd"/>
              </a:rPr>
              <a:t>muerte</a:t>
            </a:r>
            <a:r>
              <a:rPr b="0" i="0" dirty="0">
                <a:solidFill>
                  <a:srgbClr val="31324A"/>
                </a:solidFill>
                <a:latin typeface="Neuromax SemBd"/>
              </a:rPr>
              <a:t> </a:t>
            </a:r>
            <a:r>
              <a:rPr b="0" i="0" dirty="0" err="1">
                <a:solidFill>
                  <a:srgbClr val="31324A"/>
                </a:solidFill>
                <a:latin typeface="Neuromax SemBd"/>
              </a:rPr>
              <a:t>permanente</a:t>
            </a:r>
            <a:r>
              <a:rPr b="0" i="0" dirty="0">
                <a:solidFill>
                  <a:srgbClr val="31324A"/>
                </a:solidFill>
                <a:latin typeface="Neuromax SemBd"/>
              </a:rPr>
              <a:t>.</a:t>
            </a:r>
            <a:endParaRPr lang="es-ES" b="0" i="0">
              <a:solidFill>
                <a:srgbClr val="31324A"/>
              </a:solidFill>
              <a:latin typeface="Neuromax SemBd"/>
            </a:endParaRPr>
          </a:p>
        </p:txBody>
      </p:sp>
      <p:pic>
        <p:nvPicPr>
          <p:cNvPr id="13" name="Imagen 12" descr="Rogue Legacy 2 entrará en Early Access en julio | Eurogamer.es">
            <a:extLst>
              <a:ext uri="{FF2B5EF4-FFF2-40B4-BE49-F238E27FC236}">
                <a16:creationId xmlns:a16="http://schemas.microsoft.com/office/drawing/2014/main" id="{B5A4BB98-67A6-7E4E-E184-68C1E3FD2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3028" y="2079717"/>
            <a:ext cx="4163878" cy="235631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5F349-7BAB-8330-7EF0-203C5D938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614AA0-5DDA-56E5-3D68-482902817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C961F2-8E5C-F706-1B5B-7CAD7932BD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8567" y="701643"/>
            <a:ext cx="1097280" cy="4781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3D6245-71CF-C79B-9BAE-DC534BABD9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9457" y="101342"/>
            <a:ext cx="2025111" cy="8117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230656-3A86-AF1F-CA65-FE8CEC480A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240" y="3342640"/>
            <a:ext cx="1280160" cy="22928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E02FE0-D8F7-5FF1-B426-F96A15DD6F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0800" y="4986528"/>
            <a:ext cx="1600200" cy="848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88C7D8-5C52-3559-34D6-53263DFF2E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8000" y="4165600"/>
            <a:ext cx="685800" cy="65291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2215716-526E-7F7A-C967-9CA710390678}"/>
              </a:ext>
            </a:extLst>
          </p:cNvPr>
          <p:cNvSpPr/>
          <p:nvPr/>
        </p:nvSpPr>
        <p:spPr>
          <a:xfrm>
            <a:off x="566928" y="534924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2B53E5-E7F8-29B6-3C8E-DABF77C7DF37}"/>
              </a:ext>
            </a:extLst>
          </p:cNvPr>
          <p:cNvSpPr txBox="1"/>
          <p:nvPr/>
        </p:nvSpPr>
        <p:spPr>
          <a:xfrm>
            <a:off x="740664" y="5029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BLOQUE 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8BDA04-68A1-C9D2-B332-12F8F81B3B97}"/>
              </a:ext>
            </a:extLst>
          </p:cNvPr>
          <p:cNvSpPr txBox="1"/>
          <p:nvPr/>
        </p:nvSpPr>
        <p:spPr>
          <a:xfrm>
            <a:off x="165138" y="1181480"/>
            <a:ext cx="4927600" cy="1066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s-ES" sz="4800" dirty="0">
                <a:solidFill>
                  <a:srgbClr val="31324A"/>
                </a:solidFill>
                <a:latin typeface="Calibri"/>
                <a:ea typeface="Calibri"/>
                <a:cs typeface="Calibri"/>
              </a:rPr>
              <a:t>El </a:t>
            </a:r>
            <a:r>
              <a:rPr lang="es-ES" sz="4800" dirty="0" err="1">
                <a:solidFill>
                  <a:srgbClr val="31324A"/>
                </a:solidFill>
                <a:latin typeface="Calibri"/>
                <a:ea typeface="Calibri"/>
                <a:cs typeface="Calibri"/>
              </a:rPr>
              <a:t>Juja</a:t>
            </a:r>
            <a:r>
              <a:rPr lang="es-ES" sz="4800" dirty="0">
                <a:solidFill>
                  <a:srgbClr val="31324A"/>
                </a:solidFill>
                <a:latin typeface="Calibri"/>
                <a:ea typeface="Calibri"/>
                <a:cs typeface="Calibri"/>
              </a:rPr>
              <a:t> </a:t>
            </a:r>
            <a:endParaRPr lang="es-ES" dirty="0">
              <a:ea typeface="Calibri"/>
              <a:cs typeface="Calibri"/>
            </a:endParaRPr>
          </a:p>
          <a:p>
            <a:r>
              <a:rPr lang="es-ES" sz="4800" dirty="0" err="1">
                <a:solidFill>
                  <a:srgbClr val="31324A"/>
                </a:solidFill>
                <a:ea typeface="Calibri"/>
                <a:cs typeface="Calibri"/>
              </a:rPr>
              <a:t>SuperLiminal</a:t>
            </a:r>
          </a:p>
        </p:txBody>
      </p:sp>
      <p:pic>
        <p:nvPicPr>
          <p:cNvPr id="11" name="Elementos multimedia en línea 10" title="Superliminal Destruyó Mi Cabeza">
            <a:hlinkClick r:id="" action="ppaction://noaction"/>
            <a:extLst>
              <a:ext uri="{FF2B5EF4-FFF2-40B4-BE49-F238E27FC236}">
                <a16:creationId xmlns:a16="http://schemas.microsoft.com/office/drawing/2014/main" id="{3028D718-FF72-00FC-BEB3-78BE3CFB9F2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10"/>
          <a:stretch>
            <a:fillRect/>
          </a:stretch>
        </p:blipFill>
        <p:spPr>
          <a:xfrm>
            <a:off x="3771561" y="1285043"/>
            <a:ext cx="7587496" cy="4295313"/>
          </a:xfrm>
          <a:prstGeom prst="rect">
            <a:avLst/>
          </a:prstGeom>
        </p:spPr>
      </p:pic>
      <p:sp>
        <p:nvSpPr>
          <p:cNvPr id="14" name="TextBox 11">
            <a:extLst>
              <a:ext uri="{FF2B5EF4-FFF2-40B4-BE49-F238E27FC236}">
                <a16:creationId xmlns:a16="http://schemas.microsoft.com/office/drawing/2014/main" id="{94EE67B4-9D73-0A03-9FF4-B096D84FBF86}"/>
              </a:ext>
            </a:extLst>
          </p:cNvPr>
          <p:cNvSpPr txBox="1"/>
          <p:nvPr/>
        </p:nvSpPr>
        <p:spPr>
          <a:xfrm>
            <a:off x="3953672" y="5759285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s-ES" dirty="0">
                <a:solidFill>
                  <a:srgbClr val="31324A"/>
                </a:solidFill>
                <a:latin typeface="Neuromax SemBd"/>
              </a:rPr>
              <a:t>"¿Como coño han programado esto para que se vea </a:t>
            </a:r>
            <a:r>
              <a:rPr lang="es-ES" dirty="0" err="1">
                <a:solidFill>
                  <a:srgbClr val="31324A"/>
                </a:solidFill>
                <a:latin typeface="Neuromax SemBd"/>
              </a:rPr>
              <a:t>asi</a:t>
            </a:r>
            <a:r>
              <a:rPr lang="es-ES" dirty="0">
                <a:solidFill>
                  <a:srgbClr val="31324A"/>
                </a:solidFill>
                <a:latin typeface="Neuromax SemBd"/>
              </a:rPr>
              <a:t> ?"  El </a:t>
            </a:r>
            <a:r>
              <a:rPr lang="es-ES" dirty="0" err="1">
                <a:solidFill>
                  <a:srgbClr val="31324A"/>
                </a:solidFill>
                <a:latin typeface="Neuromax SemBd"/>
              </a:rPr>
              <a:t>Juja</a:t>
            </a:r>
            <a:r>
              <a:rPr lang="es-ES" dirty="0">
                <a:solidFill>
                  <a:srgbClr val="31324A"/>
                </a:solidFill>
                <a:latin typeface="Neuromax SemBd"/>
              </a:rPr>
              <a:t> 2023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275680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777240"/>
            <a:ext cx="1097280" cy="4781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0" y="2011680"/>
            <a:ext cx="914400" cy="3855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2441" y="3430808"/>
            <a:ext cx="1280160" cy="22928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8959" y="5114389"/>
            <a:ext cx="1600200" cy="8485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258" y="4286831"/>
            <a:ext cx="685800" cy="6529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534924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5029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BLOQUE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09728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0" i="0">
                <a:solidFill>
                  <a:srgbClr val="963700"/>
                </a:solidFill>
                <a:latin typeface="Neuromax SemBd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148840"/>
            <a:ext cx="6949440" cy="1325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GAMEPLAY</a:t>
            </a:r>
            <a:endParaRPr lang="es-ES" sz="4800" b="0" i="0">
              <a:solidFill>
                <a:srgbClr val="131315"/>
              </a:solidFill>
              <a:latin typeface="Neuromax SemBd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31315"/>
                </a:solidFill>
                <a:latin typeface="Neuromax SemBd"/>
              </a:rPr>
              <a:t>Y CONTROLES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335" y="3618854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sz="2000" b="0" i="0" dirty="0">
                <a:solidFill>
                  <a:srgbClr val="4F5361"/>
                </a:solidFill>
                <a:latin typeface="Neuromax"/>
              </a:rPr>
              <a:t>Si el control no responde</a:t>
            </a:r>
            <a:r>
              <a:rPr sz="2000" b="0" i="0">
                <a:solidFill>
                  <a:srgbClr val="4F5361"/>
                </a:solidFill>
                <a:latin typeface="Neuromax"/>
              </a:rPr>
              <a:t>, </a:t>
            </a:r>
            <a:r>
              <a:rPr lang="es-ES" sz="2000">
                <a:solidFill>
                  <a:srgbClr val="4F5361"/>
                </a:solidFill>
                <a:latin typeface="Neuromax"/>
              </a:rPr>
              <a:t>hasta </a:t>
            </a:r>
            <a:r>
              <a:rPr sz="2000" b="0" i="0" dirty="0">
                <a:solidFill>
                  <a:srgbClr val="4F5361"/>
                </a:solidFill>
                <a:latin typeface="Neuromax"/>
              </a:rPr>
              <a:t>mejor juego se </a:t>
            </a:r>
            <a:r>
              <a:rPr sz="2000" b="0" i="0" err="1">
                <a:solidFill>
                  <a:srgbClr val="4F5361"/>
                </a:solidFill>
                <a:latin typeface="Neuromax"/>
              </a:rPr>
              <a:t>siente</a:t>
            </a:r>
            <a:r>
              <a:rPr sz="2000" b="0" i="0" dirty="0">
                <a:solidFill>
                  <a:srgbClr val="4F5361"/>
                </a:solidFill>
                <a:latin typeface="Neuromax"/>
              </a:rPr>
              <a:t> mal.</a:t>
            </a:r>
            <a:endParaRPr lang="es-ES" sz="2000" b="0" i="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85216" y="4398264"/>
            <a:ext cx="73152" cy="73152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1324A"/>
                </a:solidFill>
                <a:latin typeface="Neuromax"/>
              </a:rPr>
              <a:t>La interfaz entre el humano y la máquina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4782312"/>
            <a:ext cx="73152" cy="73152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727448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1324A"/>
                </a:solidFill>
                <a:latin typeface="Neuromax"/>
              </a:rPr>
              <a:t>Respuesta, latencia y retroalimentación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9680" y="12633"/>
            <a:ext cx="1549479" cy="6289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69272" y="276130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60867" y="256032"/>
            <a:ext cx="1801417" cy="10953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63700"/>
                </a:solidFill>
                <a:latin typeface="Neuromax SemBd"/>
              </a:rPr>
              <a:t>8.1.2 · CONCEPTOS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8569" y="637380"/>
            <a:ext cx="5051395" cy="64614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>
                <a:solidFill>
                  <a:srgbClr val="131315"/>
                </a:solidFill>
                <a:latin typeface="Neuromax SemBd"/>
              </a:rPr>
              <a:t>¿QUÉ ES EL GAMEPLAY?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7412" y="1165158"/>
            <a:ext cx="5117307" cy="27836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dirty="0">
                <a:solidFill>
                  <a:srgbClr val="4F5361"/>
                </a:solidFill>
                <a:latin typeface="Neuromax"/>
              </a:rPr>
              <a:t>No es solo </a:t>
            </a:r>
            <a:r>
              <a:rPr sz="1600" b="0" dirty="0" err="1">
                <a:solidFill>
                  <a:srgbClr val="4F5361"/>
                </a:solidFill>
                <a:latin typeface="Neuromax"/>
              </a:rPr>
              <a:t>mirar</a:t>
            </a:r>
            <a:r>
              <a:rPr sz="1600" b="0" dirty="0">
                <a:solidFill>
                  <a:srgbClr val="4F5361"/>
                </a:solidFill>
                <a:latin typeface="Neuromax"/>
              </a:rPr>
              <a:t>: es </a:t>
            </a:r>
            <a:r>
              <a:rPr sz="1600" b="0" dirty="0" err="1">
                <a:solidFill>
                  <a:srgbClr val="4F5361"/>
                </a:solidFill>
                <a:latin typeface="Neuromax"/>
              </a:rPr>
              <a:t>actuar</a:t>
            </a:r>
            <a:r>
              <a:rPr sz="1600" b="0" dirty="0">
                <a:solidFill>
                  <a:srgbClr val="4F5361"/>
                </a:solidFill>
                <a:latin typeface="Neuromax"/>
              </a:rPr>
              <a:t>, </a:t>
            </a:r>
            <a:r>
              <a:rPr sz="1600" b="0" dirty="0" err="1">
                <a:solidFill>
                  <a:srgbClr val="4F5361"/>
                </a:solidFill>
                <a:latin typeface="Neuromax"/>
              </a:rPr>
              <a:t>decidir</a:t>
            </a:r>
            <a:r>
              <a:rPr sz="1600" b="0" dirty="0">
                <a:solidFill>
                  <a:srgbClr val="4F5361"/>
                </a:solidFill>
                <a:latin typeface="Neuromax"/>
              </a:rPr>
              <a:t> y </a:t>
            </a:r>
            <a:r>
              <a:rPr sz="1600" b="0" dirty="0" err="1">
                <a:solidFill>
                  <a:srgbClr val="4F5361"/>
                </a:solidFill>
                <a:latin typeface="Neuromax"/>
              </a:rPr>
              <a:t>recibir</a:t>
            </a:r>
            <a:r>
              <a:rPr sz="1600" b="0" dirty="0">
                <a:solidFill>
                  <a:srgbClr val="4F5361"/>
                </a:solidFill>
                <a:latin typeface="Neuromax"/>
              </a:rPr>
              <a:t> </a:t>
            </a:r>
            <a:r>
              <a:rPr sz="1600" b="0" dirty="0" err="1">
                <a:solidFill>
                  <a:srgbClr val="4F5361"/>
                </a:solidFill>
                <a:latin typeface="Neuromax"/>
              </a:rPr>
              <a:t>consecuencias</a:t>
            </a:r>
            <a:r>
              <a:rPr sz="1600" b="0" dirty="0">
                <a:solidFill>
                  <a:srgbClr val="4F5361"/>
                </a:solidFill>
                <a:latin typeface="Neuromax"/>
              </a:rPr>
              <a:t>.</a:t>
            </a:r>
            <a:endParaRPr lang="es-ES" sz="1600" b="0" dirty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0088" y="1598642"/>
            <a:ext cx="5373292" cy="920782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4020" y="1616501"/>
            <a:ext cx="5273279" cy="9029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05000"/>
              </a:lnSpc>
            </a:pPr>
            <a:r>
              <a:rPr sz="1500" b="0" dirty="0">
                <a:solidFill>
                  <a:srgbClr val="FFFFFF"/>
                </a:solidFill>
                <a:latin typeface="Neuromax SemBd"/>
              </a:rPr>
              <a:t>El gameplay es la </a:t>
            </a:r>
            <a:r>
              <a:rPr sz="1500" b="0" dirty="0" err="1">
                <a:solidFill>
                  <a:srgbClr val="FFFFFF"/>
                </a:solidFill>
                <a:latin typeface="Neuromax SemBd"/>
              </a:rPr>
              <a:t>experiencia</a:t>
            </a:r>
            <a:r>
              <a:rPr sz="1500" b="0" dirty="0">
                <a:solidFill>
                  <a:srgbClr val="FFFFFF"/>
                </a:solidFill>
                <a:latin typeface="Neuromax SemBd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Neuromax SemBd"/>
              </a:rPr>
              <a:t>que</a:t>
            </a:r>
            <a:r>
              <a:rPr sz="1500" b="0" dirty="0">
                <a:solidFill>
                  <a:srgbClr val="FFFFFF"/>
                </a:solidFill>
                <a:latin typeface="Neuromax SemBd"/>
              </a:rPr>
              <a:t> surge </a:t>
            </a:r>
            <a:r>
              <a:rPr sz="1500" b="0" dirty="0" err="1">
                <a:solidFill>
                  <a:srgbClr val="FFFFFF"/>
                </a:solidFill>
                <a:latin typeface="Neuromax SemBd"/>
              </a:rPr>
              <a:t>cuando</a:t>
            </a:r>
            <a:r>
              <a:rPr sz="1500" b="0" dirty="0">
                <a:solidFill>
                  <a:srgbClr val="FFFFFF"/>
                </a:solidFill>
                <a:latin typeface="Neuromax SemBd"/>
              </a:rPr>
              <a:t> el </a:t>
            </a:r>
            <a:r>
              <a:rPr sz="1500" b="0" dirty="0" err="1">
                <a:solidFill>
                  <a:srgbClr val="FFFFFF"/>
                </a:solidFill>
                <a:latin typeface="Neuromax SemBd"/>
              </a:rPr>
              <a:t>jugador</a:t>
            </a:r>
            <a:r>
              <a:rPr sz="1500" b="0" dirty="0">
                <a:solidFill>
                  <a:srgbClr val="FFFFFF"/>
                </a:solidFill>
                <a:latin typeface="Neuromax SemBd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Neuromax SemBd"/>
              </a:rPr>
              <a:t>actúa</a:t>
            </a:r>
            <a:r>
              <a:rPr sz="1500" b="0" dirty="0">
                <a:solidFill>
                  <a:srgbClr val="FFFFFF"/>
                </a:solidFill>
                <a:latin typeface="Neuromax SemBd"/>
              </a:rPr>
              <a:t>, decide y </a:t>
            </a:r>
            <a:r>
              <a:rPr sz="1500" b="0" dirty="0" err="1">
                <a:solidFill>
                  <a:srgbClr val="FFFFFF"/>
                </a:solidFill>
                <a:latin typeface="Neuromax SemBd"/>
              </a:rPr>
              <a:t>recibe</a:t>
            </a:r>
            <a:r>
              <a:rPr sz="1500" b="0" dirty="0">
                <a:solidFill>
                  <a:srgbClr val="FFFFFF"/>
                </a:solidFill>
                <a:latin typeface="Neuromax SemBd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Neuromax SemBd"/>
              </a:rPr>
              <a:t>consecuencias</a:t>
            </a:r>
            <a:r>
              <a:rPr sz="1500" b="0" dirty="0">
                <a:solidFill>
                  <a:srgbClr val="FFFFFF"/>
                </a:solidFill>
                <a:latin typeface="Neuromax SemBd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Neuromax SemBd"/>
              </a:rPr>
              <a:t>dentro</a:t>
            </a:r>
            <a:r>
              <a:rPr sz="1500" b="0" dirty="0">
                <a:solidFill>
                  <a:srgbClr val="FFFFFF"/>
                </a:solidFill>
                <a:latin typeface="Neuromax SemBd"/>
              </a:rPr>
              <a:t> </a:t>
            </a:r>
            <a:r>
              <a:rPr lang="es-ES" sz="1500" dirty="0">
                <a:solidFill>
                  <a:srgbClr val="FFFFFF"/>
                </a:solidFill>
                <a:latin typeface="Neuromax SemBd"/>
              </a:rPr>
              <a:t>del juego</a:t>
            </a:r>
            <a:r>
              <a:rPr sz="1500" b="0" dirty="0">
                <a:solidFill>
                  <a:srgbClr val="FFFFFF"/>
                </a:solidFill>
                <a:latin typeface="Neuromax SemBd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2881" y="2724912"/>
            <a:ext cx="4581526" cy="688562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724912"/>
            <a:ext cx="64008" cy="67665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281635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963700"/>
                </a:solidFill>
                <a:latin typeface="Neuromax SemB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73" y="28127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31315"/>
                </a:solidFill>
                <a:latin typeface="Neuromax SemBd"/>
              </a:rPr>
              <a:t>ACCIONES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4479" y="3045381"/>
            <a:ext cx="2325767" cy="2203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4F5361"/>
                </a:solidFill>
                <a:latin typeface="Neuromax"/>
              </a:rPr>
              <a:t>Correr, saltar, disparar o elegir.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475578"/>
            <a:ext cx="4593432" cy="71237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3511296"/>
            <a:ext cx="64008" cy="676656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" y="360273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A81E49"/>
                </a:solidFill>
                <a:latin typeface="Neuromax SemB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73" y="3599115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31315"/>
                </a:solidFill>
                <a:latin typeface="Neuromax SemBd"/>
              </a:rPr>
              <a:t>DECISIONES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831765"/>
            <a:ext cx="3218736" cy="25007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4F5361"/>
                </a:solidFill>
                <a:latin typeface="Neuromax"/>
              </a:rPr>
              <a:t>Por dónde ir, cuándo atacar, qué arriesgar.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297680"/>
            <a:ext cx="4623197" cy="700468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" y="4297680"/>
            <a:ext cx="64008" cy="676656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4389120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31324A"/>
                </a:solidFill>
                <a:latin typeface="Neuromax SemB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073" y="438550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31315"/>
                </a:solidFill>
                <a:latin typeface="Neuromax SemBd"/>
              </a:rPr>
              <a:t>CONSECUENCIAS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4618149"/>
            <a:ext cx="3849767" cy="2619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4F5361"/>
                </a:solidFill>
                <a:latin typeface="Neuromax"/>
              </a:rPr>
              <a:t>El mundo cambia y el jugador ajusta su estrategia.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229" y="5449159"/>
            <a:ext cx="5637540" cy="482457"/>
          </a:xfrm>
          <a:prstGeom prst="rect">
            <a:avLst/>
          </a:prstGeom>
          <a:solidFill>
            <a:srgbClr val="F7F3EA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43585" y="5565856"/>
            <a:ext cx="5945292" cy="32159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1" dirty="0">
                <a:solidFill>
                  <a:srgbClr val="963700"/>
                </a:solidFill>
                <a:latin typeface="Neuromax"/>
              </a:rPr>
              <a:t>MECÁNICA: </a:t>
            </a:r>
            <a:r>
              <a:rPr sz="1400" b="0" dirty="0" err="1">
                <a:solidFill>
                  <a:srgbClr val="131315"/>
                </a:solidFill>
                <a:latin typeface="Neuromax"/>
              </a:rPr>
              <a:t>saltar</a:t>
            </a:r>
            <a:r>
              <a:rPr sz="1400" b="0" dirty="0">
                <a:solidFill>
                  <a:srgbClr val="131315"/>
                </a:solidFill>
                <a:latin typeface="Neuromax"/>
              </a:rPr>
              <a:t>.   </a:t>
            </a:r>
            <a:r>
              <a:rPr sz="1400" b="1" dirty="0">
                <a:solidFill>
                  <a:srgbClr val="31324A"/>
                </a:solidFill>
                <a:latin typeface="Neuromax"/>
              </a:rPr>
              <a:t>GAMEPLAY: </a:t>
            </a:r>
            <a:r>
              <a:rPr sz="1400" b="0" dirty="0" err="1">
                <a:solidFill>
                  <a:srgbClr val="131315"/>
                </a:solidFill>
                <a:latin typeface="Neuromax"/>
              </a:rPr>
              <a:t>calcular</a:t>
            </a:r>
            <a:r>
              <a:rPr sz="1400" b="0" dirty="0">
                <a:solidFill>
                  <a:srgbClr val="131315"/>
                </a:solidFill>
                <a:latin typeface="Neuromax"/>
              </a:rPr>
              <a:t> la </a:t>
            </a:r>
            <a:r>
              <a:rPr sz="1400" b="0" dirty="0" err="1">
                <a:solidFill>
                  <a:srgbClr val="131315"/>
                </a:solidFill>
                <a:latin typeface="Neuromax"/>
              </a:rPr>
              <a:t>distancia</a:t>
            </a:r>
            <a:r>
              <a:rPr sz="1400" b="0" dirty="0">
                <a:solidFill>
                  <a:srgbClr val="131315"/>
                </a:solidFill>
                <a:latin typeface="Neuromax"/>
              </a:rPr>
              <a:t>, el </a:t>
            </a:r>
            <a:r>
              <a:rPr sz="1400" b="0" dirty="0" err="1">
                <a:solidFill>
                  <a:srgbClr val="131315"/>
                </a:solidFill>
                <a:latin typeface="Neuromax"/>
              </a:rPr>
              <a:t>momento</a:t>
            </a:r>
            <a:r>
              <a:rPr sz="1400" b="0" dirty="0">
                <a:solidFill>
                  <a:srgbClr val="131315"/>
                </a:solidFill>
                <a:latin typeface="Neuromax"/>
              </a:rPr>
              <a:t> y el </a:t>
            </a:r>
            <a:r>
              <a:rPr sz="1400" b="0" dirty="0" err="1">
                <a:solidFill>
                  <a:srgbClr val="131315"/>
                </a:solidFill>
                <a:latin typeface="Neuromax"/>
              </a:rPr>
              <a:t>riesgo</a:t>
            </a:r>
            <a:r>
              <a:rPr sz="1400" b="0" dirty="0">
                <a:solidFill>
                  <a:srgbClr val="131315"/>
                </a:solidFill>
                <a:latin typeface="Neuromax"/>
              </a:rPr>
              <a:t>.</a:t>
            </a:r>
            <a:endParaRPr lang="es-ES" sz="1400" b="0">
              <a:solidFill>
                <a:srgbClr val="131315"/>
              </a:solidFill>
              <a:latin typeface="Neuromax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01270" y="4646731"/>
            <a:ext cx="5543549" cy="5267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600" b="0" dirty="0">
                <a:solidFill>
                  <a:srgbClr val="4F5361"/>
                </a:solidFill>
                <a:latin typeface="Neuromax"/>
              </a:rPr>
              <a:t>El </a:t>
            </a:r>
            <a:r>
              <a:rPr sz="1600" b="0" dirty="0" err="1">
                <a:solidFill>
                  <a:srgbClr val="4F5361"/>
                </a:solidFill>
                <a:latin typeface="Neuromax"/>
              </a:rPr>
              <a:t>gameplay</a:t>
            </a:r>
            <a:r>
              <a:rPr sz="1600" b="0" dirty="0">
                <a:solidFill>
                  <a:srgbClr val="4F5361"/>
                </a:solidFill>
                <a:latin typeface="Neuromax"/>
              </a:rPr>
              <a:t> no </a:t>
            </a:r>
            <a:r>
              <a:rPr lang="es-ES" sz="1600" dirty="0">
                <a:solidFill>
                  <a:srgbClr val="4F5361"/>
                </a:solidFill>
                <a:latin typeface="Neuromax"/>
              </a:rPr>
              <a:t>se basa </a:t>
            </a:r>
            <a:r>
              <a:rPr lang="es-ES" sz="1600" dirty="0" err="1">
                <a:solidFill>
                  <a:srgbClr val="4F5361"/>
                </a:solidFill>
                <a:latin typeface="Neuromax"/>
              </a:rPr>
              <a:t>aen</a:t>
            </a:r>
            <a:r>
              <a:rPr lang="es-ES" sz="160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s-ES" sz="1600" dirty="0" err="1">
                <a:solidFill>
                  <a:srgbClr val="4F5361"/>
                </a:solidFill>
                <a:latin typeface="Neuromax"/>
              </a:rPr>
              <a:t>una</a:t>
            </a:r>
            <a:r>
              <a:rPr lang="es-ES" sz="1600" dirty="0">
                <a:solidFill>
                  <a:srgbClr val="4F5361"/>
                </a:solidFill>
                <a:latin typeface="Neuromax"/>
              </a:rPr>
              <a:t> </a:t>
            </a:r>
            <a:r>
              <a:rPr lang="es-ES" sz="1600" dirty="0" err="1">
                <a:solidFill>
                  <a:srgbClr val="4F5361"/>
                </a:solidFill>
                <a:latin typeface="Neuromax"/>
              </a:rPr>
              <a:t>simulacion</a:t>
            </a:r>
            <a:r>
              <a:rPr lang="es-ES" sz="1600" dirty="0">
                <a:solidFill>
                  <a:srgbClr val="4F5361"/>
                </a:solidFill>
                <a:latin typeface="Neuromax"/>
              </a:rPr>
              <a:t> realista. Si no en la </a:t>
            </a:r>
            <a:r>
              <a:rPr lang="es-ES" sz="1600" dirty="0" err="1">
                <a:solidFill>
                  <a:srgbClr val="4F5361"/>
                </a:solidFill>
                <a:latin typeface="Neuromax"/>
              </a:rPr>
              <a:t>reaccion</a:t>
            </a:r>
            <a:r>
              <a:rPr lang="es-ES" sz="1600" dirty="0">
                <a:solidFill>
                  <a:srgbClr val="4F5361"/>
                </a:solidFill>
                <a:latin typeface="Neuromax"/>
              </a:rPr>
              <a:t> del </a:t>
            </a:r>
            <a:r>
              <a:rPr lang="es-ES" sz="1600" dirty="0" err="1">
                <a:solidFill>
                  <a:srgbClr val="4F5361"/>
                </a:solidFill>
                <a:latin typeface="Neuromax"/>
              </a:rPr>
              <a:t>esceneario</a:t>
            </a:r>
            <a:r>
              <a:rPr lang="es-ES" sz="1600" dirty="0">
                <a:solidFill>
                  <a:srgbClr val="4F5361"/>
                </a:solidFill>
                <a:latin typeface="Neuromax"/>
              </a:rPr>
              <a:t> y personajes a las decisiones del jugador.</a:t>
            </a:r>
            <a:endParaRPr lang="es-ES"/>
          </a:p>
        </p:txBody>
      </p:sp>
      <p:sp>
        <p:nvSpPr>
          <p:cNvPr id="31" name="Rectangle 30"/>
          <p:cNvSpPr/>
          <p:nvPr/>
        </p:nvSpPr>
        <p:spPr>
          <a:xfrm>
            <a:off x="6980215" y="5947890"/>
            <a:ext cx="4114800" cy="457200"/>
          </a:xfrm>
          <a:prstGeom prst="rect">
            <a:avLst/>
          </a:prstGeom>
          <a:solidFill>
            <a:srgbClr val="F7F3EA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63096" y="6039330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b="1">
                <a:solidFill>
                  <a:srgbClr val="963700"/>
                </a:solidFill>
                <a:latin typeface="Neuromax"/>
              </a:rPr>
              <a:t>ACCIÓN</a:t>
            </a:r>
            <a:r>
              <a:rPr b="0">
                <a:solidFill>
                  <a:srgbClr val="31324A"/>
                </a:solidFill>
                <a:latin typeface="Neuromax"/>
              </a:rPr>
              <a:t> + </a:t>
            </a:r>
            <a:r>
              <a:rPr b="1">
                <a:solidFill>
                  <a:srgbClr val="A81E49"/>
                </a:solidFill>
                <a:latin typeface="Neuromax"/>
              </a:rPr>
              <a:t>DECISIÓN</a:t>
            </a:r>
            <a:r>
              <a:rPr b="0">
                <a:solidFill>
                  <a:srgbClr val="31324A"/>
                </a:solidFill>
                <a:latin typeface="Neuromax"/>
              </a:rPr>
              <a:t> + </a:t>
            </a:r>
            <a:r>
              <a:rPr b="1">
                <a:solidFill>
                  <a:srgbClr val="31324A"/>
                </a:solidFill>
                <a:latin typeface="Neuromax"/>
              </a:rPr>
              <a:t>CONSECUENCIA</a:t>
            </a:r>
            <a:endParaRPr lang="es-ES" b="1">
              <a:solidFill>
                <a:srgbClr val="31324A"/>
              </a:solidFill>
              <a:latin typeface="Neuromax"/>
            </a:endParaRPr>
          </a:p>
        </p:txBody>
      </p:sp>
      <p:pic>
        <p:nvPicPr>
          <p:cNvPr id="33" name="Elementos multimedia en línea 32" title="Gabe Newell Defines Fun">
            <a:hlinkClick r:id="" action="ppaction://noaction"/>
            <a:extLst>
              <a:ext uri="{FF2B5EF4-FFF2-40B4-BE49-F238E27FC236}">
                <a16:creationId xmlns:a16="http://schemas.microsoft.com/office/drawing/2014/main" id="{6FAA06E0-0904-86DF-06BB-C0E23C24C5E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6081316" y="1269206"/>
            <a:ext cx="5769771" cy="3248026"/>
          </a:xfrm>
          <a:prstGeom prst="rect">
            <a:avLst/>
          </a:prstGeom>
        </p:spPr>
      </p:pic>
      <p:sp>
        <p:nvSpPr>
          <p:cNvPr id="34" name="TextBox 29">
            <a:extLst>
              <a:ext uri="{FF2B5EF4-FFF2-40B4-BE49-F238E27FC236}">
                <a16:creationId xmlns:a16="http://schemas.microsoft.com/office/drawing/2014/main" id="{8B7BDDC7-F955-CA83-52CB-698BC28ED71E}"/>
              </a:ext>
            </a:extLst>
          </p:cNvPr>
          <p:cNvSpPr txBox="1"/>
          <p:nvPr/>
        </p:nvSpPr>
        <p:spPr>
          <a:xfrm>
            <a:off x="7349020" y="943887"/>
            <a:ext cx="3233737" cy="34813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lang="es-ES" sz="1600" dirty="0">
                <a:solidFill>
                  <a:srgbClr val="4F5361"/>
                </a:solidFill>
                <a:latin typeface="Neuromax"/>
              </a:rPr>
              <a:t>Gabe Newell – CEO de </a:t>
            </a:r>
            <a:r>
              <a:rPr lang="es-ES" sz="1600" dirty="0" err="1">
                <a:solidFill>
                  <a:srgbClr val="4F5361"/>
                </a:solidFill>
                <a:latin typeface="Neuromax"/>
              </a:rPr>
              <a:t>Steam</a:t>
            </a:r>
            <a:endParaRPr lang="es-ES" dirty="0" err="1"/>
          </a:p>
        </p:txBody>
      </p:sp>
    </p:spTree>
    <p:extLst>
      <p:ext uri="{BB962C8B-B14F-4D97-AF65-F5344CB8AC3E}">
        <p14:creationId xmlns:p14="http://schemas.microsoft.com/office/powerpoint/2010/main" val="28217703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8.1.5 · GAMEPLAY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207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31315"/>
                </a:solidFill>
                <a:latin typeface="Neuromax SemBd"/>
              </a:rPr>
              <a:t>EL CONTROL ES EL 90% DEL GAMEPLAY</a:t>
            </a:r>
            <a:endParaRPr lang="es-ES" sz="32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160771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4F5361"/>
                </a:solidFill>
                <a:latin typeface="Neuromax"/>
              </a:rPr>
              <a:t>El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jugador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no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juega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con el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código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: </a:t>
            </a:r>
            <a:r>
              <a:rPr sz="1600" b="0" i="0" dirty="0" err="1">
                <a:solidFill>
                  <a:srgbClr val="4F5361"/>
                </a:solidFill>
                <a:latin typeface="Neuromax"/>
              </a:rPr>
              <a:t>juega</a:t>
            </a:r>
            <a:r>
              <a:rPr sz="1600" b="0" i="0" dirty="0">
                <a:solidFill>
                  <a:srgbClr val="4F5361"/>
                </a:solidFill>
                <a:latin typeface="Neuromax"/>
              </a:rPr>
              <a:t> con sus manos.</a:t>
            </a:r>
            <a:endParaRPr lang="es-ES" sz="1600" b="0" i="0">
              <a:solidFill>
                <a:srgbClr val="4F5361"/>
              </a:solidFill>
              <a:latin typeface="Neuromax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7555" y="2097437"/>
            <a:ext cx="347472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B54A0E"/>
                </a:solidFill>
                <a:latin typeface="Neuromax SemBd"/>
              </a:rPr>
              <a:t>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7775" y="2283934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31324A"/>
                </a:solidFill>
                <a:latin typeface="Neuromax SemBd"/>
              </a:rPr>
              <a:t>del </a:t>
            </a:r>
            <a:r>
              <a:rPr sz="1600" b="0" i="0" dirty="0" err="1">
                <a:solidFill>
                  <a:srgbClr val="31324A"/>
                </a:solidFill>
                <a:latin typeface="Neuromax SemBd"/>
              </a:rPr>
              <a:t>gameplay</a:t>
            </a:r>
            <a:endParaRPr lang="es-ES" sz="1600" b="0" i="0" dirty="0" err="1">
              <a:solidFill>
                <a:srgbClr val="31324A"/>
              </a:solidFill>
              <a:latin typeface="Neuromax SemBd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 err="1">
                <a:solidFill>
                  <a:srgbClr val="31324A"/>
                </a:solidFill>
                <a:latin typeface="Neuromax SemBd"/>
              </a:rPr>
              <a:t>depende</a:t>
            </a:r>
            <a:r>
              <a:rPr sz="1600" b="0" i="0" dirty="0">
                <a:solidFill>
                  <a:srgbClr val="31324A"/>
                </a:solidFill>
                <a:latin typeface="Neuromax SemBd"/>
              </a:rPr>
              <a:t> del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775" y="4017419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5361"/>
                </a:solidFill>
                <a:latin typeface="Neuromax"/>
              </a:rPr>
              <a:t>Respuesta, retroalimentación y consistencia.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1828800"/>
            <a:ext cx="25146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66360" y="1828800"/>
            <a:ext cx="64008" cy="91440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67528" y="199339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JUGADOR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70850" y="23817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4F5361"/>
                </a:solidFill>
                <a:latin typeface="Neuromax"/>
              </a:rPr>
              <a:t>decide y </a:t>
            </a:r>
            <a:r>
              <a:rPr sz="1100" b="0" i="0" dirty="0" err="1">
                <a:solidFill>
                  <a:srgbClr val="4F5361"/>
                </a:solidFill>
                <a:latin typeface="Neuromax"/>
              </a:rPr>
              <a:t>actúa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828800"/>
            <a:ext cx="25146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1828800"/>
            <a:ext cx="64008" cy="914400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199339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ACCIÓN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8370" y="23817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4F5361"/>
                </a:solidFill>
                <a:latin typeface="Neuromax"/>
              </a:rPr>
              <a:t>botón</a:t>
            </a:r>
            <a:r>
              <a:rPr sz="1100" b="0" i="0" dirty="0">
                <a:solidFill>
                  <a:srgbClr val="4F5361"/>
                </a:solidFill>
                <a:latin typeface="Neuromax"/>
              </a:rPr>
              <a:t> o </a:t>
            </a:r>
            <a:r>
              <a:rPr sz="1100" b="0" i="0" dirty="0" err="1">
                <a:solidFill>
                  <a:srgbClr val="4F5361"/>
                </a:solidFill>
                <a:latin typeface="Neuromax"/>
              </a:rPr>
              <a:t>movimiento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3703320"/>
            <a:ext cx="25146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83879" y="3703320"/>
            <a:ext cx="64008" cy="91440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85048" y="3867911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JUEGO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8370" y="42563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4F5361"/>
                </a:solidFill>
                <a:latin typeface="Neuromax"/>
              </a:rPr>
              <a:t>procesa</a:t>
            </a:r>
            <a:r>
              <a:rPr sz="1100" b="0" i="0" dirty="0">
                <a:solidFill>
                  <a:srgbClr val="4F5361"/>
                </a:solidFill>
                <a:latin typeface="Neuromax"/>
              </a:rPr>
              <a:t> y </a:t>
            </a:r>
            <a:r>
              <a:rPr sz="1100" b="0" i="0" dirty="0" err="1">
                <a:solidFill>
                  <a:srgbClr val="4F5361"/>
                </a:solidFill>
                <a:latin typeface="Neuromax"/>
              </a:rPr>
              <a:t>responde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66360" y="3703320"/>
            <a:ext cx="25146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166360" y="3703320"/>
            <a:ext cx="64008" cy="91440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67528" y="3867911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RESPUESTA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0850" y="42563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4F5361"/>
                </a:solidFill>
                <a:latin typeface="Neuromax"/>
              </a:rPr>
              <a:t>sonido</a:t>
            </a:r>
            <a:r>
              <a:rPr sz="1100" b="0" i="0" dirty="0">
                <a:solidFill>
                  <a:srgbClr val="4F5361"/>
                </a:solidFill>
                <a:latin typeface="Neuromax"/>
              </a:rPr>
              <a:t>, </a:t>
            </a:r>
            <a:r>
              <a:rPr sz="1100" b="0" i="0" dirty="0" err="1">
                <a:solidFill>
                  <a:srgbClr val="4F5361"/>
                </a:solidFill>
                <a:latin typeface="Neuromax"/>
              </a:rPr>
              <a:t>animación</a:t>
            </a:r>
            <a:r>
              <a:rPr sz="1100" b="0" i="0" dirty="0">
                <a:solidFill>
                  <a:srgbClr val="4F5361"/>
                </a:solidFill>
                <a:latin typeface="Neuromax"/>
              </a:rPr>
              <a:t>, </a:t>
            </a:r>
            <a:r>
              <a:rPr sz="1100" b="0" i="0" dirty="0" err="1">
                <a:solidFill>
                  <a:srgbClr val="4F5361"/>
                </a:solidFill>
                <a:latin typeface="Neuromax"/>
              </a:rPr>
              <a:t>cambio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0" y="2286000"/>
            <a:ext cx="457200" cy="0"/>
          </a:xfrm>
          <a:prstGeom prst="line">
            <a:avLst/>
          </a:prstGeom>
          <a:ln w="25400">
            <a:solidFill>
              <a:srgbClr val="9637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436608" y="2743200"/>
            <a:ext cx="0" cy="914400"/>
          </a:xfrm>
          <a:prstGeom prst="line">
            <a:avLst/>
          </a:prstGeom>
          <a:ln w="25400">
            <a:solidFill>
              <a:srgbClr val="9637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680960" y="4160520"/>
            <a:ext cx="457200" cy="0"/>
          </a:xfrm>
          <a:prstGeom prst="line">
            <a:avLst/>
          </a:prstGeom>
          <a:ln w="25400">
            <a:solidFill>
              <a:srgbClr val="9637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419088" y="2743200"/>
            <a:ext cx="0" cy="914400"/>
          </a:xfrm>
          <a:prstGeom prst="line">
            <a:avLst/>
          </a:prstGeom>
          <a:ln w="25400">
            <a:solidFill>
              <a:srgbClr val="9637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903720" y="301752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4F5361"/>
                </a:solidFill>
                <a:latin typeface="Neuromax SemBd"/>
              </a:rPr>
              <a:t>BUCLE DE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877" y="4703736"/>
            <a:ext cx="4389120" cy="914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219456" indent="-219456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Clr>
                <a:srgbClr val="F08A3C"/>
              </a:buClr>
              <a:buFont typeface="Arial"/>
              <a:buChar char="•"/>
            </a:pPr>
            <a:r>
              <a:rPr sz="1400" b="1" i="0">
                <a:solidFill>
                  <a:srgbClr val="131315"/>
                </a:solidFill>
                <a:latin typeface="Neuromax"/>
              </a:rPr>
              <a:t>Respuesta inmediata:</a:t>
            </a:r>
            <a:r>
              <a:rPr sz="1400" b="0" i="0">
                <a:solidFill>
                  <a:srgbClr val="131315"/>
                </a:solidFill>
                <a:latin typeface="Neuromax"/>
              </a:rPr>
              <a:t> si el salto tarda, se siente pesado.</a:t>
            </a:r>
          </a:p>
          <a:p>
            <a:pPr marL="219456" indent="-219456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Clr>
                <a:srgbClr val="F08A3C"/>
              </a:buClr>
              <a:buFont typeface="Arial"/>
              <a:buChar char="•"/>
            </a:pPr>
            <a:r>
              <a:rPr sz="1400" b="1" i="0">
                <a:solidFill>
                  <a:srgbClr val="131315"/>
                </a:solidFill>
                <a:latin typeface="Neuromax"/>
              </a:rPr>
              <a:t>Retroalimentación clara:</a:t>
            </a:r>
            <a:r>
              <a:rPr sz="1400" b="0" i="0">
                <a:solidFill>
                  <a:srgbClr val="131315"/>
                </a:solidFill>
                <a:latin typeface="Neuromax"/>
              </a:rPr>
              <a:t> sonido, animación, vibración.</a:t>
            </a:r>
          </a:p>
          <a:p>
            <a:pPr marL="219456" indent="-219456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Clr>
                <a:srgbClr val="F08A3C"/>
              </a:buClr>
              <a:buFont typeface="Arial"/>
              <a:buChar char="•"/>
            </a:pPr>
            <a:r>
              <a:rPr sz="1400" b="1" i="0">
                <a:solidFill>
                  <a:srgbClr val="131315"/>
                </a:solidFill>
                <a:latin typeface="Neuromax"/>
              </a:rPr>
              <a:t>Controles consistentes:</a:t>
            </a:r>
            <a:r>
              <a:rPr sz="1400" b="0" i="0">
                <a:solidFill>
                  <a:srgbClr val="131315"/>
                </a:solidFill>
                <a:latin typeface="Neuromax"/>
              </a:rPr>
              <a:t> el mismo botón hace lo mismo.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0123" y="5351875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31324A"/>
                </a:solidFill>
                <a:latin typeface="Neuromax SemBd"/>
              </a:rPr>
              <a:t>Un </a:t>
            </a:r>
            <a:r>
              <a:rPr sz="1600" b="0" i="0" dirty="0" err="1">
                <a:solidFill>
                  <a:srgbClr val="31324A"/>
                </a:solidFill>
                <a:latin typeface="Neuromax SemBd"/>
              </a:rPr>
              <a:t>retraso</a:t>
            </a:r>
            <a:r>
              <a:rPr sz="1600" b="0" i="0" dirty="0">
                <a:solidFill>
                  <a:srgbClr val="31324A"/>
                </a:solidFill>
                <a:latin typeface="Neuromax SemBd"/>
              </a:rPr>
              <a:t> de 100 </a:t>
            </a:r>
            <a:r>
              <a:rPr sz="1600" b="0" i="0" dirty="0" err="1">
                <a:solidFill>
                  <a:srgbClr val="31324A"/>
                </a:solidFill>
                <a:latin typeface="Neuromax SemBd"/>
              </a:rPr>
              <a:t>ms</a:t>
            </a:r>
            <a:r>
              <a:rPr sz="1600" b="0" i="0" dirty="0">
                <a:solidFill>
                  <a:srgbClr val="31324A"/>
                </a:solidFill>
                <a:latin typeface="Neuromax SemBd"/>
              </a:rPr>
              <a:t> </a:t>
            </a:r>
            <a:r>
              <a:rPr sz="1600" b="0" i="0" dirty="0" err="1">
                <a:solidFill>
                  <a:srgbClr val="31324A"/>
                </a:solidFill>
                <a:latin typeface="Neuromax SemBd"/>
              </a:rPr>
              <a:t>ya</a:t>
            </a:r>
            <a:r>
              <a:rPr sz="1600" b="0" i="0" dirty="0">
                <a:solidFill>
                  <a:srgbClr val="31324A"/>
                </a:solidFill>
                <a:latin typeface="Neuromax SemBd"/>
              </a:rPr>
              <a:t> se </a:t>
            </a:r>
            <a:r>
              <a:rPr sz="1600" b="0" i="0" dirty="0" err="1">
                <a:solidFill>
                  <a:srgbClr val="31324A"/>
                </a:solidFill>
                <a:latin typeface="Neuromax SemBd"/>
              </a:rPr>
              <a:t>siente</a:t>
            </a:r>
            <a:r>
              <a:rPr sz="1600" b="0" i="0" dirty="0">
                <a:solidFill>
                  <a:srgbClr val="31324A"/>
                </a:solidFill>
                <a:latin typeface="Neuromax SemBd"/>
              </a:rPr>
              <a:t>. La </a:t>
            </a:r>
            <a:r>
              <a:rPr sz="1600" b="0" i="0" dirty="0" err="1">
                <a:solidFill>
                  <a:srgbClr val="31324A"/>
                </a:solidFill>
                <a:latin typeface="Neuromax SemBd"/>
              </a:rPr>
              <a:t>latencia</a:t>
            </a:r>
            <a:r>
              <a:rPr sz="1600" b="0" i="0" dirty="0">
                <a:solidFill>
                  <a:srgbClr val="31324A"/>
                </a:solidFill>
                <a:latin typeface="Neuromax SemBd"/>
              </a:rPr>
              <a:t> es el </a:t>
            </a:r>
            <a:r>
              <a:rPr sz="1600" b="0" i="0" dirty="0" err="1">
                <a:solidFill>
                  <a:srgbClr val="31324A"/>
                </a:solidFill>
                <a:latin typeface="Neuromax SemBd"/>
              </a:rPr>
              <a:t>enemigo</a:t>
            </a:r>
            <a:r>
              <a:rPr sz="1600" b="0" i="0" dirty="0">
                <a:solidFill>
                  <a:srgbClr val="31324A"/>
                </a:solidFill>
                <a:latin typeface="Neuromax SemBd"/>
              </a:rPr>
              <a:t> del control.</a:t>
            </a:r>
            <a:endParaRPr lang="es-ES" sz="1600" b="0" i="0">
              <a:solidFill>
                <a:srgbClr val="31324A"/>
              </a:solidFill>
              <a:latin typeface="Neuromax SemB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8.1.5 · GAMEPLAY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5674" y="482461"/>
            <a:ext cx="5071563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95000"/>
              </a:lnSpc>
            </a:pPr>
            <a:r>
              <a:rPr lang="es-ES" sz="2900">
                <a:solidFill>
                  <a:srgbClr val="131315"/>
                </a:solidFill>
                <a:latin typeface="Neuromax SemBd"/>
              </a:rPr>
              <a:t>EL CONTROL DEFINE EL JUEGO</a:t>
            </a:r>
            <a:endParaRPr lang="es-ES"/>
          </a:p>
        </p:txBody>
      </p:sp>
      <p:sp>
        <p:nvSpPr>
          <p:cNvPr id="8" name="TextBox 7"/>
          <p:cNvSpPr txBox="1"/>
          <p:nvPr/>
        </p:nvSpPr>
        <p:spPr>
          <a:xfrm>
            <a:off x="11292840" y="5907024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54550"/>
                </a:solidFill>
                <a:latin typeface="Neuromax SemBd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19072"/>
            <a:ext cx="3502152" cy="2377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719072"/>
            <a:ext cx="73152" cy="2377440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1874519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QUAKE / ARENA FPS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46888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8000"/>
              </a:lnSpc>
            </a:pPr>
            <a:r>
              <a:rPr sz="1300" b="0" i="0">
                <a:solidFill>
                  <a:srgbClr val="4F5361"/>
                </a:solidFill>
                <a:latin typeface="Neuromax"/>
              </a:rPr>
              <a:t>Rápido y preciso. Mouse + teclado. </a:t>
            </a:r>
            <a:endParaRPr lang="es-ES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4F5361"/>
                </a:solidFill>
                <a:latin typeface="Neuromax"/>
              </a:rPr>
              <a:t>La 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cámara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 no 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perdona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.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309067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63700"/>
                </a:solidFill>
                <a:latin typeface="Neuromax"/>
              </a:rPr>
              <a:t>La velocidad es parte del reto.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538728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" y="35387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 SemBd"/>
              </a:rPr>
              <a:t>VELOCIDAD</a:t>
            </a:r>
          </a:p>
        </p:txBody>
      </p:sp>
      <p:pic>
        <p:nvPicPr>
          <p:cNvPr id="33" name="Elementos multimedia en línea 32" title="Quake Nightmare 100% Speedrun in 57:16[Former World Record]">
            <a:hlinkClick r:id="" action="ppaction://noaction"/>
            <a:extLst>
              <a:ext uri="{FF2B5EF4-FFF2-40B4-BE49-F238E27FC236}">
                <a16:creationId xmlns:a16="http://schemas.microsoft.com/office/drawing/2014/main" id="{25BEA91C-7F52-7605-8911-A9BAF769962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4296823" y="1129684"/>
            <a:ext cx="7661476" cy="438408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74954-89B6-63CB-A882-F5C1E5C24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DEB435-057D-EB88-DBE5-C1BD5D66C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A3D2C96-40E5-FF2A-CE52-D47FE35B345B}"/>
              </a:ext>
            </a:extLst>
          </p:cNvPr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AF035A-DE57-87A7-9B78-763304DF9DA5}"/>
              </a:ext>
            </a:extLst>
          </p:cNvPr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8.1.5 · GAMEPLAY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D5B3DE-A64E-486F-E42D-B730750774DC}"/>
              </a:ext>
            </a:extLst>
          </p:cNvPr>
          <p:cNvSpPr txBox="1"/>
          <p:nvPr/>
        </p:nvSpPr>
        <p:spPr>
          <a:xfrm>
            <a:off x="605674" y="482461"/>
            <a:ext cx="5071563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95000"/>
              </a:lnSpc>
            </a:pPr>
            <a:r>
              <a:rPr lang="es-ES" sz="2900">
                <a:solidFill>
                  <a:srgbClr val="131315"/>
                </a:solidFill>
                <a:latin typeface="Neuromax SemBd"/>
              </a:rPr>
              <a:t>EL CONTROL DEFINE EL JUEGO</a:t>
            </a:r>
            <a:endParaRPr lang="es-E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1ED09A-12D4-5E1B-DDA6-D595A6665D2F}"/>
              </a:ext>
            </a:extLst>
          </p:cNvPr>
          <p:cNvSpPr txBox="1"/>
          <p:nvPr/>
        </p:nvSpPr>
        <p:spPr>
          <a:xfrm>
            <a:off x="11292840" y="5907024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54550"/>
                </a:solidFill>
                <a:latin typeface="Neuromax SemBd"/>
              </a:rPr>
              <a:t>23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8C3AB8-AB04-4163-59E6-9D49B8F9225F}"/>
              </a:ext>
            </a:extLst>
          </p:cNvPr>
          <p:cNvSpPr/>
          <p:nvPr/>
        </p:nvSpPr>
        <p:spPr>
          <a:xfrm>
            <a:off x="466817" y="1748664"/>
            <a:ext cx="3502152" cy="2377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EC249C-BCBC-8F66-001E-82C86EA155A5}"/>
              </a:ext>
            </a:extLst>
          </p:cNvPr>
          <p:cNvSpPr/>
          <p:nvPr/>
        </p:nvSpPr>
        <p:spPr>
          <a:xfrm>
            <a:off x="466817" y="1748664"/>
            <a:ext cx="73152" cy="2377440"/>
          </a:xfrm>
          <a:prstGeom prst="rect">
            <a:avLst/>
          </a:prstGeom>
          <a:solidFill>
            <a:srgbClr val="E246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6653D3-5D83-949B-B341-408B91B35205}"/>
              </a:ext>
            </a:extLst>
          </p:cNvPr>
          <p:cNvSpPr txBox="1"/>
          <p:nvPr/>
        </p:nvSpPr>
        <p:spPr>
          <a:xfrm>
            <a:off x="686273" y="1904111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RESIDENT EVIL (TANQUE)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CB7285-B83F-3241-4486-3DDFE8CFF842}"/>
              </a:ext>
            </a:extLst>
          </p:cNvPr>
          <p:cNvSpPr txBox="1"/>
          <p:nvPr/>
        </p:nvSpPr>
        <p:spPr>
          <a:xfrm>
            <a:off x="686273" y="2498472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8000"/>
              </a:lnSpc>
            </a:pPr>
            <a:r>
              <a:rPr sz="1300" b="0" i="0" dirty="0" err="1">
                <a:solidFill>
                  <a:srgbClr val="4F5361"/>
                </a:solidFill>
                <a:latin typeface="Neuromax"/>
              </a:rPr>
              <a:t>Girar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 y 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avanzar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. Lento y tenso. </a:t>
            </a:r>
            <a:endParaRPr lang="es-ES"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4F5361"/>
                </a:solidFill>
                <a:latin typeface="Neuromax"/>
              </a:rPr>
              <a:t>El control también es 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dificultad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.</a:t>
            </a: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F97AA6-934C-E82E-1C5B-2F5041BBB310}"/>
              </a:ext>
            </a:extLst>
          </p:cNvPr>
          <p:cNvSpPr txBox="1"/>
          <p:nvPr/>
        </p:nvSpPr>
        <p:spPr>
          <a:xfrm>
            <a:off x="686273" y="3120264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1E49"/>
                </a:solidFill>
                <a:latin typeface="Neuromax"/>
              </a:rPr>
              <a:t>La lentitud aumenta la tensión.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C511423-E093-24C5-B8BF-1310EE4FFF96}"/>
              </a:ext>
            </a:extLst>
          </p:cNvPr>
          <p:cNvSpPr/>
          <p:nvPr/>
        </p:nvSpPr>
        <p:spPr>
          <a:xfrm>
            <a:off x="686273" y="356832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E246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642B1D-73B4-50BE-7438-E760A4F67E16}"/>
              </a:ext>
            </a:extLst>
          </p:cNvPr>
          <p:cNvSpPr txBox="1"/>
          <p:nvPr/>
        </p:nvSpPr>
        <p:spPr>
          <a:xfrm>
            <a:off x="686273" y="35683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1315"/>
                </a:solidFill>
                <a:latin typeface="Neuromax SemBd"/>
              </a:rPr>
              <a:t>TENSIÓN</a:t>
            </a:r>
          </a:p>
        </p:txBody>
      </p:sp>
      <p:pic>
        <p:nvPicPr>
          <p:cNvPr id="6" name="Elementos multimedia en línea 5" title="Resident Evil 2: Leon S. Kennedy A - Completo [PS1] [Español]">
            <a:hlinkClick r:id="" action="ppaction://noaction"/>
            <a:extLst>
              <a:ext uri="{FF2B5EF4-FFF2-40B4-BE49-F238E27FC236}">
                <a16:creationId xmlns:a16="http://schemas.microsoft.com/office/drawing/2014/main" id="{DB984F67-5334-7CEA-B035-ED410177449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4458070" y="1063101"/>
            <a:ext cx="7004482" cy="529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375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81797-8FA4-9345-A68E-3DC545F83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F97FA5-E0F8-0035-F61C-A57D9924A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ED1B7B9-F234-9394-D678-6B551281CABE}"/>
              </a:ext>
            </a:extLst>
          </p:cNvPr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49D7F6-5A97-1014-4599-2072E20FB592}"/>
              </a:ext>
            </a:extLst>
          </p:cNvPr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8.1.5 · GAMEPLAY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FBF782-FA51-96A5-F7DB-A0C989C01576}"/>
              </a:ext>
            </a:extLst>
          </p:cNvPr>
          <p:cNvSpPr txBox="1"/>
          <p:nvPr/>
        </p:nvSpPr>
        <p:spPr>
          <a:xfrm>
            <a:off x="605674" y="482461"/>
            <a:ext cx="5071563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95000"/>
              </a:lnSpc>
            </a:pPr>
            <a:r>
              <a:rPr lang="es-ES" sz="2900">
                <a:solidFill>
                  <a:srgbClr val="131315"/>
                </a:solidFill>
                <a:latin typeface="Neuromax SemBd"/>
              </a:rPr>
              <a:t>EL CONTROL DEFINE EL JUEGO</a:t>
            </a:r>
            <a:endParaRPr lang="es-E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F9075B-72D1-8A55-BBE8-B91599DAF661}"/>
              </a:ext>
            </a:extLst>
          </p:cNvPr>
          <p:cNvSpPr/>
          <p:nvPr/>
        </p:nvSpPr>
        <p:spPr>
          <a:xfrm>
            <a:off x="425890" y="1807849"/>
            <a:ext cx="3502152" cy="2377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51245B-9870-CCD7-D7E4-E8820C71FEC1}"/>
              </a:ext>
            </a:extLst>
          </p:cNvPr>
          <p:cNvSpPr/>
          <p:nvPr/>
        </p:nvSpPr>
        <p:spPr>
          <a:xfrm>
            <a:off x="425890" y="1807849"/>
            <a:ext cx="73152" cy="2377440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F6BCCB-B9CF-BC4F-3DAD-845C73468C47}"/>
              </a:ext>
            </a:extLst>
          </p:cNvPr>
          <p:cNvSpPr txBox="1"/>
          <p:nvPr/>
        </p:nvSpPr>
        <p:spPr>
          <a:xfrm>
            <a:off x="645346" y="1963296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lang="es-ES">
                <a:solidFill>
                  <a:srgbClr val="131315"/>
                </a:solidFill>
                <a:latin typeface="Neuromax SemBd"/>
              </a:rPr>
              <a:t>KENSHI</a:t>
            </a:r>
            <a:endParaRPr lang="es-E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273CB5-E937-7CDF-0DF6-A5C5AEE872FC}"/>
              </a:ext>
            </a:extLst>
          </p:cNvPr>
          <p:cNvSpPr txBox="1"/>
          <p:nvPr/>
        </p:nvSpPr>
        <p:spPr>
          <a:xfrm>
            <a:off x="645346" y="2557657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8000"/>
              </a:lnSpc>
            </a:pPr>
            <a:r>
              <a:rPr sz="1300" b="0" i="0" dirty="0">
                <a:solidFill>
                  <a:srgbClr val="4F5361"/>
                </a:solidFill>
                <a:latin typeface="Neuromax"/>
              </a:rPr>
              <a:t>Muchos 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sistemas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, 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menús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 e 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inventario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. </a:t>
            </a:r>
            <a:br>
              <a:rPr lang="en-US" dirty="0"/>
            </a:br>
            <a:r>
              <a:rPr sz="1300" b="0" i="0" dirty="0">
                <a:solidFill>
                  <a:srgbClr val="4F5361"/>
                </a:solidFill>
                <a:latin typeface="Neuromax"/>
              </a:rPr>
              <a:t>La 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interfaz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 es 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parte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 del </a:t>
            </a:r>
            <a:r>
              <a:rPr sz="1300" b="0" i="0" dirty="0" err="1">
                <a:solidFill>
                  <a:srgbClr val="4F5361"/>
                </a:solidFill>
                <a:latin typeface="Neuromax"/>
              </a:rPr>
              <a:t>reto</a:t>
            </a:r>
            <a:r>
              <a:rPr sz="1300" b="0" i="0" dirty="0">
                <a:solidFill>
                  <a:srgbClr val="4F5361"/>
                </a:solidFill>
                <a:latin typeface="Neuromax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3014AA-1E87-8535-C6B2-2F506F7013F1}"/>
              </a:ext>
            </a:extLst>
          </p:cNvPr>
          <p:cNvSpPr txBox="1"/>
          <p:nvPr/>
        </p:nvSpPr>
        <p:spPr>
          <a:xfrm>
            <a:off x="645346" y="3179449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s-ES" sz="1300" dirty="0">
                <a:solidFill>
                  <a:srgbClr val="131315"/>
                </a:solidFill>
                <a:latin typeface="Neuromax"/>
              </a:rPr>
              <a:t>Just Good </a:t>
            </a:r>
            <a:r>
              <a:rPr lang="es-ES" sz="1300" dirty="0" err="1">
                <a:solidFill>
                  <a:srgbClr val="131315"/>
                </a:solidFill>
                <a:latin typeface="Neuromax"/>
              </a:rPr>
              <a:t>Enough</a:t>
            </a:r>
            <a:r>
              <a:rPr lang="es-ES" sz="1300" dirty="0">
                <a:solidFill>
                  <a:srgbClr val="131315"/>
                </a:solidFill>
                <a:latin typeface="Neuromax"/>
              </a:rPr>
              <a:t> GUI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D5296A1-E3A0-710F-D814-7B667A760B65}"/>
              </a:ext>
            </a:extLst>
          </p:cNvPr>
          <p:cNvSpPr/>
          <p:nvPr/>
        </p:nvSpPr>
        <p:spPr>
          <a:xfrm>
            <a:off x="645346" y="3627505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3132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A33CD9-16A2-884C-B49C-169FAD278A96}"/>
              </a:ext>
            </a:extLst>
          </p:cNvPr>
          <p:cNvSpPr txBox="1"/>
          <p:nvPr/>
        </p:nvSpPr>
        <p:spPr>
          <a:xfrm>
            <a:off x="645346" y="3627505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1400">
                <a:solidFill>
                  <a:srgbClr val="FFFFFF"/>
                </a:solidFill>
                <a:latin typeface="Neuromax SemBd"/>
              </a:rPr>
              <a:t>GUI</a:t>
            </a:r>
            <a:endParaRPr lang="es-ES"/>
          </a:p>
        </p:txBody>
      </p:sp>
      <p:pic>
        <p:nvPicPr>
          <p:cNvPr id="6" name="Elementos multimedia en línea 5" title="EL JUEGO DEFINITIVO RUSO: KENSHI">
            <a:hlinkClick r:id="" action="ppaction://noaction"/>
            <a:extLst>
              <a:ext uri="{FF2B5EF4-FFF2-40B4-BE49-F238E27FC236}">
                <a16:creationId xmlns:a16="http://schemas.microsoft.com/office/drawing/2014/main" id="{6F545605-41D2-88A1-C3D2-E325EAAB1D4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4044035" y="969935"/>
            <a:ext cx="7928433" cy="4453181"/>
          </a:xfrm>
          <a:prstGeom prst="rect">
            <a:avLst/>
          </a:prstGeom>
        </p:spPr>
      </p:pic>
      <p:sp>
        <p:nvSpPr>
          <p:cNvPr id="34" name="TextBox 11">
            <a:extLst>
              <a:ext uri="{FF2B5EF4-FFF2-40B4-BE49-F238E27FC236}">
                <a16:creationId xmlns:a16="http://schemas.microsoft.com/office/drawing/2014/main" id="{7B8CFD4B-13F8-3A18-CA25-F34745BB1F51}"/>
              </a:ext>
            </a:extLst>
          </p:cNvPr>
          <p:cNvSpPr txBox="1"/>
          <p:nvPr/>
        </p:nvSpPr>
        <p:spPr>
          <a:xfrm>
            <a:off x="3837435" y="5759285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s-ES" dirty="0">
                <a:solidFill>
                  <a:srgbClr val="31324A"/>
                </a:solidFill>
                <a:latin typeface="Neuromax SemBd"/>
              </a:rPr>
              <a:t>"La interfaz es mas fea que darle una patada en la boca a tu vieja"  El </a:t>
            </a:r>
            <a:r>
              <a:rPr lang="es-ES" dirty="0" err="1">
                <a:solidFill>
                  <a:srgbClr val="31324A"/>
                </a:solidFill>
                <a:latin typeface="Neuromax SemBd"/>
              </a:rPr>
              <a:t>Juja</a:t>
            </a:r>
            <a:r>
              <a:rPr lang="es-ES" dirty="0">
                <a:solidFill>
                  <a:srgbClr val="31324A"/>
                </a:solidFill>
                <a:latin typeface="Neuromax SemBd"/>
              </a:rPr>
              <a:t> 2020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117453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842" y="579327"/>
            <a:ext cx="5814191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131315"/>
                </a:solidFill>
                <a:latin typeface="Neuromax SemBd"/>
              </a:rPr>
              <a:t>IDEAS PARA LLEVARTE</a:t>
            </a:r>
            <a:endParaRPr lang="es-ES" sz="34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5413248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874519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63700"/>
                </a:solidFill>
                <a:latin typeface="Neuromax SemB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186537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HISTORIA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2297882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Del osciloscopio a la VR: cada tecnología cambia la forma de jugar.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1737360"/>
            <a:ext cx="5413248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91656" y="1874519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63700"/>
                </a:solidFill>
                <a:latin typeface="Neuromax SemB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8856" y="186537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JUEGO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8856" y="2297882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Reglas + objetivo + reto + decisiones.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999232"/>
            <a:ext cx="5413248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3136391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63700"/>
                </a:solidFill>
                <a:latin typeface="Neuromax SemBd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2999232"/>
            <a:ext cx="5413248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91656" y="3136391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63700"/>
                </a:solidFill>
                <a:latin typeface="Neuromax SemB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6144" y="3127248"/>
            <a:ext cx="204500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GAME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6144" y="3559754"/>
            <a:ext cx="4468162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Leer, actualizar y dibujar. Otra vez.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27" y="3123425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131315"/>
                </a:solidFill>
                <a:latin typeface="Neuromax SemBd"/>
              </a:rPr>
              <a:t>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27" y="3555931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5361"/>
                </a:solidFill>
                <a:latin typeface="Neuromax"/>
              </a:rPr>
              <a:t>La interfaz es el 90% del gameplay.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453" y="4371680"/>
            <a:ext cx="4865792" cy="1112076"/>
          </a:xfrm>
          <a:prstGeom prst="rect">
            <a:avLst/>
          </a:prstGeom>
          <a:solidFill>
            <a:srgbClr val="F08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9641" y="4386476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131315"/>
                </a:solidFill>
                <a:latin typeface="Neuromax SemBd"/>
              </a:rPr>
              <a:t>Antes de </a:t>
            </a:r>
            <a:r>
              <a:rPr sz="1600" b="0" i="0" dirty="0" err="1">
                <a:solidFill>
                  <a:srgbClr val="131315"/>
                </a:solidFill>
                <a:latin typeface="Neuromax SemBd"/>
              </a:rPr>
              <a:t>programar</a:t>
            </a:r>
            <a:r>
              <a:rPr sz="1600" b="0" i="0" dirty="0">
                <a:solidFill>
                  <a:srgbClr val="131315"/>
                </a:solidFill>
                <a:latin typeface="Neuromax SemBd"/>
              </a:rPr>
              <a:t>, </a:t>
            </a:r>
            <a:r>
              <a:rPr sz="1600" b="0" i="0" dirty="0" err="1">
                <a:solidFill>
                  <a:srgbClr val="131315"/>
                </a:solidFill>
                <a:latin typeface="Neuromax SemBd"/>
              </a:rPr>
              <a:t>dibuja</a:t>
            </a:r>
            <a:r>
              <a:rPr sz="1600" b="0" i="0" dirty="0">
                <a:solidFill>
                  <a:srgbClr val="131315"/>
                </a:solidFill>
                <a:latin typeface="Neuromax SemBd"/>
              </a:rPr>
              <a:t> el </a:t>
            </a:r>
            <a:r>
              <a:rPr sz="1600" b="0" i="0" dirty="0" err="1">
                <a:solidFill>
                  <a:srgbClr val="131315"/>
                </a:solidFill>
                <a:latin typeface="Neuromax SemBd"/>
              </a:rPr>
              <a:t>bucle</a:t>
            </a:r>
            <a:r>
              <a:rPr sz="1600" b="0" i="0" dirty="0">
                <a:solidFill>
                  <a:srgbClr val="131315"/>
                </a:solidFill>
                <a:latin typeface="Neuromax SemBd"/>
              </a:rPr>
              <a:t> y las </a:t>
            </a:r>
            <a:r>
              <a:rPr sz="1600" b="0" i="0" dirty="0" err="1">
                <a:solidFill>
                  <a:srgbClr val="131315"/>
                </a:solidFill>
                <a:latin typeface="Neuromax SemBd"/>
              </a:rPr>
              <a:t>reglas</a:t>
            </a:r>
            <a:r>
              <a:rPr sz="1600" b="0" i="0" dirty="0">
                <a:solidFill>
                  <a:srgbClr val="131315"/>
                </a:solidFill>
                <a:latin typeface="Neuromax SemBd"/>
              </a:rPr>
              <a:t> </a:t>
            </a:r>
            <a:r>
              <a:rPr sz="1600" b="0" i="0" dirty="0" err="1">
                <a:solidFill>
                  <a:srgbClr val="131315"/>
                </a:solidFill>
                <a:latin typeface="Neuromax SemBd"/>
              </a:rPr>
              <a:t>en</a:t>
            </a:r>
            <a:r>
              <a:rPr sz="1600" b="0" i="0" dirty="0">
                <a:solidFill>
                  <a:srgbClr val="131315"/>
                </a:solidFill>
                <a:latin typeface="Neuromax SemBd"/>
              </a:rPr>
              <a:t> </a:t>
            </a:r>
            <a:r>
              <a:rPr sz="1600" b="0" i="0" dirty="0" err="1">
                <a:solidFill>
                  <a:srgbClr val="131315"/>
                </a:solidFill>
                <a:latin typeface="Neuromax SemBd"/>
              </a:rPr>
              <a:t>papel</a:t>
            </a:r>
            <a:r>
              <a:rPr sz="1600" b="0" i="0" dirty="0">
                <a:solidFill>
                  <a:srgbClr val="131315"/>
                </a:solidFill>
                <a:latin typeface="Neuromax SemBd"/>
              </a:rPr>
              <a:t>.</a:t>
            </a:r>
            <a:endParaRPr lang="es-ES" sz="1600" b="0" i="0" dirty="0">
              <a:solidFill>
                <a:srgbClr val="131315"/>
              </a:solidFill>
              <a:latin typeface="Neuromax SemBd"/>
            </a:endParaRPr>
          </a:p>
        </p:txBody>
      </p:sp>
      <p:pic>
        <p:nvPicPr>
          <p:cNvPr id="32" name="Picture 5">
            <a:extLst>
              <a:ext uri="{FF2B5EF4-FFF2-40B4-BE49-F238E27FC236}">
                <a16:creationId xmlns:a16="http://schemas.microsoft.com/office/drawing/2014/main" id="{D70D2ABB-4447-A013-8C73-F29BDA178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315" y="5172508"/>
            <a:ext cx="1600200" cy="848504"/>
          </a:xfrm>
          <a:prstGeom prst="rect">
            <a:avLst/>
          </a:prstGeom>
        </p:spPr>
      </p:pic>
      <p:pic>
        <p:nvPicPr>
          <p:cNvPr id="34" name="Picture 6" descr="Icono&#10;&#10;El contenido generado por IA puede ser incorrecto.">
            <a:extLst>
              <a:ext uri="{FF2B5EF4-FFF2-40B4-BE49-F238E27FC236}">
                <a16:creationId xmlns:a16="http://schemas.microsoft.com/office/drawing/2014/main" id="{248D10D5-B365-0F46-8207-10F60177F2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0614" y="4357865"/>
            <a:ext cx="685800" cy="652919"/>
          </a:xfrm>
          <a:prstGeom prst="rect">
            <a:avLst/>
          </a:prstGeom>
        </p:spPr>
      </p:pic>
      <p:sp>
        <p:nvSpPr>
          <p:cNvPr id="36" name="Rectangle 29">
            <a:extLst>
              <a:ext uri="{FF2B5EF4-FFF2-40B4-BE49-F238E27FC236}">
                <a16:creationId xmlns:a16="http://schemas.microsoft.com/office/drawing/2014/main" id="{DA648046-F69A-C662-57AA-0BB0856541FC}"/>
              </a:ext>
            </a:extLst>
          </p:cNvPr>
          <p:cNvSpPr/>
          <p:nvPr/>
        </p:nvSpPr>
        <p:spPr>
          <a:xfrm>
            <a:off x="5693782" y="4427442"/>
            <a:ext cx="3679232" cy="1426285"/>
          </a:xfrm>
          <a:prstGeom prst="rect">
            <a:avLst/>
          </a:prstGeom>
          <a:solidFill>
            <a:srgbClr val="3132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0">
            <a:extLst>
              <a:ext uri="{FF2B5EF4-FFF2-40B4-BE49-F238E27FC236}">
                <a16:creationId xmlns:a16="http://schemas.microsoft.com/office/drawing/2014/main" id="{3CE3CA98-03D6-DACB-1496-83C55F9B82CB}"/>
              </a:ext>
            </a:extLst>
          </p:cNvPr>
          <p:cNvSpPr txBox="1"/>
          <p:nvPr/>
        </p:nvSpPr>
        <p:spPr>
          <a:xfrm>
            <a:off x="6012905" y="4583304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08A3C"/>
                </a:solidFill>
                <a:latin typeface="Neuromax SemBd"/>
              </a:rPr>
              <a:t>ACTIVIDAD · 5 MINUTOS</a:t>
            </a:r>
          </a:p>
        </p:txBody>
      </p:sp>
      <p:sp>
        <p:nvSpPr>
          <p:cNvPr id="40" name="TextBox 31">
            <a:extLst>
              <a:ext uri="{FF2B5EF4-FFF2-40B4-BE49-F238E27FC236}">
                <a16:creationId xmlns:a16="http://schemas.microsoft.com/office/drawing/2014/main" id="{CAD549C8-C4A5-591D-7467-19466809F6DB}"/>
              </a:ext>
            </a:extLst>
          </p:cNvPr>
          <p:cNvSpPr txBox="1"/>
          <p:nvPr/>
        </p:nvSpPr>
        <p:spPr>
          <a:xfrm>
            <a:off x="6009519" y="4840194"/>
            <a:ext cx="2963533" cy="78278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FFFFFF"/>
                </a:solidFill>
                <a:latin typeface="Neuromax"/>
              </a:rPr>
              <a:t>Elige un juego </a:t>
            </a:r>
            <a:r>
              <a:rPr sz="1600" b="0" i="0" dirty="0" err="1">
                <a:solidFill>
                  <a:srgbClr val="FFFFFF"/>
                </a:solidFill>
                <a:latin typeface="Neuromax"/>
              </a:rPr>
              <a:t>que</a:t>
            </a:r>
            <a:r>
              <a:rPr sz="1600" b="0" i="0" dirty="0">
                <a:solidFill>
                  <a:srgbClr val="FFFFFF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Neuromax"/>
              </a:rPr>
              <a:t>conozcas</a:t>
            </a:r>
            <a:r>
              <a:rPr sz="1600" b="0" i="0" dirty="0">
                <a:solidFill>
                  <a:srgbClr val="FFFFFF"/>
                </a:solidFill>
                <a:latin typeface="Neuromax"/>
              </a:rPr>
              <a:t>. Escribe </a:t>
            </a:r>
            <a:r>
              <a:rPr sz="1600" b="0" i="0" dirty="0" err="1">
                <a:solidFill>
                  <a:srgbClr val="FFFFFF"/>
                </a:solidFill>
                <a:latin typeface="Neuromax"/>
              </a:rPr>
              <a:t>una</a:t>
            </a:r>
            <a:r>
              <a:rPr sz="1600" b="0" i="0" dirty="0">
                <a:solidFill>
                  <a:srgbClr val="FFFFFF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Neuromax"/>
              </a:rPr>
              <a:t>acción</a:t>
            </a:r>
            <a:r>
              <a:rPr sz="1600" b="0" i="0" dirty="0">
                <a:solidFill>
                  <a:srgbClr val="FFFFFF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Neuromax"/>
              </a:rPr>
              <a:t>que</a:t>
            </a:r>
            <a:r>
              <a:rPr sz="1600" b="0" i="0" dirty="0">
                <a:solidFill>
                  <a:srgbClr val="FFFFFF"/>
                </a:solidFill>
                <a:latin typeface="Neuromax"/>
              </a:rPr>
              <a:t> se </a:t>
            </a:r>
            <a:r>
              <a:rPr sz="1600" b="0" i="0" dirty="0" err="1">
                <a:solidFill>
                  <a:srgbClr val="FFFFFF"/>
                </a:solidFill>
                <a:latin typeface="Neuromax"/>
              </a:rPr>
              <a:t>sienta</a:t>
            </a:r>
            <a:r>
              <a:rPr sz="1600" b="0" i="0" dirty="0">
                <a:solidFill>
                  <a:srgbClr val="FFFFFF"/>
                </a:solidFill>
                <a:latin typeface="Neuromax"/>
              </a:rPr>
              <a:t> bien y </a:t>
            </a:r>
            <a:r>
              <a:rPr sz="1600" b="0" i="0" dirty="0" err="1">
                <a:solidFill>
                  <a:srgbClr val="FFFFFF"/>
                </a:solidFill>
                <a:latin typeface="Neuromax"/>
              </a:rPr>
              <a:t>otra</a:t>
            </a:r>
            <a:r>
              <a:rPr sz="1600" b="0" i="0" dirty="0">
                <a:solidFill>
                  <a:srgbClr val="FFFFFF"/>
                </a:solidFill>
                <a:latin typeface="Neuromax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Neuromax"/>
              </a:rPr>
              <a:t>que</a:t>
            </a:r>
            <a:r>
              <a:rPr sz="1600" b="0" i="0" dirty="0">
                <a:solidFill>
                  <a:srgbClr val="FFFFFF"/>
                </a:solidFill>
                <a:latin typeface="Neuromax"/>
              </a:rPr>
              <a:t> se </a:t>
            </a:r>
            <a:r>
              <a:rPr sz="1600" b="0" i="0" dirty="0" err="1">
                <a:solidFill>
                  <a:srgbClr val="FFFFFF"/>
                </a:solidFill>
                <a:latin typeface="Neuromax"/>
              </a:rPr>
              <a:t>sienta</a:t>
            </a:r>
            <a:r>
              <a:rPr sz="1600" b="0" i="0" dirty="0">
                <a:solidFill>
                  <a:srgbClr val="FFFFFF"/>
                </a:solidFill>
                <a:latin typeface="Neuromax"/>
              </a:rPr>
              <a:t> mal. ¿Por </a:t>
            </a:r>
            <a:r>
              <a:rPr sz="1600" b="0" i="0" dirty="0" err="1">
                <a:solidFill>
                  <a:srgbClr val="FFFFFF"/>
                </a:solidFill>
                <a:latin typeface="Neuromax"/>
              </a:rPr>
              <a:t>qué</a:t>
            </a:r>
            <a:r>
              <a:rPr sz="1600" b="0" i="0" dirty="0">
                <a:solidFill>
                  <a:srgbClr val="FFFFFF"/>
                </a:solidFill>
                <a:latin typeface="Neuromax"/>
              </a:rPr>
              <a:t>?</a:t>
            </a:r>
            <a:endParaRPr lang="es-ES" sz="1600" b="0" i="0">
              <a:solidFill>
                <a:srgbClr val="FFFFFF"/>
              </a:solidFill>
              <a:latin typeface="Neuromax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88036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10">
                <a:solidFill>
                  <a:srgbClr val="963700"/>
                </a:solidFill>
                <a:latin typeface="Neuromax SemBd"/>
              </a:rPr>
              <a:t>CRÉDITOS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207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131315"/>
                </a:solidFill>
                <a:latin typeface="Neuromax SemBd"/>
              </a:rPr>
              <a:t>CRÉDITOS DE LAS IMÁGENES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F5361"/>
                </a:solidFill>
                <a:latin typeface="Neuromax"/>
              </a:rPr>
              <a:t>Material educativo. Las imágenes externas son de dominio público, Creative Commons o software libre.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5907024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54550"/>
                </a:solidFill>
                <a:latin typeface="Neuromax SemBd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5303520" cy="20116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219456" indent="-219456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963700"/>
              </a:buClr>
              <a:buFont typeface="Arial"/>
              <a:buChar char="•"/>
            </a:pPr>
            <a:r>
              <a:rPr sz="1000" b="0" i="0">
                <a:solidFill>
                  <a:srgbClr val="131315"/>
                </a:solidFill>
                <a:latin typeface="Neuromax"/>
              </a:rPr>
              <a:t>Tennis for Two (1958). Brookhaven National Laboratory. Dominio público.</a:t>
            </a:r>
          </a:p>
          <a:p>
            <a:pPr marL="219456" indent="-219456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963700"/>
              </a:buClr>
              <a:buFont typeface="Arial"/>
              <a:buChar char="•"/>
            </a:pPr>
            <a:r>
              <a:rPr sz="1000" b="0" i="0">
                <a:solidFill>
                  <a:srgbClr val="131315"/>
                </a:solidFill>
                <a:latin typeface="Neuromax"/>
              </a:rPr>
              <a:t>Spacewar! (1962). Autores del MIT. Dominio público.</a:t>
            </a:r>
          </a:p>
          <a:p>
            <a:pPr marL="219456" indent="-219456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963700"/>
              </a:buClr>
              <a:buFont typeface="Arial"/>
              <a:buChar char="•"/>
            </a:pPr>
            <a:r>
              <a:rPr sz="1000" b="0" i="0">
                <a:solidFill>
                  <a:srgbClr val="131315"/>
                </a:solidFill>
                <a:latin typeface="Neuromax"/>
              </a:rPr>
              <a:t>Pong. Four Arcade Games (Flickr). CC BY 2.0.</a:t>
            </a:r>
          </a:p>
          <a:p>
            <a:pPr marL="219456" indent="-219456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963700"/>
              </a:buClr>
              <a:buFont typeface="Arial"/>
              <a:buChar char="•"/>
            </a:pPr>
            <a:r>
              <a:rPr sz="1000" b="0" i="0">
                <a:solidFill>
                  <a:srgbClr val="131315"/>
                </a:solidFill>
                <a:latin typeface="Neuromax"/>
              </a:rPr>
              <a:t>Atari 2600, NES, Game Boy, Nintendo 64. Evan-Amos. Dominio público.</a:t>
            </a:r>
          </a:p>
          <a:p>
            <a:pPr marL="219456" indent="-219456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963700"/>
              </a:buClr>
              <a:buFont typeface="Arial"/>
              <a:buChar char="•"/>
            </a:pPr>
            <a:r>
              <a:rPr sz="1000" b="0" i="0">
                <a:solidFill>
                  <a:srgbClr val="131315"/>
                </a:solidFill>
                <a:latin typeface="Neuromax"/>
              </a:rPr>
              <a:t>Oculus Rift. Evan-Amos. CC0.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783080"/>
            <a:ext cx="5486400" cy="20116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219456" indent="-219456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A81E49"/>
              </a:buClr>
              <a:buFont typeface="Arial"/>
              <a:buChar char="•"/>
            </a:pPr>
            <a:r>
              <a:rPr sz="1000" b="0" i="0">
                <a:solidFill>
                  <a:srgbClr val="131315"/>
                </a:solidFill>
                <a:latin typeface="Neuromax"/>
              </a:rPr>
              <a:t>Freedoom. Antimundo. CC BY-SA 4.0.</a:t>
            </a:r>
          </a:p>
          <a:p>
            <a:pPr marL="219456" indent="-219456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A81E49"/>
              </a:buClr>
              <a:buFont typeface="Arial"/>
              <a:buChar char="•"/>
            </a:pPr>
            <a:r>
              <a:rPr sz="1000" b="0" i="0">
                <a:solidFill>
                  <a:srgbClr val="131315"/>
                </a:solidFill>
                <a:latin typeface="Neuromax"/>
              </a:rPr>
              <a:t>SuperTux. SuperTux developers. CC BY-SA 3.0.</a:t>
            </a:r>
          </a:p>
          <a:p>
            <a:pPr marL="219456" indent="-219456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A81E49"/>
              </a:buClr>
              <a:buFont typeface="Arial"/>
              <a:buChar char="•"/>
            </a:pPr>
            <a:r>
              <a:rPr sz="1000" b="0" i="0">
                <a:solidFill>
                  <a:srgbClr val="131315"/>
                </a:solidFill>
                <a:latin typeface="Neuromax"/>
              </a:rPr>
              <a:t>Veloren. Antimundo. CC0.</a:t>
            </a:r>
          </a:p>
          <a:p>
            <a:pPr marL="219456" indent="-219456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A81E49"/>
              </a:buClr>
              <a:buFont typeface="Arial"/>
              <a:buChar char="•"/>
            </a:pPr>
            <a:r>
              <a:rPr sz="1000" b="0" i="0">
                <a:solidFill>
                  <a:srgbClr val="131315"/>
                </a:solidFill>
                <a:latin typeface="Neuromax"/>
              </a:rPr>
              <a:t>0 A.D. Wildfire Games. CC BY-SA 3.0.</a:t>
            </a:r>
          </a:p>
          <a:p>
            <a:pPr marL="219456" indent="-219456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A81E49"/>
              </a:buClr>
              <a:buFont typeface="Arial"/>
              <a:buChar char="•"/>
            </a:pPr>
            <a:r>
              <a:rPr sz="1000" b="0" i="0">
                <a:solidFill>
                  <a:srgbClr val="131315"/>
                </a:solidFill>
                <a:latin typeface="Neuromax"/>
              </a:rPr>
              <a:t>2048. Gabriele Cirulli. MIT.</a:t>
            </a:r>
          </a:p>
          <a:p>
            <a:pPr marL="219456" indent="-219456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A81E49"/>
              </a:buClr>
              <a:buFont typeface="Arial"/>
              <a:buChar char="•"/>
            </a:pPr>
            <a:r>
              <a:rPr sz="1000" b="0" i="0">
                <a:solidFill>
                  <a:srgbClr val="131315"/>
                </a:solidFill>
                <a:latin typeface="Neuromax"/>
              </a:rPr>
              <a:t>Dungeon Crawl Stone Soup. Darkwolf812. CC BY-SA 4.0.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246120"/>
            <a:ext cx="5394960" cy="1261872"/>
          </a:xfrm>
          <a:prstGeom prst="rect">
            <a:avLst/>
          </a:prstGeom>
          <a:solidFill>
            <a:srgbClr val="F7F3EA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36499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963700"/>
                </a:solidFill>
                <a:latin typeface="Neuromax SemBd"/>
              </a:rPr>
              <a:t>LICENCIAS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11880"/>
            <a:ext cx="48920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31315"/>
                </a:solidFill>
                <a:latin typeface="Neuromax"/>
              </a:rPr>
              <a:t>Dominio público: uso libre.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31315"/>
                </a:solidFill>
                <a:latin typeface="Neuromax"/>
              </a:rPr>
              <a:t>CC BY: atribución.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31315"/>
                </a:solidFill>
                <a:latin typeface="Neuromax"/>
              </a:rPr>
              <a:t>CC BY-SA: atribución y compartir igual.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31315"/>
                </a:solidFill>
                <a:latin typeface="Neuromax"/>
              </a:rPr>
              <a:t>CC0: sin restricciones.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31315"/>
                </a:solidFill>
                <a:latin typeface="Neuromax"/>
              </a:rPr>
              <a:t>MIT: software libre.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3246120"/>
            <a:ext cx="5431536" cy="1261872"/>
          </a:xfrm>
          <a:prstGeom prst="rect">
            <a:avLst/>
          </a:prstGeom>
          <a:solidFill>
            <a:srgbClr val="F7F3EA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336499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963700"/>
                </a:solidFill>
                <a:latin typeface="Neuromax SemBd"/>
              </a:rPr>
              <a:t>NOTA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11880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31324A"/>
                </a:solidFill>
                <a:latin typeface="Neuromax"/>
              </a:rPr>
              <a:t>Las capturas de juegos comerciales se sustituyeron por proyectos libres (Freedoom, SuperTux, Veloren, 0 A.D., 2048 y DCSS) para poder compartir la presentación sin problemas de derechos.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754880"/>
            <a:ext cx="11055096" cy="457200"/>
          </a:xfrm>
          <a:prstGeom prst="rect">
            <a:avLst/>
          </a:prstGeom>
          <a:solidFill>
            <a:srgbClr val="F7F3EA"/>
          </a:solidFill>
          <a:ln w="10160">
            <a:solidFill>
              <a:srgbClr val="D8D8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873752"/>
            <a:ext cx="106070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4F5361"/>
                </a:solidFill>
                <a:latin typeface="Neuromax"/>
              </a:rPr>
              <a:t>Las marcas y juegos citados pertenecen a sus dueños. Se usan con fines educativos.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30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F5361"/>
                </a:solidFill>
                <a:latin typeface="Neuromax"/>
              </a:rPr>
              <a:t>Enlaces completos en las notas del presentador.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1828800"/>
            <a:ext cx="1051560" cy="45822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731520"/>
            <a:ext cx="1051560" cy="4433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7360" y="4343400"/>
            <a:ext cx="960120" cy="17196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4663440"/>
            <a:ext cx="731520" cy="11165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0" y="5532120"/>
            <a:ext cx="502920" cy="3028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2560" y="4709160"/>
            <a:ext cx="1645920" cy="87274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81360" y="4754880"/>
            <a:ext cx="822960" cy="7835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1874519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0" b="0" i="0">
                <a:solidFill>
                  <a:srgbClr val="131315"/>
                </a:solidFill>
                <a:latin typeface="Neuromax SemBd"/>
              </a:rPr>
              <a:t>¿PREGUNTAS?</a:t>
            </a:r>
            <a:endParaRPr lang="es-ES" sz="8000" b="0" i="0">
              <a:solidFill>
                <a:srgbClr val="131315"/>
              </a:solidFill>
              <a:latin typeface="Neuromax SemB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3270142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err="1">
                <a:solidFill>
                  <a:srgbClr val="31324A"/>
                </a:solidFill>
                <a:latin typeface="Neuromax"/>
              </a:rPr>
              <a:t>Siguiente</a:t>
            </a:r>
            <a:r>
              <a:rPr b="0" i="0">
                <a:solidFill>
                  <a:srgbClr val="31324A"/>
                </a:solidFill>
                <a:latin typeface="Neuromax"/>
              </a:rPr>
              <a:t>: 8.2 · Motores para el </a:t>
            </a:r>
            <a:r>
              <a:rPr b="0" i="0" err="1">
                <a:solidFill>
                  <a:srgbClr val="31324A"/>
                </a:solidFill>
                <a:latin typeface="Neuromax"/>
              </a:rPr>
              <a:t>desarrollo</a:t>
            </a:r>
            <a:r>
              <a:rPr b="0" i="0">
                <a:solidFill>
                  <a:srgbClr val="31324A"/>
                </a:solidFill>
                <a:latin typeface="Neuromax"/>
              </a:rPr>
              <a:t> de </a:t>
            </a:r>
            <a:r>
              <a:rPr b="0" i="0" err="1">
                <a:solidFill>
                  <a:srgbClr val="31324A"/>
                </a:solidFill>
                <a:latin typeface="Neuromax"/>
              </a:rPr>
              <a:t>videojuegos</a:t>
            </a:r>
            <a:endParaRPr lang="es-ES" err="1">
              <a:solidFill>
                <a:srgbClr val="31324A"/>
              </a:solidFill>
              <a:latin typeface="Neuromax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3771254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963700"/>
                </a:solidFill>
                <a:latin typeface="Neuromax SemBd"/>
              </a:rPr>
              <a:t>Un juego se </a:t>
            </a:r>
            <a:r>
              <a:rPr sz="1600" b="0" i="0" dirty="0" err="1">
                <a:solidFill>
                  <a:srgbClr val="963700"/>
                </a:solidFill>
                <a:latin typeface="Neuromax SemBd"/>
              </a:rPr>
              <a:t>entiende</a:t>
            </a:r>
            <a:r>
              <a:rPr sz="1600" b="0" i="0" dirty="0">
                <a:solidFill>
                  <a:srgbClr val="963700"/>
                </a:solidFill>
                <a:latin typeface="Neuromax SemBd"/>
              </a:rPr>
              <a:t> </a:t>
            </a:r>
            <a:r>
              <a:rPr sz="1600" b="0" i="0" dirty="0" err="1">
                <a:solidFill>
                  <a:srgbClr val="963700"/>
                </a:solidFill>
                <a:latin typeface="Neuromax SemBd"/>
              </a:rPr>
              <a:t>mejor</a:t>
            </a:r>
            <a:r>
              <a:rPr sz="1600" b="0" i="0" dirty="0">
                <a:solidFill>
                  <a:srgbClr val="963700"/>
                </a:solidFill>
                <a:latin typeface="Neuromax SemBd"/>
              </a:rPr>
              <a:t> </a:t>
            </a:r>
            <a:r>
              <a:rPr sz="1600" b="0" i="0" dirty="0" err="1">
                <a:solidFill>
                  <a:srgbClr val="963700"/>
                </a:solidFill>
                <a:latin typeface="Neuromax SemBd"/>
              </a:rPr>
              <a:t>cuando</a:t>
            </a:r>
            <a:r>
              <a:rPr sz="1600" b="0" i="0" dirty="0">
                <a:solidFill>
                  <a:srgbClr val="963700"/>
                </a:solidFill>
                <a:latin typeface="Neuromax SemBd"/>
              </a:rPr>
              <a:t> lo </a:t>
            </a:r>
            <a:r>
              <a:rPr sz="1600" b="0" i="0" dirty="0" err="1">
                <a:solidFill>
                  <a:srgbClr val="963700"/>
                </a:solidFill>
                <a:latin typeface="Neuromax SemBd"/>
              </a:rPr>
              <a:t>juegas</a:t>
            </a:r>
            <a:r>
              <a:rPr sz="1600" b="0" i="0" dirty="0">
                <a:solidFill>
                  <a:srgbClr val="963700"/>
                </a:solidFill>
                <a:latin typeface="Neuromax SemBd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33</Slides>
  <Notes>33</Notes>
  <HiddenSlides>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4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Historia y conceptos básicos de los videojuegos</dc:title>
  <dc:subject>TC2005B · Tema 8.1</dc:subject>
  <dc:creator>TC2005B · Videojuegos</dc:creator>
  <cp:keywords/>
  <dc:description>Diapositivas del tema 8.1: historia, conceptos, elementos, géneros y controles.</dc:description>
  <cp:lastModifiedBy>Steve Canny</cp:lastModifiedBy>
  <cp:revision>832</cp:revision>
  <dcterms:created xsi:type="dcterms:W3CDTF">2013-01-27T09:14:16Z</dcterms:created>
  <dcterms:modified xsi:type="dcterms:W3CDTF">2026-10-20T17:06:20Z</dcterms:modified>
  <cp:category/>
</cp:coreProperties>
</file>