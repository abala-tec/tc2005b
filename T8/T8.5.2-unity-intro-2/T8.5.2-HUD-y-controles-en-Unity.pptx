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2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</p:sldIdLst>
  <p:sldSz cx="12192000" cy="6858000"/>
  <p:notesSz cx="6858000" cy="9144000"/>
  <p:embeddedFontLst>
    <p:embeddedFont>
      <p:font typeface="Neuromax" panose="020B0604020202020204" charset="0"/>
      <p:regular r:id="rId36"/>
    </p:embeddedFont>
    <p:embeddedFont>
      <p:font typeface="Neuromax SemBd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65" dt="2026-10-28T23:15:44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onso Balandra Antelis" userId="S::abala@tec.mx::28ba9e3f-8dae-4bf5-851d-5bb8a2fa86a5" providerId="AD" clId="Web-{00000000-0000-0000-0000-000000000000}"/>
    <pc:docChg chg="delSld modSld sldOrd">
      <pc:chgData name="Alfonso Balandra Antelis" userId="S::abala@tec.mx::28ba9e3f-8dae-4bf5-851d-5bb8a2fa86a5" providerId="AD" clId="Web-{00000000-0000-0000-0000-000000000000}" dt="2026-10-28T23:15:44.170" v="1520"/>
      <pc:docMkLst>
        <pc:docMk/>
      </pc:docMkLst>
      <pc:sldChg chg="delSp modSp">
        <pc:chgData name="Alfonso Balandra Antelis" userId="S::abala@tec.mx::28ba9e3f-8dae-4bf5-851d-5bb8a2fa86a5" providerId="AD" clId="Web-{00000000-0000-0000-0000-000000000000}" dt="2026-10-28T21:45:16.577" v="24" actId="1076"/>
        <pc:sldMkLst>
          <pc:docMk/>
          <pc:sldMk cId="0" sldId="256"/>
        </pc:sldMkLst>
        <pc:spChg chg="del">
          <ac:chgData name="Alfonso Balandra Antelis" userId="S::abala@tec.mx::28ba9e3f-8dae-4bf5-851d-5bb8a2fa86a5" providerId="AD" clId="Web-{00000000-0000-0000-0000-000000000000}" dt="2026-10-28T21:44:10.371" v="1"/>
          <ac:spMkLst>
            <pc:docMk/>
            <pc:sldMk cId="0" sldId="25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4:10.371" v="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4:24.278" v="7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4:28.638" v="9"/>
          <ac:spMkLst>
            <pc:docMk/>
            <pc:sldMk cId="0" sldId="256"/>
            <ac:spMk id="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4:26.466" v="8"/>
          <ac:spMkLst>
            <pc:docMk/>
            <pc:sldMk cId="0" sldId="256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16.562" v="23" actId="1076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4:30.528" v="10"/>
          <ac:spMkLst>
            <pc:docMk/>
            <pc:sldMk cId="0" sldId="256"/>
            <ac:spMk id="16" creationId="{00000000-0000-0000-0000-000000000000}"/>
          </ac:spMkLst>
        </pc:spChg>
        <pc:picChg chg="mod modCrop">
          <ac:chgData name="Alfonso Balandra Antelis" userId="S::abala@tec.mx::28ba9e3f-8dae-4bf5-851d-5bb8a2fa86a5" providerId="AD" clId="Web-{00000000-0000-0000-0000-000000000000}" dt="2026-10-28T21:45:16.577" v="24" actId="1076"/>
          <ac:picMkLst>
            <pc:docMk/>
            <pc:sldMk cId="0" sldId="256"/>
            <ac:picMk id="11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1:44:12.199" v="2" actId="1076"/>
          <ac:picMkLst>
            <pc:docMk/>
            <pc:sldMk cId="0" sldId="256"/>
            <ac:picMk id="12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1:45:48.094" v="38" actId="1076"/>
        <pc:sldMkLst>
          <pc:docMk/>
          <pc:sldMk cId="0" sldId="257"/>
        </pc:sldMkLst>
        <pc:spChg chg="del">
          <ac:chgData name="Alfonso Balandra Antelis" userId="S::abala@tec.mx::28ba9e3f-8dae-4bf5-851d-5bb8a2fa86a5" providerId="AD" clId="Web-{00000000-0000-0000-0000-000000000000}" dt="2026-10-28T21:45:21.124" v="26"/>
          <ac:spMkLst>
            <pc:docMk/>
            <pc:sldMk cId="0" sldId="25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5:21.124" v="25"/>
          <ac:spMkLst>
            <pc:docMk/>
            <pc:sldMk cId="0" sldId="257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26" v="27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26.031" v="28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48.032" v="3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48.047" v="36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48.079" v="37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5:48.094" v="38" actId="1076"/>
          <ac:spMkLst>
            <pc:docMk/>
            <pc:sldMk cId="0" sldId="257"/>
            <ac:spMk id="2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5:30.265" v="30"/>
          <ac:spMkLst>
            <pc:docMk/>
            <pc:sldMk cId="0" sldId="257"/>
            <ac:spMk id="31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1:45:28.203" v="29" actId="1076"/>
          <ac:picMkLst>
            <pc:docMk/>
            <pc:sldMk cId="0" sldId="257"/>
            <ac:picMk id="2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1:46:08.376" v="46" actId="20577"/>
        <pc:sldMkLst>
          <pc:docMk/>
          <pc:sldMk cId="0" sldId="258"/>
        </pc:sldMkLst>
        <pc:spChg chg="del">
          <ac:chgData name="Alfonso Balandra Antelis" userId="S::abala@tec.mx::28ba9e3f-8dae-4bf5-851d-5bb8a2fa86a5" providerId="AD" clId="Web-{00000000-0000-0000-0000-000000000000}" dt="2026-10-28T21:45:54.719" v="40"/>
          <ac:spMkLst>
            <pc:docMk/>
            <pc:sldMk cId="0" sldId="258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5:54.719" v="3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6:08.376" v="46" actId="20577"/>
          <ac:spMkLst>
            <pc:docMk/>
            <pc:sldMk cId="0" sldId="258"/>
            <ac:spMk id="8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1:50:19.573" v="57" actId="1076"/>
        <pc:sldMkLst>
          <pc:docMk/>
          <pc:sldMk cId="0" sldId="259"/>
        </pc:sldMkLst>
        <pc:spChg chg="del">
          <ac:chgData name="Alfonso Balandra Antelis" userId="S::abala@tec.mx::28ba9e3f-8dae-4bf5-851d-5bb8a2fa86a5" providerId="AD" clId="Web-{00000000-0000-0000-0000-000000000000}" dt="2026-10-28T21:46:11.408" v="4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46:11.408" v="4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6:13.501" v="49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6:15.627" v="5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9:44.728" v="5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9:44.728" v="52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49:57.713" v="54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0:19.542" v="55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0:19.557" v="56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0:19.573" v="57" actId="1076"/>
          <ac:spMkLst>
            <pc:docMk/>
            <pc:sldMk cId="0" sldId="259"/>
            <ac:spMk id="27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1:55:46.910" v="112" actId="1076"/>
        <pc:sldMkLst>
          <pc:docMk/>
          <pc:sldMk cId="0" sldId="260"/>
        </pc:sldMkLst>
        <pc:spChg chg="del">
          <ac:chgData name="Alfonso Balandra Antelis" userId="S::abala@tec.mx::28ba9e3f-8dae-4bf5-851d-5bb8a2fa86a5" providerId="AD" clId="Web-{00000000-0000-0000-0000-000000000000}" dt="2026-10-28T21:54:38.033" v="59"/>
          <ac:spMkLst>
            <pc:docMk/>
            <pc:sldMk cId="0" sldId="260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54:38.033" v="58"/>
          <ac:spMkLst>
            <pc:docMk/>
            <pc:sldMk cId="0" sldId="260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4:42.392" v="60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4:42.424" v="61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4:54.049" v="85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691" v="102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714" v="103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738" v="104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753" v="105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785" v="106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800" v="107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816" v="108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847" v="109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863" v="110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878" v="111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46.910" v="112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39.128" v="101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22.846" v="92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35.706" v="100" actId="20577"/>
          <ac:spMkLst>
            <pc:docMk/>
            <pc:sldMk cId="0" sldId="260"/>
            <ac:spMk id="35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1:55:17.706" v="8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1:58:35.337" v="180"/>
        <pc:sldMkLst>
          <pc:docMk/>
          <pc:sldMk cId="0" sldId="261"/>
        </pc:sldMkLst>
        <pc:spChg chg="del">
          <ac:chgData name="Alfonso Balandra Antelis" userId="S::abala@tec.mx::28ba9e3f-8dae-4bf5-851d-5bb8a2fa86a5" providerId="AD" clId="Web-{00000000-0000-0000-0000-000000000000}" dt="2026-10-28T21:55:50.800" v="114"/>
          <ac:spMkLst>
            <pc:docMk/>
            <pc:sldMk cId="0" sldId="261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55:50.800" v="113"/>
          <ac:spMkLst>
            <pc:docMk/>
            <pc:sldMk cId="0" sldId="261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5:54.394" v="115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6:38.270" v="135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6:16.582" v="121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6:49.224" v="152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7:53.897" v="162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1:58:33.915" v="178" actId="20577"/>
          <ac:spMkLst>
            <pc:docMk/>
            <pc:sldMk cId="0" sldId="261"/>
            <ac:spMk id="1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58:35.337" v="180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1:58:35.337" v="179"/>
          <ac:spMkLst>
            <pc:docMk/>
            <pc:sldMk cId="0" sldId="261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57:48.459" v="161"/>
          <ac:spMkLst>
            <pc:docMk/>
            <pc:sldMk cId="0" sldId="261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57:48.459" v="160"/>
          <ac:spMkLst>
            <pc:docMk/>
            <pc:sldMk cId="0" sldId="261"/>
            <ac:spMk id="17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2:08:19.613" v="303" actId="20577"/>
        <pc:sldMkLst>
          <pc:docMk/>
          <pc:sldMk cId="0" sldId="262"/>
        </pc:sldMkLst>
        <pc:spChg chg="del">
          <ac:chgData name="Alfonso Balandra Antelis" userId="S::abala@tec.mx::28ba9e3f-8dae-4bf5-851d-5bb8a2fa86a5" providerId="AD" clId="Web-{00000000-0000-0000-0000-000000000000}" dt="2026-10-28T21:58:39.540" v="182"/>
          <ac:spMkLst>
            <pc:docMk/>
            <pc:sldMk cId="0" sldId="262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1:58:39.540" v="181"/>
          <ac:spMkLst>
            <pc:docMk/>
            <pc:sldMk cId="0" sldId="262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8:19.613" v="303" actId="20577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1:59:08.792" v="2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39.256" v="25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39.271" v="253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39.287" v="25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39.303" v="255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39.334" v="25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39.349" v="25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57.303" v="263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53.866" v="261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2:53.881" v="262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3:08.913" v="264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3:46.852" v="298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3:43.899" v="297" actId="14100"/>
          <ac:spMkLst>
            <pc:docMk/>
            <pc:sldMk cId="0" sldId="262"/>
            <ac:spMk id="20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02:42.021" v="258" actId="1076"/>
          <ac:picMkLst>
            <pc:docMk/>
            <pc:sldMk cId="0" sldId="262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07:56.612" v="299" actId="1076"/>
          <ac:picMkLst>
            <pc:docMk/>
            <pc:sldMk cId="0" sldId="262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12:17.135" v="332" actId="20577"/>
        <pc:sldMkLst>
          <pc:docMk/>
          <pc:sldMk cId="0" sldId="263"/>
        </pc:sldMkLst>
        <pc:spChg chg="del">
          <ac:chgData name="Alfonso Balandra Antelis" userId="S::abala@tec.mx::28ba9e3f-8dae-4bf5-851d-5bb8a2fa86a5" providerId="AD" clId="Web-{00000000-0000-0000-0000-000000000000}" dt="2026-10-28T22:08:48.676" v="305"/>
          <ac:spMkLst>
            <pc:docMk/>
            <pc:sldMk cId="0" sldId="263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08:48.676" v="304"/>
          <ac:spMkLst>
            <pc:docMk/>
            <pc:sldMk cId="0" sldId="263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2:17.135" v="332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8:51.989" v="307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2:04.744" v="313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2:09.197" v="316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9:08.116" v="310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09:08.146" v="311" actId="1076"/>
          <ac:spMkLst>
            <pc:docMk/>
            <pc:sldMk cId="0" sldId="263"/>
            <ac:spMk id="17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2:12:57.027" v="345"/>
        <pc:sldMkLst>
          <pc:docMk/>
          <pc:sldMk cId="0" sldId="264"/>
        </pc:sldMkLst>
        <pc:spChg chg="del">
          <ac:chgData name="Alfonso Balandra Antelis" userId="S::abala@tec.mx::28ba9e3f-8dae-4bf5-851d-5bb8a2fa86a5" providerId="AD" clId="Web-{00000000-0000-0000-0000-000000000000}" dt="2026-10-28T22:12:28.776" v="334"/>
          <ac:spMkLst>
            <pc:docMk/>
            <pc:sldMk cId="0" sldId="264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28.776" v="333"/>
          <ac:spMkLst>
            <pc:docMk/>
            <pc:sldMk cId="0" sldId="264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2:37.948" v="335" actId="1076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12:48.261" v="339"/>
          <ac:spMkLst>
            <pc:docMk/>
            <pc:sldMk cId="0" sldId="264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50.823" v="340"/>
          <ac:spMkLst>
            <pc:docMk/>
            <pc:sldMk cId="0" sldId="264"/>
            <ac:spMk id="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57.027" v="345"/>
          <ac:spMkLst>
            <pc:docMk/>
            <pc:sldMk cId="0" sldId="264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57.027" v="344"/>
          <ac:spMkLst>
            <pc:docMk/>
            <pc:sldMk cId="0" sldId="264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57.027" v="343"/>
          <ac:spMkLst>
            <pc:docMk/>
            <pc:sldMk cId="0" sldId="264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48.261" v="33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2:48.261" v="337"/>
          <ac:spMkLst>
            <pc:docMk/>
            <pc:sldMk cId="0" sldId="264"/>
            <ac:spMk id="19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12:54.120" v="342" actId="1076"/>
          <ac:picMkLst>
            <pc:docMk/>
            <pc:sldMk cId="0" sldId="264"/>
            <ac:picMk id="2" creationId="{00000000-0000-0000-0000-000000000000}"/>
          </ac:picMkLst>
        </pc:picChg>
      </pc:sldChg>
      <pc:sldChg chg="delSp del">
        <pc:chgData name="Alfonso Balandra Antelis" userId="S::abala@tec.mx::28ba9e3f-8dae-4bf5-851d-5bb8a2fa86a5" providerId="AD" clId="Web-{00000000-0000-0000-0000-000000000000}" dt="2026-10-28T22:13:12.933" v="352"/>
        <pc:sldMkLst>
          <pc:docMk/>
          <pc:sldMk cId="0" sldId="265"/>
        </pc:sldMkLst>
        <pc:spChg chg="del">
          <ac:chgData name="Alfonso Balandra Antelis" userId="S::abala@tec.mx::28ba9e3f-8dae-4bf5-851d-5bb8a2fa86a5" providerId="AD" clId="Web-{00000000-0000-0000-0000-000000000000}" dt="2026-10-28T22:13:00.558" v="347"/>
          <ac:spMkLst>
            <pc:docMk/>
            <pc:sldMk cId="0" sldId="265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3:00.558" v="346"/>
          <ac:spMkLst>
            <pc:docMk/>
            <pc:sldMk cId="0" sldId="265"/>
            <ac:spMk id="4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28T22:14:52.029" v="376"/>
        <pc:sldMkLst>
          <pc:docMk/>
          <pc:sldMk cId="0" sldId="266"/>
        </pc:sldMkLst>
        <pc:spChg chg="del">
          <ac:chgData name="Alfonso Balandra Antelis" userId="S::abala@tec.mx::28ba9e3f-8dae-4bf5-851d-5bb8a2fa86a5" providerId="AD" clId="Web-{00000000-0000-0000-0000-000000000000}" dt="2026-10-28T22:13:04.089" v="349"/>
          <ac:spMkLst>
            <pc:docMk/>
            <pc:sldMk cId="0" sldId="26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3:04.089" v="348"/>
          <ac:spMkLst>
            <pc:docMk/>
            <pc:sldMk cId="0" sldId="26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3:21.355" v="356" actId="20577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14:32.293" v="368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14:49.419" v="373"/>
          <ac:spMkLst>
            <pc:docMk/>
            <pc:sldMk cId="0" sldId="266"/>
            <ac:spMk id="1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4:52.029" v="376"/>
          <ac:spMkLst>
            <pc:docMk/>
            <pc:sldMk cId="0" sldId="266"/>
            <ac:spMk id="1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4:52.029" v="375"/>
          <ac:spMkLst>
            <pc:docMk/>
            <pc:sldMk cId="0" sldId="266"/>
            <ac:spMk id="1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14:52.029" v="37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4:24.339" v="365" actId="1410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4:21.479" v="364" actId="20577"/>
          <ac:spMkLst>
            <pc:docMk/>
            <pc:sldMk cId="0" sldId="266"/>
            <ac:spMk id="18" creationId="{00000000-0000-0000-0000-000000000000}"/>
          </ac:spMkLst>
        </pc:spChg>
        <pc:picChg chg="add del">
          <ac:chgData name="Alfonso Balandra Antelis" userId="S::abala@tec.mx::28ba9e3f-8dae-4bf5-851d-5bb8a2fa86a5" providerId="AD" clId="Web-{00000000-0000-0000-0000-000000000000}" dt="2026-10-28T22:13:34.028" v="358"/>
          <ac:picMkLst>
            <pc:docMk/>
            <pc:sldMk cId="0" sldId="266"/>
            <ac:picMk id="2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15:20.906" v="396" actId="1076"/>
        <pc:sldMkLst>
          <pc:docMk/>
          <pc:sldMk cId="0" sldId="267"/>
        </pc:sldMkLst>
        <pc:spChg chg="del">
          <ac:chgData name="Alfonso Balandra Antelis" userId="S::abala@tec.mx::28ba9e3f-8dae-4bf5-851d-5bb8a2fa86a5" providerId="AD" clId="Web-{00000000-0000-0000-0000-000000000000}" dt="2026-10-28T22:14:55.982" v="3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4:55.982" v="3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01.186" v="379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01.202" v="380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766" v="386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781" v="387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797" v="388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13" v="389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13" v="390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28" v="391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44" v="392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60" v="393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75" v="394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891" v="395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5:20.906" v="396" actId="1076"/>
          <ac:spMkLst>
            <pc:docMk/>
            <pc:sldMk cId="0" sldId="267"/>
            <ac:spMk id="1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5:09.843" v="383"/>
          <ac:spMkLst>
            <pc:docMk/>
            <pc:sldMk cId="0" sldId="267"/>
            <ac:spMk id="1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5:09.827" v="382"/>
          <ac:spMkLst>
            <pc:docMk/>
            <pc:sldMk cId="0" sldId="267"/>
            <ac:spMk id="20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15:20.750" v="385" actId="1076"/>
          <ac:picMkLst>
            <pc:docMk/>
            <pc:sldMk cId="0" sldId="267"/>
            <ac:picMk id="7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8T22:16:51.662" v="405" actId="1076"/>
        <pc:sldMkLst>
          <pc:docMk/>
          <pc:sldMk cId="0" sldId="268"/>
        </pc:sldMkLst>
        <pc:spChg chg="add del">
          <ac:chgData name="Alfonso Balandra Antelis" userId="S::abala@tec.mx::28ba9e3f-8dae-4bf5-851d-5bb8a2fa86a5" providerId="AD" clId="Web-{00000000-0000-0000-0000-000000000000}" dt="2026-10-28T22:15:27.876" v="404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Alfonso Balandra Antelis" userId="S::abala@tec.mx::28ba9e3f-8dae-4bf5-851d-5bb8a2fa86a5" providerId="AD" clId="Web-{00000000-0000-0000-0000-000000000000}" dt="2026-10-28T22:15:27.876" v="403"/>
          <ac:spMkLst>
            <pc:docMk/>
            <pc:sldMk cId="0" sldId="268"/>
            <ac:spMk id="4" creationId="{00000000-0000-0000-0000-000000000000}"/>
          </ac:spMkLst>
        </pc:spChg>
        <pc:picChg chg="add del">
          <ac:chgData name="Alfonso Balandra Antelis" userId="S::abala@tec.mx::28ba9e3f-8dae-4bf5-851d-5bb8a2fa86a5" providerId="AD" clId="Web-{00000000-0000-0000-0000-000000000000}" dt="2026-10-28T22:15:26.922" v="400"/>
          <ac:picMkLst>
            <pc:docMk/>
            <pc:sldMk cId="0" sldId="268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16:51.662" v="405" actId="1076"/>
          <ac:picMkLst>
            <pc:docMk/>
            <pc:sldMk cId="0" sldId="268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19:09.575" v="484" actId="20577"/>
        <pc:sldMkLst>
          <pc:docMk/>
          <pc:sldMk cId="0" sldId="269"/>
        </pc:sldMkLst>
        <pc:spChg chg="del">
          <ac:chgData name="Alfonso Balandra Antelis" userId="S::abala@tec.mx::28ba9e3f-8dae-4bf5-851d-5bb8a2fa86a5" providerId="AD" clId="Web-{00000000-0000-0000-0000-000000000000}" dt="2026-10-28T22:17:48.728" v="450"/>
          <ac:spMkLst>
            <pc:docMk/>
            <pc:sldMk cId="0" sldId="269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7:48.728" v="449"/>
          <ac:spMkLst>
            <pc:docMk/>
            <pc:sldMk cId="0" sldId="26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9:09.575" v="484" actId="20577"/>
          <ac:spMkLst>
            <pc:docMk/>
            <pc:sldMk cId="0" sldId="269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18:52.855" v="474"/>
          <ac:spMkLst>
            <pc:docMk/>
            <pc:sldMk cId="0" sldId="269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416" v="464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432" v="465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447" v="466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463" v="467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494" v="468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510" v="469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526" v="470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8:12.541" v="471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7:46.196" v="447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7:46.212" v="448" actId="1076"/>
          <ac:spMkLst>
            <pc:docMk/>
            <pc:sldMk cId="0" sldId="269"/>
            <ac:spMk id="17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17:58.916" v="463" actId="1076"/>
          <ac:picMkLst>
            <pc:docMk/>
            <pc:sldMk cId="0" sldId="269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17:56.759" v="454" actId="1076"/>
          <ac:picMkLst>
            <pc:docMk/>
            <pc:sldMk cId="0" sldId="269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29:15.661" v="519" actId="1076"/>
        <pc:sldMkLst>
          <pc:docMk/>
          <pc:sldMk cId="0" sldId="270"/>
        </pc:sldMkLst>
        <pc:spChg chg="del">
          <ac:chgData name="Alfonso Balandra Antelis" userId="S::abala@tec.mx::28ba9e3f-8dae-4bf5-851d-5bb8a2fa86a5" providerId="AD" clId="Web-{00000000-0000-0000-0000-000000000000}" dt="2026-10-28T22:19:32.528" v="486"/>
          <ac:spMkLst>
            <pc:docMk/>
            <pc:sldMk cId="0" sldId="270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9:32.528" v="485"/>
          <ac:spMkLst>
            <pc:docMk/>
            <pc:sldMk cId="0" sldId="270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9:37.982" v="487" actId="1076"/>
          <ac:spMkLst>
            <pc:docMk/>
            <pc:sldMk cId="0" sldId="270"/>
            <ac:spMk id="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19:40.357" v="488"/>
          <ac:spMkLst>
            <pc:docMk/>
            <pc:sldMk cId="0" sldId="270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28:47.473" v="505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28:49.317" v="506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28:43.833" v="504" actId="20577"/>
          <ac:spMkLst>
            <pc:docMk/>
            <pc:sldMk cId="0" sldId="270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28:51.145" v="507" actId="107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9:53.326" v="491" actId="20577"/>
          <ac:spMkLst>
            <pc:docMk/>
            <pc:sldMk cId="0" sldId="270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19:55.154" v="492" actId="1076"/>
          <ac:spMkLst>
            <pc:docMk/>
            <pc:sldMk cId="0" sldId="270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29:15.630" v="518" actId="1076"/>
          <ac:spMkLst>
            <pc:docMk/>
            <pc:sldMk cId="0" sldId="270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29:15.661" v="519" actId="1076"/>
          <ac:spMkLst>
            <pc:docMk/>
            <pc:sldMk cId="0" sldId="270"/>
            <ac:spMk id="32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29:03.474" v="515" actId="1076"/>
          <ac:picMkLst>
            <pc:docMk/>
            <pc:sldMk cId="0" sldId="270"/>
            <ac:picMk id="2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35:02.203" v="560" actId="14100"/>
        <pc:sldMkLst>
          <pc:docMk/>
          <pc:sldMk cId="0" sldId="271"/>
        </pc:sldMkLst>
        <pc:spChg chg="del">
          <ac:chgData name="Alfonso Balandra Antelis" userId="S::abala@tec.mx::28ba9e3f-8dae-4bf5-851d-5bb8a2fa86a5" providerId="AD" clId="Web-{00000000-0000-0000-0000-000000000000}" dt="2026-10-28T22:29:28.536" v="521"/>
          <ac:spMkLst>
            <pc:docMk/>
            <pc:sldMk cId="0" sldId="271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29:28.536" v="520"/>
          <ac:spMkLst>
            <pc:docMk/>
            <pc:sldMk cId="0" sldId="271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5:02.203" v="560" actId="14100"/>
          <ac:spMkLst>
            <pc:docMk/>
            <pc:sldMk cId="0" sldId="271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34:33.265" v="546"/>
          <ac:spMkLst>
            <pc:docMk/>
            <pc:sldMk cId="0" sldId="271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4:37.624" v="549"/>
          <ac:spMkLst>
            <pc:docMk/>
            <pc:sldMk cId="0" sldId="271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4:35.749" v="548"/>
          <ac:spMkLst>
            <pc:docMk/>
            <pc:sldMk cId="0" sldId="271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4:35.749" v="547"/>
          <ac:spMkLst>
            <pc:docMk/>
            <pc:sldMk cId="0" sldId="271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57.016" v="554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57.031" v="555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57.047" v="556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57.063" v="557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57.078" v="558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21.608" v="544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4:21.623" v="545" actId="1076"/>
          <ac:spMkLst>
            <pc:docMk/>
            <pc:sldMk cId="0" sldId="271"/>
            <ac:spMk id="22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34:59.656" v="559" actId="1076"/>
          <ac:picMkLst>
            <pc:docMk/>
            <pc:sldMk cId="0" sldId="271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34:43.468" v="552" actId="1076"/>
          <ac:picMkLst>
            <pc:docMk/>
            <pc:sldMk cId="0" sldId="271"/>
            <ac:picMk id="8" creationId="{00000000-0000-0000-0000-000000000000}"/>
          </ac:picMkLst>
        </pc:picChg>
      </pc:sldChg>
      <pc:sldChg chg="delSp modSp ord">
        <pc:chgData name="Alfonso Balandra Antelis" userId="S::abala@tec.mx::28ba9e3f-8dae-4bf5-851d-5bb8a2fa86a5" providerId="AD" clId="Web-{00000000-0000-0000-0000-000000000000}" dt="2026-10-28T22:45:05.308" v="812" actId="1076"/>
        <pc:sldMkLst>
          <pc:docMk/>
          <pc:sldMk cId="0" sldId="272"/>
        </pc:sldMkLst>
        <pc:spChg chg="del">
          <ac:chgData name="Alfonso Balandra Antelis" userId="S::abala@tec.mx::28ba9e3f-8dae-4bf5-851d-5bb8a2fa86a5" providerId="AD" clId="Web-{00000000-0000-0000-0000-000000000000}" dt="2026-10-28T22:35:32.705" v="562"/>
          <ac:spMkLst>
            <pc:docMk/>
            <pc:sldMk cId="0" sldId="272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5:32.705" v="561"/>
          <ac:spMkLst>
            <pc:docMk/>
            <pc:sldMk cId="0" sldId="272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5:37.080" v="563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5:37.095" v="564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5:05.277" v="810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5:05.292" v="811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5:05.308" v="812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41.777" v="780" actId="2057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58.245" v="809" actId="1076"/>
          <ac:spMkLst>
            <pc:docMk/>
            <pc:sldMk cId="0" sldId="272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5:56.721" v="567"/>
          <ac:spMkLst>
            <pc:docMk/>
            <pc:sldMk cId="0" sldId="272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5:56.721" v="566"/>
          <ac:spMkLst>
            <pc:docMk/>
            <pc:sldMk cId="0" sldId="272"/>
            <ac:spMk id="18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35:42.752" v="565" actId="1076"/>
          <ac:picMkLst>
            <pc:docMk/>
            <pc:sldMk cId="0" sldId="272"/>
            <ac:picMk id="7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8T22:42:07.979" v="690"/>
        <pc:sldMkLst>
          <pc:docMk/>
          <pc:sldMk cId="0" sldId="273"/>
        </pc:sldMkLst>
        <pc:spChg chg="del">
          <ac:chgData name="Alfonso Balandra Antelis" userId="S::abala@tec.mx::28ba9e3f-8dae-4bf5-851d-5bb8a2fa86a5" providerId="AD" clId="Web-{00000000-0000-0000-0000-000000000000}" dt="2026-10-28T22:36:11.253" v="570"/>
          <ac:spMkLst>
            <pc:docMk/>
            <pc:sldMk cId="0" sldId="273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6:11.253" v="569"/>
          <ac:spMkLst>
            <pc:docMk/>
            <pc:sldMk cId="0" sldId="273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6:14.753" v="57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36:14.769" v="572" actId="1076"/>
          <ac:spMkLst>
            <pc:docMk/>
            <pc:sldMk cId="0" sldId="273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6:16.144" v="573"/>
          <ac:spMkLst>
            <pc:docMk/>
            <pc:sldMk cId="0" sldId="273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6:25.644" v="575"/>
          <ac:spMkLst>
            <pc:docMk/>
            <pc:sldMk cId="0" sldId="273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36:25.644" v="574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0:35.946" v="669" actId="107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1:16.853" v="679" actId="1076"/>
          <ac:spMkLst>
            <pc:docMk/>
            <pc:sldMk cId="0" sldId="273"/>
            <ac:spMk id="20" creationId="{00000000-0000-0000-0000-000000000000}"/>
          </ac:spMkLst>
        </pc:spChg>
        <pc:spChg chg="add mod">
          <ac:chgData name="Alfonso Balandra Antelis" userId="S::abala@tec.mx::28ba9e3f-8dae-4bf5-851d-5bb8a2fa86a5" providerId="AD" clId="Web-{00000000-0000-0000-0000-000000000000}" dt="2026-10-28T22:40:35.977" v="671" actId="1076"/>
          <ac:spMkLst>
            <pc:docMk/>
            <pc:sldMk cId="0" sldId="273"/>
            <ac:spMk id="21" creationId="{C4E23E70-EFA5-964B-7A06-8EB57DBE87B6}"/>
          </ac:spMkLst>
        </pc:spChg>
        <pc:spChg chg="add mod">
          <ac:chgData name="Alfonso Balandra Antelis" userId="S::abala@tec.mx::28ba9e3f-8dae-4bf5-851d-5bb8a2fa86a5" providerId="AD" clId="Web-{00000000-0000-0000-0000-000000000000}" dt="2026-10-28T22:42:07.979" v="690"/>
          <ac:spMkLst>
            <pc:docMk/>
            <pc:sldMk cId="0" sldId="273"/>
            <ac:spMk id="22" creationId="{56069014-0F7B-A0F1-4237-9F9AB3836856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36:28.050" v="576" actId="1076"/>
          <ac:picMkLst>
            <pc:docMk/>
            <pc:sldMk cId="0" sldId="273"/>
            <ac:picMk id="8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8T22:43:06.713" v="730" actId="20577"/>
        <pc:sldMkLst>
          <pc:docMk/>
          <pc:sldMk cId="0" sldId="274"/>
        </pc:sldMkLst>
        <pc:spChg chg="del">
          <ac:chgData name="Alfonso Balandra Antelis" userId="S::abala@tec.mx::28ba9e3f-8dae-4bf5-851d-5bb8a2fa86a5" providerId="AD" clId="Web-{00000000-0000-0000-0000-000000000000}" dt="2026-10-28T22:41:22.197" v="681"/>
          <ac:spMkLst>
            <pc:docMk/>
            <pc:sldMk cId="0" sldId="274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1:22.197" v="680"/>
          <ac:spMkLst>
            <pc:docMk/>
            <pc:sldMk cId="0" sldId="274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3:06.713" v="730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1:26.884" v="683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2:52.495" v="724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2:52.510" v="725" actId="1076"/>
          <ac:spMkLst>
            <pc:docMk/>
            <pc:sldMk cId="0" sldId="274"/>
            <ac:spMk id="13" creationId="{00000000-0000-0000-0000-000000000000}"/>
          </ac:spMkLst>
        </pc:spChg>
        <pc:spChg chg="add mod">
          <ac:chgData name="Alfonso Balandra Antelis" userId="S::abala@tec.mx::28ba9e3f-8dae-4bf5-851d-5bb8a2fa86a5" providerId="AD" clId="Web-{00000000-0000-0000-0000-000000000000}" dt="2026-10-28T22:42:20.932" v="695" actId="14100"/>
          <ac:spMkLst>
            <pc:docMk/>
            <pc:sldMk cId="0" sldId="274"/>
            <ac:spMk id="15" creationId="{BC972515-5CA0-90D9-2AB6-AD24DC297157}"/>
          </ac:spMkLst>
        </pc:spChg>
        <pc:spChg chg="add mod">
          <ac:chgData name="Alfonso Balandra Antelis" userId="S::abala@tec.mx::28ba9e3f-8dae-4bf5-851d-5bb8a2fa86a5" providerId="AD" clId="Web-{00000000-0000-0000-0000-000000000000}" dt="2026-10-28T22:42:26.901" v="698" actId="14100"/>
          <ac:spMkLst>
            <pc:docMk/>
            <pc:sldMk cId="0" sldId="274"/>
            <ac:spMk id="16" creationId="{9A72C03C-C6E3-1612-BAF8-DC0D4EF5457B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28T22:44:27.698" v="774" actId="1076"/>
        <pc:sldMkLst>
          <pc:docMk/>
          <pc:sldMk cId="0" sldId="275"/>
        </pc:sldMkLst>
        <pc:spChg chg="del">
          <ac:chgData name="Alfonso Balandra Antelis" userId="S::abala@tec.mx::28ba9e3f-8dae-4bf5-851d-5bb8a2fa86a5" providerId="AD" clId="Web-{00000000-0000-0000-0000-000000000000}" dt="2026-10-28T22:43:12.713" v="732"/>
          <ac:spMkLst>
            <pc:docMk/>
            <pc:sldMk cId="0" sldId="275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3:12.713" v="731"/>
          <ac:spMkLst>
            <pc:docMk/>
            <pc:sldMk cId="0" sldId="275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3:18.042" v="733" actId="1076"/>
          <ac:spMkLst>
            <pc:docMk/>
            <pc:sldMk cId="0" sldId="275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3:18.057" v="734" actId="1076"/>
          <ac:spMkLst>
            <pc:docMk/>
            <pc:sldMk cId="0" sldId="275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4:00.245" v="755"/>
          <ac:spMkLst>
            <pc:docMk/>
            <pc:sldMk cId="0" sldId="275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3:59.151" v="754"/>
          <ac:spMkLst>
            <pc:docMk/>
            <pc:sldMk cId="0" sldId="275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3:57.808" v="753"/>
          <ac:spMkLst>
            <pc:docMk/>
            <pc:sldMk cId="0" sldId="275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27.636" v="769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27.651" v="770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27.667" v="771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27.667" v="772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27.683" v="773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4:27.698" v="774" actId="1076"/>
          <ac:spMkLst>
            <pc:docMk/>
            <pc:sldMk cId="0" sldId="275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3:33.120" v="741"/>
          <ac:spMkLst>
            <pc:docMk/>
            <pc:sldMk cId="0" sldId="275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3:33.120" v="740"/>
          <ac:spMkLst>
            <pc:docMk/>
            <pc:sldMk cId="0" sldId="275"/>
            <ac:spMk id="18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3:33.120" v="739"/>
          <ac:spMkLst>
            <pc:docMk/>
            <pc:sldMk cId="0" sldId="275"/>
            <ac:spMk id="19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28T22:44:17.183" v="765" actId="1076"/>
          <ac:spMkLst>
            <pc:docMk/>
            <pc:sldMk cId="0" sldId="275"/>
            <ac:spMk id="20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28T22:44:17.198" v="766" actId="1076"/>
          <ac:spMkLst>
            <pc:docMk/>
            <pc:sldMk cId="0" sldId="275"/>
            <ac:spMk id="21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44:13.386" v="762" actId="1076"/>
          <ac:picMkLst>
            <pc:docMk/>
            <pc:sldMk cId="0" sldId="275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44:21.011" v="768" actId="14100"/>
          <ac:picMkLst>
            <pc:docMk/>
            <pc:sldMk cId="0" sldId="275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45:28.496" v="830" actId="20577"/>
        <pc:sldMkLst>
          <pc:docMk/>
          <pc:sldMk cId="0" sldId="276"/>
        </pc:sldMkLst>
        <pc:spChg chg="del">
          <ac:chgData name="Alfonso Balandra Antelis" userId="S::abala@tec.mx::28ba9e3f-8dae-4bf5-851d-5bb8a2fa86a5" providerId="AD" clId="Web-{00000000-0000-0000-0000-000000000000}" dt="2026-10-28T22:45:08.417" v="814"/>
          <ac:spMkLst>
            <pc:docMk/>
            <pc:sldMk cId="0" sldId="27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5:08.417" v="813"/>
          <ac:spMkLst>
            <pc:docMk/>
            <pc:sldMk cId="0" sldId="27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5:28.496" v="830" actId="20577"/>
          <ac:spMkLst>
            <pc:docMk/>
            <pc:sldMk cId="0" sldId="276"/>
            <ac:spMk id="8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2:47:29.611" v="911" actId="1076"/>
        <pc:sldMkLst>
          <pc:docMk/>
          <pc:sldMk cId="0" sldId="277"/>
        </pc:sldMkLst>
        <pc:spChg chg="del">
          <ac:chgData name="Alfonso Balandra Antelis" userId="S::abala@tec.mx::28ba9e3f-8dae-4bf5-851d-5bb8a2fa86a5" providerId="AD" clId="Web-{00000000-0000-0000-0000-000000000000}" dt="2026-10-28T22:45:52.980" v="832"/>
          <ac:spMkLst>
            <pc:docMk/>
            <pc:sldMk cId="0" sldId="27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5:52.980" v="83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5:57.871" v="833" actId="1076"/>
          <ac:spMkLst>
            <pc:docMk/>
            <pc:sldMk cId="0" sldId="27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5:57.886" v="834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6:41.762" v="840" actId="20577"/>
          <ac:spMkLst>
            <pc:docMk/>
            <pc:sldMk cId="0" sldId="277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7:29.579" v="909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7:29.595" v="910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7:29.611" v="911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7:14.328" v="906" actId="20577"/>
          <ac:spMkLst>
            <pc:docMk/>
            <pc:sldMk cId="0" sldId="27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6:32.246" v="837" actId="107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6:32.262" v="838" actId="1076"/>
          <ac:spMkLst>
            <pc:docMk/>
            <pc:sldMk cId="0" sldId="277"/>
            <ac:spMk id="17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2:50:00.531" v="977" actId="1076"/>
        <pc:sldMkLst>
          <pc:docMk/>
          <pc:sldMk cId="0" sldId="278"/>
        </pc:sldMkLst>
        <pc:spChg chg="del">
          <ac:chgData name="Alfonso Balandra Antelis" userId="S::abala@tec.mx::28ba9e3f-8dae-4bf5-851d-5bb8a2fa86a5" providerId="AD" clId="Web-{00000000-0000-0000-0000-000000000000}" dt="2026-10-28T22:47:38.362" v="913"/>
          <ac:spMkLst>
            <pc:docMk/>
            <pc:sldMk cId="0" sldId="278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47:38.362" v="912"/>
          <ac:spMkLst>
            <pc:docMk/>
            <pc:sldMk cId="0" sldId="278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46.030" v="967" actId="14100"/>
          <ac:spMkLst>
            <pc:docMk/>
            <pc:sldMk cId="0" sldId="278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7:51.582" v="916"/>
          <ac:spMkLst>
            <pc:docMk/>
            <pc:sldMk cId="0" sldId="278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624" v="968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640" v="969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655" v="970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655" v="971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671" v="972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687" v="973" actId="107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51.702" v="974" actId="1076"/>
          <ac:spMkLst>
            <pc:docMk/>
            <pc:sldMk cId="0" sldId="278"/>
            <ac:spMk id="1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9:33.388" v="962"/>
          <ac:spMkLst>
            <pc:docMk/>
            <pc:sldMk cId="0" sldId="278"/>
            <ac:spMk id="1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9:33.388" v="961"/>
          <ac:spMkLst>
            <pc:docMk/>
            <pc:sldMk cId="0" sldId="278"/>
            <ac:spMk id="17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9:33.388" v="960"/>
          <ac:spMkLst>
            <pc:docMk/>
            <pc:sldMk cId="0" sldId="278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42.686" v="965" actId="107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49:42.686" v="966" actId="1076"/>
          <ac:spMkLst>
            <pc:docMk/>
            <pc:sldMk cId="0" sldId="278"/>
            <ac:spMk id="20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9:36.404" v="964"/>
          <ac:spMkLst>
            <pc:docMk/>
            <pc:sldMk cId="0" sldId="278"/>
            <ac:spMk id="21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49:36.404" v="963"/>
          <ac:spMkLst>
            <pc:docMk/>
            <pc:sldMk cId="0" sldId="278"/>
            <ac:spMk id="22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49:29.247" v="954" actId="1076"/>
          <ac:picMkLst>
            <pc:docMk/>
            <pc:sldMk cId="0" sldId="278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50:00.531" v="977" actId="1076"/>
          <ac:picMkLst>
            <pc:docMk/>
            <pc:sldMk cId="0" sldId="278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49:55.953" v="976" actId="1076"/>
          <ac:picMkLst>
            <pc:docMk/>
            <pc:sldMk cId="0" sldId="278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2:59:42.891" v="1023" actId="14100"/>
        <pc:sldMkLst>
          <pc:docMk/>
          <pc:sldMk cId="0" sldId="279"/>
        </pc:sldMkLst>
        <pc:spChg chg="del mod">
          <ac:chgData name="Alfonso Balandra Antelis" userId="S::abala@tec.mx::28ba9e3f-8dae-4bf5-851d-5bb8a2fa86a5" providerId="AD" clId="Web-{00000000-0000-0000-0000-000000000000}" dt="2026-10-28T22:50:10.172" v="985"/>
          <ac:spMkLst>
            <pc:docMk/>
            <pc:sldMk cId="0" sldId="279"/>
            <ac:spMk id="3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2:50:10.172" v="984"/>
          <ac:spMkLst>
            <pc:docMk/>
            <pc:sldMk cId="0" sldId="27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0:13.735" v="986" actId="1076"/>
          <ac:spMkLst>
            <pc:docMk/>
            <pc:sldMk cId="0" sldId="279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1:09.285" v="1011" actId="1076"/>
          <ac:spMkLst>
            <pc:docMk/>
            <pc:sldMk cId="0" sldId="279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0:24.501" v="988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0:24.517" v="989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0:24.532" v="990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0:24.548" v="991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9:39.391" v="1020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9:39.407" v="1021" actId="107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9:39.423" v="1022" actId="1076"/>
          <ac:spMkLst>
            <pc:docMk/>
            <pc:sldMk cId="0" sldId="279"/>
            <ac:spMk id="1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50:57.300" v="1007"/>
          <ac:spMkLst>
            <pc:docMk/>
            <pc:sldMk cId="0" sldId="279"/>
            <ac:spMk id="1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50:57.300" v="1006"/>
          <ac:spMkLst>
            <pc:docMk/>
            <pc:sldMk cId="0" sldId="279"/>
            <ac:spMk id="20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2:50:06.094" v="983" actId="1076"/>
          <ac:picMkLst>
            <pc:docMk/>
            <pc:sldMk cId="0" sldId="279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2:59:42.891" v="1023" actId="14100"/>
          <ac:picMkLst>
            <pc:docMk/>
            <pc:sldMk cId="0" sldId="279"/>
            <ac:picMk id="7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8T23:01:35.799" v="1108" actId="1076"/>
        <pc:sldMkLst>
          <pc:docMk/>
          <pc:sldMk cId="0" sldId="280"/>
        </pc:sldMkLst>
        <pc:spChg chg="del">
          <ac:chgData name="Alfonso Balandra Antelis" userId="S::abala@tec.mx::28ba9e3f-8dae-4bf5-851d-5bb8a2fa86a5" providerId="AD" clId="Web-{00000000-0000-0000-0000-000000000000}" dt="2026-10-28T22:51:14.582" v="1013"/>
          <ac:spMkLst>
            <pc:docMk/>
            <pc:sldMk cId="0" sldId="280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2:51:14.567" v="1012"/>
          <ac:spMkLst>
            <pc:docMk/>
            <pc:sldMk cId="0" sldId="280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0:05.673" v="1068" actId="20577"/>
          <ac:spMkLst>
            <pc:docMk/>
            <pc:sldMk cId="0" sldId="280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2:51:17.739" v="1015" actId="1076"/>
          <ac:spMkLst>
            <pc:docMk/>
            <pc:sldMk cId="0" sldId="280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1:10.517" v="1094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1:10.533" v="1095" actId="1076"/>
          <ac:spMkLst>
            <pc:docMk/>
            <pc:sldMk cId="0" sldId="280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1:10.548" v="1096" actId="107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1:10.564" v="1097" actId="107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1:10.580" v="1098" actId="107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1:10.595" v="1099" actId="107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0:50.345" v="1092" actId="20577"/>
          <ac:spMkLst>
            <pc:docMk/>
            <pc:sldMk cId="0" sldId="280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0:37.220" v="1074" actId="107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0:30.579" v="1073" actId="20577"/>
          <ac:spMkLst>
            <pc:docMk/>
            <pc:sldMk cId="0" sldId="280"/>
            <ac:spMk id="18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3:01:15.236" v="1101" actId="1076"/>
          <ac:picMkLst>
            <pc:docMk/>
            <pc:sldMk cId="0" sldId="280"/>
            <ac:picMk id="7" creationId="{00000000-0000-0000-0000-000000000000}"/>
          </ac:picMkLst>
        </pc:picChg>
        <pc:picChg chg="add mod modCrop">
          <ac:chgData name="Alfonso Balandra Antelis" userId="S::abala@tec.mx::28ba9e3f-8dae-4bf5-851d-5bb8a2fa86a5" providerId="AD" clId="Web-{00000000-0000-0000-0000-000000000000}" dt="2026-10-28T23:01:35.799" v="1108" actId="1076"/>
          <ac:picMkLst>
            <pc:docMk/>
            <pc:sldMk cId="0" sldId="280"/>
            <ac:picMk id="20" creationId="{A88AF107-EDF9-5DCC-C844-0D1B8C803ED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3:03:46.799" v="1216" actId="1076"/>
        <pc:sldMkLst>
          <pc:docMk/>
          <pc:sldMk cId="0" sldId="281"/>
        </pc:sldMkLst>
        <pc:spChg chg="del">
          <ac:chgData name="Alfonso Balandra Antelis" userId="S::abala@tec.mx::28ba9e3f-8dae-4bf5-851d-5bb8a2fa86a5" providerId="AD" clId="Web-{00000000-0000-0000-0000-000000000000}" dt="2026-10-28T23:01:48.705" v="1110"/>
          <ac:spMkLst>
            <pc:docMk/>
            <pc:sldMk cId="0" sldId="281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1:48.705" v="1109"/>
          <ac:spMkLst>
            <pc:docMk/>
            <pc:sldMk cId="0" sldId="281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2:07.424" v="1132" actId="20577"/>
          <ac:spMkLst>
            <pc:docMk/>
            <pc:sldMk cId="0" sldId="281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2:27.846" v="1155" actId="20577"/>
          <ac:spMkLst>
            <pc:docMk/>
            <pc:sldMk cId="0" sldId="281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2:28.986" v="1156"/>
          <ac:spMkLst>
            <pc:docMk/>
            <pc:sldMk cId="0" sldId="281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2:32.783" v="1158"/>
          <ac:spMkLst>
            <pc:docMk/>
            <pc:sldMk cId="0" sldId="281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2:31.252" v="115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549" v="1205" actId="107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581" v="1206" actId="107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596" v="1207" actId="107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612" v="1208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643" v="1209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674" v="1210" actId="1076"/>
          <ac:spMkLst>
            <pc:docMk/>
            <pc:sldMk cId="0" sldId="28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690" v="1211" actId="1076"/>
          <ac:spMkLst>
            <pc:docMk/>
            <pc:sldMk cId="0" sldId="281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706" v="1212" actId="107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737" v="1213" actId="1076"/>
          <ac:spMkLst>
            <pc:docMk/>
            <pc:sldMk cId="0" sldId="281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753" v="1214" actId="1076"/>
          <ac:spMkLst>
            <pc:docMk/>
            <pc:sldMk cId="0" sldId="281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784" v="1215" actId="1076"/>
          <ac:spMkLst>
            <pc:docMk/>
            <pc:sldMk cId="0" sldId="28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46.799" v="1216" actId="1076"/>
          <ac:spMkLst>
            <pc:docMk/>
            <pc:sldMk cId="0" sldId="281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2:42.143" v="1162" actId="1076"/>
          <ac:spMkLst>
            <pc:docMk/>
            <pc:sldMk cId="0" sldId="281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2:42.158" v="1163" actId="1076"/>
          <ac:spMkLst>
            <pc:docMk/>
            <pc:sldMk cId="0" sldId="281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2:51.752" v="1186" actId="20577"/>
          <ac:spMkLst>
            <pc:docMk/>
            <pc:sldMk cId="0" sldId="281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37.893" v="1203" actId="1076"/>
          <ac:spMkLst>
            <pc:docMk/>
            <pc:sldMk cId="0" sldId="281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37.909" v="1204" actId="1076"/>
          <ac:spMkLst>
            <pc:docMk/>
            <pc:sldMk cId="0" sldId="281"/>
            <ac:spMk id="27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3:02:37.361" v="1161" actId="14100"/>
          <ac:picMkLst>
            <pc:docMk/>
            <pc:sldMk cId="0" sldId="281"/>
            <ac:picMk id="8" creationId="{00000000-0000-0000-0000-000000000000}"/>
          </ac:picMkLst>
        </pc:picChg>
      </pc:sldChg>
      <pc:sldChg chg="delSp modSp mod modShow">
        <pc:chgData name="Alfonso Balandra Antelis" userId="S::abala@tec.mx::28ba9e3f-8dae-4bf5-851d-5bb8a2fa86a5" providerId="AD" clId="Web-{00000000-0000-0000-0000-000000000000}" dt="2026-10-28T23:04:59.901" v="1237"/>
        <pc:sldMkLst>
          <pc:docMk/>
          <pc:sldMk cId="0" sldId="282"/>
        </pc:sldMkLst>
        <pc:spChg chg="del">
          <ac:chgData name="Alfonso Balandra Antelis" userId="S::abala@tec.mx::28ba9e3f-8dae-4bf5-851d-5bb8a2fa86a5" providerId="AD" clId="Web-{00000000-0000-0000-0000-000000000000}" dt="2026-10-28T23:03:51.284" v="1218"/>
          <ac:spMkLst>
            <pc:docMk/>
            <pc:sldMk cId="0" sldId="282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3:51.284" v="1217"/>
          <ac:spMkLst>
            <pc:docMk/>
            <pc:sldMk cId="0" sldId="282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55.644" v="1219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3:55.659" v="1220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4:06.098" v="1221" actId="107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4:06.114" v="1222" actId="107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4:06.114" v="1223" actId="1076"/>
          <ac:spMkLst>
            <pc:docMk/>
            <pc:sldMk cId="0" sldId="282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4:44.071" v="1232"/>
          <ac:spMkLst>
            <pc:docMk/>
            <pc:sldMk cId="0" sldId="282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4:44.071" v="1231"/>
          <ac:spMkLst>
            <pc:docMk/>
            <pc:sldMk cId="0" sldId="282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4:44.071" v="1230"/>
          <ac:spMkLst>
            <pc:docMk/>
            <pc:sldMk cId="0" sldId="282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4:46.947" v="1233" actId="1076"/>
          <ac:spMkLst>
            <pc:docMk/>
            <pc:sldMk cId="0" sldId="282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4:46.962" v="1234" actId="1076"/>
          <ac:spMkLst>
            <pc:docMk/>
            <pc:sldMk cId="0" sldId="282"/>
            <ac:spMk id="20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8T23:05:10.371" v="1241" actId="20577"/>
        <pc:sldMkLst>
          <pc:docMk/>
          <pc:sldMk cId="0" sldId="283"/>
        </pc:sldMkLst>
        <pc:spChg chg="del">
          <ac:chgData name="Alfonso Balandra Antelis" userId="S::abala@tec.mx::28ba9e3f-8dae-4bf5-851d-5bb8a2fa86a5" providerId="AD" clId="Web-{00000000-0000-0000-0000-000000000000}" dt="2026-10-28T23:04:51.432" v="1236"/>
          <ac:spMkLst>
            <pc:docMk/>
            <pc:sldMk cId="0" sldId="283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4:51.432" v="1235"/>
          <ac:spMkLst>
            <pc:docMk/>
            <pc:sldMk cId="0" sldId="283"/>
            <ac:spMk id="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5:04.230" v="1238"/>
          <ac:spMkLst>
            <pc:docMk/>
            <pc:sldMk cId="0" sldId="283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5:10.371" v="1241" actId="20577"/>
          <ac:spMkLst>
            <pc:docMk/>
            <pc:sldMk cId="0" sldId="283"/>
            <ac:spMk id="9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28T23:07:29.858" v="1289"/>
        <pc:sldMkLst>
          <pc:docMk/>
          <pc:sldMk cId="0" sldId="284"/>
        </pc:sldMkLst>
        <pc:spChg chg="del">
          <ac:chgData name="Alfonso Balandra Antelis" userId="S::abala@tec.mx::28ba9e3f-8dae-4bf5-851d-5bb8a2fa86a5" providerId="AD" clId="Web-{00000000-0000-0000-0000-000000000000}" dt="2026-10-28T23:05:15.652" v="1243"/>
          <ac:spMkLst>
            <pc:docMk/>
            <pc:sldMk cId="0" sldId="284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5:15.637" v="1242"/>
          <ac:spMkLst>
            <pc:docMk/>
            <pc:sldMk cId="0" sldId="284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5:19.028" v="1244" actId="1076"/>
          <ac:spMkLst>
            <pc:docMk/>
            <pc:sldMk cId="0" sldId="284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5:25.544" v="1246" actId="1076"/>
          <ac:spMkLst>
            <pc:docMk/>
            <pc:sldMk cId="0" sldId="284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5:33.780" v="1247"/>
          <ac:spMkLst>
            <pc:docMk/>
            <pc:sldMk cId="0" sldId="284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44.223" v="1275"/>
          <ac:spMkLst>
            <pc:docMk/>
            <pc:sldMk cId="0" sldId="284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44.223" v="1274"/>
          <ac:spMkLst>
            <pc:docMk/>
            <pc:sldMk cId="0" sldId="284"/>
            <ac:spMk id="1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44.223" v="1273"/>
          <ac:spMkLst>
            <pc:docMk/>
            <pc:sldMk cId="0" sldId="284"/>
            <ac:spMk id="11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44.223" v="1272"/>
          <ac:spMkLst>
            <pc:docMk/>
            <pc:sldMk cId="0" sldId="284"/>
            <ac:spMk id="12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44.223" v="1271"/>
          <ac:spMkLst>
            <pc:docMk/>
            <pc:sldMk cId="0" sldId="284"/>
            <ac:spMk id="1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44.223" v="1270"/>
          <ac:spMkLst>
            <pc:docMk/>
            <pc:sldMk cId="0" sldId="284"/>
            <ac:spMk id="1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39.457" v="1269"/>
          <ac:spMkLst>
            <pc:docMk/>
            <pc:sldMk cId="0" sldId="284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6:39.457" v="1268"/>
          <ac:spMkLst>
            <pc:docMk/>
            <pc:sldMk cId="0" sldId="284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6:17.237" v="1265" actId="20577"/>
          <ac:spMkLst>
            <pc:docMk/>
            <pc:sldMk cId="0" sldId="284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6:24.331" v="1267" actId="20577"/>
          <ac:spMkLst>
            <pc:docMk/>
            <pc:sldMk cId="0" sldId="284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5:49.734" v="1250" actId="1076"/>
          <ac:spMkLst>
            <pc:docMk/>
            <pc:sldMk cId="0" sldId="284"/>
            <ac:spMk id="22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7:18.123" v="1285"/>
          <ac:spMkLst>
            <pc:docMk/>
            <pc:sldMk cId="0" sldId="284"/>
            <ac:spMk id="2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7:18.123" v="1284"/>
          <ac:spMkLst>
            <pc:docMk/>
            <pc:sldMk cId="0" sldId="284"/>
            <ac:spMk id="24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3:07:18.123" v="1283"/>
          <ac:spMkLst>
            <pc:docMk/>
            <pc:sldMk cId="0" sldId="284"/>
            <ac:spMk id="25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28T23:07:29.858" v="1289"/>
          <ac:spMkLst>
            <pc:docMk/>
            <pc:sldMk cId="0" sldId="284"/>
            <ac:spMk id="26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28T23:07:29.858" v="1288"/>
          <ac:spMkLst>
            <pc:docMk/>
            <pc:sldMk cId="0" sldId="284"/>
            <ac:spMk id="27" creationId="{00000000-0000-0000-0000-000000000000}"/>
          </ac:spMkLst>
        </pc:spChg>
        <pc:picChg chg="add del">
          <ac:chgData name="Alfonso Balandra Antelis" userId="S::abala@tec.mx::28ba9e3f-8dae-4bf5-851d-5bb8a2fa86a5" providerId="AD" clId="Web-{00000000-0000-0000-0000-000000000000}" dt="2026-10-28T23:06:58.677" v="1280"/>
          <ac:picMkLst>
            <pc:docMk/>
            <pc:sldMk cId="0" sldId="284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8T23:06:50.661" v="1276" actId="1076"/>
          <ac:picMkLst>
            <pc:docMk/>
            <pc:sldMk cId="0" sldId="284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3:09:47.066" v="1402" actId="1076"/>
        <pc:sldMkLst>
          <pc:docMk/>
          <pc:sldMk cId="0" sldId="285"/>
        </pc:sldMkLst>
        <pc:spChg chg="del">
          <ac:chgData name="Alfonso Balandra Antelis" userId="S::abala@tec.mx::28ba9e3f-8dae-4bf5-851d-5bb8a2fa86a5" providerId="AD" clId="Web-{00000000-0000-0000-0000-000000000000}" dt="2026-10-28T23:07:34.202" v="1291"/>
          <ac:spMkLst>
            <pc:docMk/>
            <pc:sldMk cId="0" sldId="285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7:34.202" v="1290"/>
          <ac:spMkLst>
            <pc:docMk/>
            <pc:sldMk cId="0" sldId="285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7:43.281" v="1292" actId="1076"/>
          <ac:spMkLst>
            <pc:docMk/>
            <pc:sldMk cId="0" sldId="285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9:05.143" v="1377" actId="20577"/>
          <ac:spMkLst>
            <pc:docMk/>
            <pc:sldMk cId="0" sldId="285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7:58.062" v="1298" actId="107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7:58.078" v="1299" actId="107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8:33.346" v="1370" actId="14100"/>
          <ac:spMkLst>
            <pc:docMk/>
            <pc:sldMk cId="0" sldId="28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7:58.109" v="1301" actId="1076"/>
          <ac:spMkLst>
            <pc:docMk/>
            <pc:sldMk cId="0" sldId="285"/>
            <ac:spMk id="1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9:42.941" v="1400"/>
          <ac:spMkLst>
            <pc:docMk/>
            <pc:sldMk cId="0" sldId="285"/>
            <ac:spMk id="1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9:42.941" v="1399"/>
          <ac:spMkLst>
            <pc:docMk/>
            <pc:sldMk cId="0" sldId="285"/>
            <ac:spMk id="20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3:09:42.941" v="1398"/>
          <ac:spMkLst>
            <pc:docMk/>
            <pc:sldMk cId="0" sldId="285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9:47.035" v="1401" actId="107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9:47.066" v="1402" actId="1076"/>
          <ac:spMkLst>
            <pc:docMk/>
            <pc:sldMk cId="0" sldId="285"/>
            <ac:spMk id="23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3:09:34.129" v="1393" actId="1076"/>
          <ac:picMkLst>
            <pc:docMk/>
            <pc:sldMk cId="0" sldId="285"/>
            <ac:picMk id="2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3:10:49.194" v="1442" actId="1076"/>
        <pc:sldMkLst>
          <pc:docMk/>
          <pc:sldMk cId="0" sldId="286"/>
        </pc:sldMkLst>
        <pc:spChg chg="del">
          <ac:chgData name="Alfonso Balandra Antelis" userId="S::abala@tec.mx::28ba9e3f-8dae-4bf5-851d-5bb8a2fa86a5" providerId="AD" clId="Web-{00000000-0000-0000-0000-000000000000}" dt="2026-10-28T23:09:53.473" v="1404"/>
          <ac:spMkLst>
            <pc:docMk/>
            <pc:sldMk cId="0" sldId="28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09:53.473" v="1403"/>
          <ac:spMkLst>
            <pc:docMk/>
            <pc:sldMk cId="0" sldId="28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9:56.614" v="1405" actId="1076"/>
          <ac:spMkLst>
            <pc:docMk/>
            <pc:sldMk cId="0" sldId="286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09:56.645" v="1406" actId="1076"/>
          <ac:spMkLst>
            <pc:docMk/>
            <pc:sldMk cId="0" sldId="286"/>
            <ac:spMk id="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3:09:58.567" v="1408"/>
          <ac:spMkLst>
            <pc:docMk/>
            <pc:sldMk cId="0" sldId="286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0:01.786" v="1410"/>
          <ac:spMkLst>
            <pc:docMk/>
            <pc:sldMk cId="0" sldId="286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0:00.895" v="1409"/>
          <ac:spMkLst>
            <pc:docMk/>
            <pc:sldMk cId="0" sldId="286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14.896" v="1414" actId="1076"/>
          <ac:spMkLst>
            <pc:docMk/>
            <pc:sldMk cId="0" sldId="286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14.911" v="1415" actId="1076"/>
          <ac:spMkLst>
            <pc:docMk/>
            <pc:sldMk cId="0" sldId="28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14.911" v="1416" actId="1076"/>
          <ac:spMkLst>
            <pc:docMk/>
            <pc:sldMk cId="0" sldId="286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14.927" v="1417" actId="1076"/>
          <ac:spMkLst>
            <pc:docMk/>
            <pc:sldMk cId="0" sldId="286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36.318" v="1438" actId="1076"/>
          <ac:spMkLst>
            <pc:docMk/>
            <pc:sldMk cId="0" sldId="286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49.194" v="1441" actId="1076"/>
          <ac:spMkLst>
            <pc:docMk/>
            <pc:sldMk cId="0" sldId="286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0:49.194" v="1442" actId="1076"/>
          <ac:spMkLst>
            <pc:docMk/>
            <pc:sldMk cId="0" sldId="286"/>
            <ac:spMk id="23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3:10:16.255" v="1418" actId="1076"/>
          <ac:picMkLst>
            <pc:docMk/>
            <pc:sldMk cId="0" sldId="286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3:15:07.498" v="1507" actId="20577"/>
        <pc:sldMkLst>
          <pc:docMk/>
          <pc:sldMk cId="0" sldId="287"/>
        </pc:sldMkLst>
        <pc:spChg chg="del">
          <ac:chgData name="Alfonso Balandra Antelis" userId="S::abala@tec.mx::28ba9e3f-8dae-4bf5-851d-5bb8a2fa86a5" providerId="AD" clId="Web-{00000000-0000-0000-0000-000000000000}" dt="2026-10-28T23:13:22.933" v="1444"/>
          <ac:spMkLst>
            <pc:docMk/>
            <pc:sldMk cId="0" sldId="28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3:22.917" v="1443"/>
          <ac:spMkLst>
            <pc:docMk/>
            <pc:sldMk cId="0" sldId="287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3:26.589" v="1445" actId="1076"/>
          <ac:spMkLst>
            <pc:docMk/>
            <pc:sldMk cId="0" sldId="28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07.498" v="1507" actId="20577"/>
          <ac:spMkLst>
            <pc:docMk/>
            <pc:sldMk cId="0" sldId="287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3:54.715" v="1468"/>
          <ac:spMkLst>
            <pc:docMk/>
            <pc:sldMk cId="0" sldId="287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3:53.527" v="1467"/>
          <ac:spMkLst>
            <pc:docMk/>
            <pc:sldMk cId="0" sldId="287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3:52.652" v="146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49.513" v="1488" actId="1076"/>
          <ac:spMkLst>
            <pc:docMk/>
            <pc:sldMk cId="0" sldId="28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49.544" v="1489" actId="107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49.560" v="1490" actId="107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49.575" v="1491" actId="107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22.184" v="1480" actId="1076"/>
          <ac:spMkLst>
            <pc:docMk/>
            <pc:sldMk cId="0" sldId="287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37.231" v="1486" actId="14100"/>
          <ac:spMkLst>
            <pc:docMk/>
            <pc:sldMk cId="0" sldId="287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4:39.622" v="1487" actId="14100"/>
          <ac:spMkLst>
            <pc:docMk/>
            <pc:sldMk cId="0" sldId="287"/>
            <ac:spMk id="23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8T23:13:59.137" v="1470" actId="1076"/>
          <ac:picMkLst>
            <pc:docMk/>
            <pc:sldMk cId="0" sldId="287"/>
            <ac:picMk id="2" creationId="{00000000-0000-0000-0000-000000000000}"/>
          </ac:picMkLst>
        </pc:picChg>
        <pc:picChg chg="mod modCrop">
          <ac:chgData name="Alfonso Balandra Antelis" userId="S::abala@tec.mx::28ba9e3f-8dae-4bf5-851d-5bb8a2fa86a5" providerId="AD" clId="Web-{00000000-0000-0000-0000-000000000000}" dt="2026-10-28T23:14:19.168" v="1479" actId="1076"/>
          <ac:picMkLst>
            <pc:docMk/>
            <pc:sldMk cId="0" sldId="287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8T23:15:44.170" v="1520"/>
        <pc:sldMkLst>
          <pc:docMk/>
          <pc:sldMk cId="0" sldId="288"/>
        </pc:sldMkLst>
        <pc:spChg chg="del">
          <ac:chgData name="Alfonso Balandra Antelis" userId="S::abala@tec.mx::28ba9e3f-8dae-4bf5-851d-5bb8a2fa86a5" providerId="AD" clId="Web-{00000000-0000-0000-0000-000000000000}" dt="2026-10-28T23:15:14.826" v="1509"/>
          <ac:spMkLst>
            <pc:docMk/>
            <pc:sldMk cId="0" sldId="288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5:14.826" v="1508"/>
          <ac:spMkLst>
            <pc:docMk/>
            <pc:sldMk cId="0" sldId="288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21.232" v="1510" actId="1076"/>
          <ac:spMkLst>
            <pc:docMk/>
            <pc:sldMk cId="0" sldId="288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21.248" v="1511" actId="1076"/>
          <ac:spMkLst>
            <pc:docMk/>
            <pc:sldMk cId="0" sldId="288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32.373" v="1512" actId="1076"/>
          <ac:spMkLst>
            <pc:docMk/>
            <pc:sldMk cId="0" sldId="288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32.389" v="1513" actId="1076"/>
          <ac:spMkLst>
            <pc:docMk/>
            <pc:sldMk cId="0" sldId="288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32.404" v="1514" actId="1076"/>
          <ac:spMkLst>
            <pc:docMk/>
            <pc:sldMk cId="0" sldId="288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32.420" v="1515" actId="1076"/>
          <ac:spMkLst>
            <pc:docMk/>
            <pc:sldMk cId="0" sldId="288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8T23:15:40.326" v="1517" actId="14100"/>
          <ac:spMkLst>
            <pc:docMk/>
            <pc:sldMk cId="0" sldId="288"/>
            <ac:spMk id="2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8T23:15:44.170" v="1520"/>
          <ac:spMkLst>
            <pc:docMk/>
            <pc:sldMk cId="0" sldId="288"/>
            <ac:spMk id="30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8T23:15:44.170" v="1519"/>
          <ac:spMkLst>
            <pc:docMk/>
            <pc:sldMk cId="0" sldId="288"/>
            <ac:spMk id="31" creationId="{00000000-0000-0000-0000-000000000000}"/>
          </ac:spMkLst>
        </pc:spChg>
      </pc:sldChg>
      <pc:sldChg chg="del">
        <pc:chgData name="Alfonso Balandra Antelis" userId="S::abala@tec.mx::28ba9e3f-8dae-4bf5-851d-5bb8a2fa86a5" providerId="AD" clId="Web-{00000000-0000-0000-0000-000000000000}" dt="2026-10-28T22:29:35.005" v="522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18BA9-C898-4E56-A3A2-4F9EC4CFE29E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470FA-AB1E-4381-BFE2-0CAEAB91A4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Bienvenida al tema 8.5.2. Hoy construimos la interfaz del cubo que ya se mueve con WASD.</a:t>
            </a:r>
          </a:p>
          <a:p>
            <a:endParaRPr/>
          </a:p>
          <a:p>
            <a:r>
              <a:t>El recorrido es: Canvas, panel, texto, contador de caídas, botón Reset, evento OnClick y salto con la barra espaciadora.</a:t>
            </a:r>
          </a:p>
          <a:p>
            <a:endParaRPr/>
          </a:p>
          <a:p>
            <a:r>
              <a:t>La carpeta T8-5-2_content tiene las capturas, el código y las fuentes. El proyecto base es Unity_Intro_2.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Recorrido en cuatro bloques.</a:t>
            </a:r>
          </a:p>
          <a:p>
            <a:endParaRPr/>
          </a:p>
          <a:p>
            <a:r>
              <a:t>1. Entender qué es un HUD y agregar el Canvas.</a:t>
            </a:r>
          </a:p>
          <a:p>
            <a:r>
              <a:t>2. Agregar el panel, el texto y conectarlo con el contador de caídas.</a:t>
            </a:r>
          </a:p>
          <a:p>
            <a:r>
              <a:t>3. Agregar el botón, su evento OnClick y una función pública.</a:t>
            </a:r>
          </a:p>
          <a:p>
            <a:r>
              <a:t>4. Programar el salto con Space y probarlo por partes.</a:t>
            </a:r>
          </a:p>
          <a:p>
            <a:endParaRPr/>
          </a:p>
          <a:p>
            <a:r>
              <a:t>La demo parte del proyecto Unity_Intro_2, que ya tiene el cubo con movimiento y Rigidbody.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1. La interfaz no es parte del mundo 3D: vive en un Canvas encima de la cámara.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piezas que suelen confundirse:</a:t>
            </a:r>
          </a:p>
          <a:p>
            <a:endParaRPr/>
          </a:p>
          <a:p>
            <a:r>
              <a:t>- Menú: se abre cuando el jugador lo pide (Esc, botón de pausa). Interrumpe o cambia el flujo.</a:t>
            </a:r>
          </a:p>
          <a:p>
            <a:r>
              <a:t>- HUD: siempre visible durante la partida. Muestra información: vidas, puntos, tiempo, caídas.</a:t>
            </a:r>
          </a:p>
          <a:p>
            <a:r>
              <a:t>- Pantalla: ocupa toda la vista. Inicio, game over, victoria, carga.</a:t>
            </a:r>
          </a:p>
          <a:p>
            <a:endParaRPr/>
          </a:p>
          <a:p>
            <a:r>
              <a:t>En esta clase construimos un HUD. El botón Reset es parte del HUD porque está siempre visible y da una acción rápida.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reglas prácticas para un HUD:</a:t>
            </a:r>
          </a:p>
          <a:p>
            <a:endParaRPr/>
          </a:p>
          <a:p>
            <a:r>
              <a:t>- Poco: no llenar la pantalla. Solo lo que el jugador necesita para decidir.</a:t>
            </a:r>
          </a:p>
          <a:p>
            <a:r>
              <a:t>- En los bordes: el centro es donde ocurre la acción. Los datos van a las esquinas.</a:t>
            </a:r>
          </a:p>
          <a:p>
            <a:r>
              <a:t>- Siempre igual: misma posición, tamaño y contraste en cualquier resolución.</a:t>
            </a:r>
          </a:p>
          <a:p>
            <a:endParaRPr/>
          </a:p>
          <a:p>
            <a:r>
              <a:t>En la demo mostramos dos cosas: el número de caídas (información) y un botón Reset (acción).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Canvas representa el espacio abstracto donde se acomoda y se dibuja la UI. Todos los elementos de UI deben ser hijos de un Canvas.</a:t>
            </a:r>
          </a:p>
          <a:p>
            <a:endParaRPr/>
          </a:p>
          <a:p>
            <a:r>
              <a:t>Pasos:</a:t>
            </a:r>
          </a:p>
          <a:p>
            <a:r>
              <a:t>1. En Hierarchy, clic derecho.</a:t>
            </a:r>
          </a:p>
          <a:p>
            <a:r>
              <a:t>2. UI (Canvas) → Canvas.</a:t>
            </a:r>
          </a:p>
          <a:p>
            <a:r>
              <a:t>3. Unity crea dos objetos: Canvas y EventSystem.</a:t>
            </a:r>
          </a:p>
          <a:p>
            <a:endParaRPr/>
          </a:p>
          <a:p>
            <a:r>
              <a:t>El EventSystem es el que recibe clics y teclas para la UI. No lo borres.</a:t>
            </a:r>
          </a:p>
          <a:p>
            <a:endParaRPr/>
          </a:p>
          <a:p>
            <a:r>
              <a:t>El modo por defecto es Screen Space - Overlay: el Canvas se escala para llenar la pantalla y se dibuja encima de todo. Por eso el HUD se ve sobre el cubo y el plano.</a:t>
            </a:r>
          </a:p>
          <a:p>
            <a:endParaRPr/>
          </a:p>
          <a:p>
            <a:r>
              <a:t>Referencia oficial: Unity Manual, Canvas.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Canvas Scaler controla la escala general y la densidad de píxeles de la UI.</a:t>
            </a:r>
          </a:p>
          <a:p>
            <a:endParaRPr/>
          </a:p>
          <a:p>
            <a:r>
              <a:t>Con Scale With Screen Size, el diseño se define para una resolución de referencia. Si la pantalla es más grande, todo se escala hacia arriba; si es más chica, hacia abajo.</a:t>
            </a:r>
          </a:p>
          <a:p>
            <a:endParaRPr/>
          </a:p>
          <a:p>
            <a:r>
              <a:t>En la demo usamos 1920 × 1080, que es la resolución base del proyecto.</a:t>
            </a:r>
          </a:p>
          <a:p>
            <a:endParaRPr/>
          </a:p>
          <a:p>
            <a:r>
              <a:t>Match decide qué eje pesa más cuando la proporción de la pantalla no coincide:</a:t>
            </a:r>
          </a:p>
          <a:p>
            <a:r>
              <a:t>- 0: prioriza el ancho.</a:t>
            </a:r>
          </a:p>
          <a:p>
            <a:r>
              <a:t>- 1: prioriza el alto.</a:t>
            </a:r>
          </a:p>
          <a:p>
            <a:r>
              <a:t>- 0.5: mezcla ambos.</a:t>
            </a:r>
          </a:p>
          <a:p>
            <a:endParaRPr/>
          </a:p>
          <a:p>
            <a:r>
              <a:t>En la captura está en 0 (ancho). Para un juego que también corre en vertical, prueba 0.5.</a:t>
            </a:r>
          </a:p>
          <a:p>
            <a:endParaRPr/>
          </a:p>
          <a:p>
            <a:r>
              <a:t>Referencia oficial: Unity Manual, Canvas Scaler.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Panel es un objeto de UI con un componente Image y un RectTransform. Sirve como contenedor: agrupa el texto y el botón, y se puede ocultar o mover completo.</a:t>
            </a:r>
          </a:p>
          <a:p>
            <a:endParaRPr/>
          </a:p>
          <a:p>
            <a:r>
              <a:t>Pasos:</a:t>
            </a:r>
          </a:p>
          <a:p>
            <a:r>
              <a:t>1. Clic derecho sobre el Canvas (no sobre otro hijo, para que quede al mismo nivel).</a:t>
            </a:r>
          </a:p>
          <a:p>
            <a:r>
              <a:t>2. UI (Canvas) → Panel.</a:t>
            </a:r>
          </a:p>
          <a:p>
            <a:r>
              <a:t>3. Renómbralo GamePanel para saber qué contiene.</a:t>
            </a:r>
          </a:p>
          <a:p>
            <a:endParaRPr/>
          </a:p>
          <a:p>
            <a:r>
              <a:t>El panel puede tener color transparente. Así el HUD se ve limpio: solo el texto y el botón, sin una caja de fondo.</a:t>
            </a:r>
          </a:p>
          <a:p>
            <a:endParaRPr/>
          </a:p>
          <a:p>
            <a:r>
              <a:t>Jerarquía esperada:</a:t>
            </a:r>
          </a:p>
          <a:p>
            <a:r>
              <a:t>Canvas</a:t>
            </a:r>
          </a:p>
          <a:p>
            <a:r>
              <a:t>  GamePanel</a:t>
            </a:r>
          </a:p>
          <a:p>
            <a:r>
              <a:t>    Text (TMP)</a:t>
            </a:r>
          </a:p>
          <a:p>
            <a:r>
              <a:t>    Caidas</a:t>
            </a:r>
          </a:p>
          <a:p>
            <a:r>
              <a:t>    Button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que el panel se adapte a cualquier pantalla:</a:t>
            </a:r>
          </a:p>
          <a:p>
            <a:endParaRPr/>
          </a:p>
          <a:p>
            <a:r>
              <a:t>1. Selecciona GamePanel.</a:t>
            </a:r>
          </a:p>
          <a:p>
            <a:r>
              <a:t>2. En RectTransform, abre el cuadro de Anchor Presets (la esquina superior izquierda).</a:t>
            </a:r>
          </a:p>
          <a:p>
            <a:r>
              <a:t>3. Mantén Alt/Option y elige el preset Stretch / Stretch. Eso hace que los cuatro bordes sigan al Canvas.</a:t>
            </a:r>
          </a:p>
          <a:p>
            <a:r>
              <a:t>4. Deja Left, Top, Right y Bottom en 0. Así el panel ocupa todo el Canvas.</a:t>
            </a:r>
          </a:p>
          <a:p>
            <a:endParaRPr/>
          </a:p>
          <a:p>
            <a:r>
              <a:t>El panel puede ser transparente: en Image → Color, baja el canal Alpha (A) a 0. Si quieres un fondo semitransparente, usa un valor entre 80 y 150.</a:t>
            </a:r>
          </a:p>
          <a:p>
            <a:endParaRPr/>
          </a:p>
          <a:p>
            <a:r>
              <a:t>La captura muestra el preset stretch y los cuatro offsets en 0. El color picker está abierto para ajustar el alpha.</a:t>
            </a:r>
          </a:p>
          <a:p>
            <a:endParaRPr/>
          </a:p>
          <a:p>
            <a:r>
              <a:t>Referencia oficial: Unity Manual, Rect Transform.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agregar texto:</a:t>
            </a:r>
          </a:p>
          <a:p>
            <a:endParaRPr/>
          </a:p>
          <a:p>
            <a:r>
              <a:t>1. Clic derecho sobre GamePanel.</a:t>
            </a:r>
          </a:p>
          <a:p>
            <a:r>
              <a:t>2. UI (Canvas) → Text - TextMeshPro.</a:t>
            </a:r>
          </a:p>
          <a:p>
            <a:r>
              <a:t>3. La primera vez, Unity abre el TMP Importer. Pulsa Import TMP Essentials.</a:t>
            </a:r>
          </a:p>
          <a:p>
            <a:endParaRPr/>
          </a:p>
          <a:p>
            <a:r>
              <a:t>TextMeshPro (TMP) es el sistema de texto recomendado. Usa fuentes SDF: se ven nítidas a cualquier tamaño y permiten efectos como contorno y sombra.</a:t>
            </a:r>
          </a:p>
          <a:p>
            <a:endParaRPr/>
          </a:p>
          <a:p>
            <a:r>
              <a:t>El objeto creado se llama Text (TMP) y queda como hijo de GamePanel. Ese será el texto del HUD.</a:t>
            </a:r>
          </a:p>
          <a:p>
            <a:endParaRPr/>
          </a:p>
          <a:p>
            <a:r>
              <a:t>La importación de TMP Essentials solo se hace una vez por proyecto.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Selecciona el objeto Text (TMP) y edita el componente TextMeshPro - Text (UI):</a:t>
            </a:r>
          </a:p>
          <a:p>
            <a:endParaRPr/>
          </a:p>
          <a:p>
            <a:r>
              <a:t>- Text Input: escribe Número de caídas.</a:t>
            </a:r>
          </a:p>
          <a:p>
            <a:r>
              <a:t>- Font Size: 52 para el título del HUD.</a:t>
            </a:r>
          </a:p>
          <a:p>
            <a:r>
              <a:t>- Color: blanco para que contraste con el fondo del juego.</a:t>
            </a:r>
          </a:p>
          <a:p>
            <a:r>
              <a:t>- Alignment: izquierda.</a:t>
            </a:r>
          </a:p>
          <a:p>
            <a:endParaRPr/>
          </a:p>
          <a:p>
            <a:r>
              <a:t>El texto se actualiza en el Game view mientras escribes. Si no lo ves, revisa que el Canvas esté en Screen Space - Overlay y que el texto esté dentro del panel.</a:t>
            </a:r>
          </a:p>
          <a:p>
            <a:endParaRPr/>
          </a:p>
          <a:p>
            <a:r>
              <a:t>En la captura el texto aparece como "Numero de Caidas", sin acentos. En tu juego puedes escribirlo con acentos; lo importante es que se lea.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RectTransform tiene dos ideas:</a:t>
            </a:r>
          </a:p>
          <a:p>
            <a:endParaRPr/>
          </a:p>
          <a:p>
            <a:r>
              <a:t>- Anchor: el punto del Canvas al que se pega el objeto. Se expresa como una fracción del tamaño del padre: (0,0) es la esquina inferior izquierda y (1,1) la superior derecha.</a:t>
            </a:r>
          </a:p>
          <a:p>
            <a:r>
              <a:t>- Pos X / Pos Y: la distancia desde el ancla hasta el pivote del objeto.</a:t>
            </a:r>
          </a:p>
          <a:p>
            <a:endParaRPr/>
          </a:p>
          <a:p>
            <a:r>
              <a:t>En la captura, el texto está anclado al centro (0.5, 0.5) y desplazado -789, -437. Por eso aparece abajo a la izquierda aunque el ancla sea el centro.</a:t>
            </a:r>
          </a:p>
          <a:p>
            <a:endParaRPr/>
          </a:p>
          <a:p>
            <a:r>
              <a:t>Al cambiar la resolución, el Canvas Scaler escala todo el Canvas y el texto conserva su posición relativa. Para un HUD de esquina, lo más claro es usar el preset bottom-left, poner el Pivot en (0,0) y usar márgenes pequeños, por ejemplo Pos X = 40 y Pos Y = 40.</a:t>
            </a:r>
          </a:p>
          <a:p>
            <a:endParaRPr/>
          </a:p>
          <a:p>
            <a:r>
              <a:t>En el proyecto, el objeto Caidas (el número) quedó anclado a la esquina inferior izquierda; así permanece junto al borde aunque cambie la resolución. El título que se ve en la captura está anclado al centro y desplazado con Pos X / Pos Y.</a:t>
            </a:r>
          </a:p>
          <a:p>
            <a:endParaRPr/>
          </a:p>
          <a:p>
            <a:r>
              <a:t>Referencia oficial: Unity Manual, Rect Transform.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HUD intermedio: ya tenemos un panel transparente y un texto fijo abajo a la izquierda.</a:t>
            </a:r>
          </a:p>
          <a:p>
            <a:endParaRPr/>
          </a:p>
          <a:p>
            <a:r>
              <a:t>En la jerarquía:</a:t>
            </a:r>
          </a:p>
          <a:p>
            <a:r>
              <a:t>Canvas</a:t>
            </a:r>
          </a:p>
          <a:p>
            <a:r>
              <a:t>  GamePanel</a:t>
            </a:r>
          </a:p>
          <a:p>
            <a:r>
              <a:t>    Text (TMP)</a:t>
            </a:r>
          </a:p>
          <a:p>
            <a:endParaRPr/>
          </a:p>
          <a:p>
            <a:r>
              <a:t>El EventSystem sigue ahí y es el que permite los clics. DontDestroyOnLoad viene de la plantilla del proyecto; no lo necesitamos para el HUD, así que lo ignoramos.</a:t>
            </a:r>
          </a:p>
          <a:p>
            <a:endParaRPr/>
          </a:p>
          <a:p>
            <a:r>
              <a:t>Todavía no hay número: el texto dice Número de caídas, pero no cambia. En las siguientes diapositivas lo conectamos con el contador del cubo.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lógica tiene tres estados:</a:t>
            </a:r>
          </a:p>
          <a:p>
            <a:endParaRPr/>
          </a:p>
          <a:p>
            <a:r>
              <a:t>1. El cubo cae. Mientras y &gt; -1, no pasa nada.</a:t>
            </a:r>
          </a:p>
          <a:p>
            <a:r>
              <a:t>2. Al cruzar y &lt;= -1, si cayendo es false, se cuenta: caidas++ y cayendo = true.</a:t>
            </a:r>
          </a:p>
          <a:p>
            <a:r>
              <a:t>3. Mientras cayendo sea true, no se vuelve a contar. El botón Reset lo pone en false para la próxima caída.</a:t>
            </a:r>
          </a:p>
          <a:p>
            <a:endParaRPr/>
          </a:p>
          <a:p>
            <a:r>
              <a:t>La bandera cayendo es la que evita que el contador suba 60 veces por segundo. Sin ella, cada fotograma que el cubo esté debajo de -1 sumaría una caída.</a:t>
            </a:r>
          </a:p>
          <a:p>
            <a:endParaRPr/>
          </a:p>
          <a:p>
            <a:r>
              <a:t>El total de caídas no se reinicia con el botón: el botón solo devuelve el cubo a su posición. Si quieres reiniciar el contador, agrega caidas = 0; en ButtonClick.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public int caidas = 0;</a:t>
            </a:r>
          </a:p>
          <a:p>
            <a:r>
              <a:t>public bool cayendo = false;</a:t>
            </a:r>
          </a:p>
          <a:p>
            <a:endParaRPr/>
          </a:p>
          <a:p>
            <a:r>
              <a:t>// En Update(), cuando el cubo baja de y = -1:</a:t>
            </a:r>
          </a:p>
          <a:p>
            <a:r>
              <a:t>if (transform.position.y &lt;= -1.0f &amp;&amp; cayendo == false)</a:t>
            </a:r>
          </a:p>
          <a:p>
            <a:r>
              <a:t>{</a:t>
            </a:r>
          </a:p>
          <a:p>
            <a:r>
              <a:t>    cayendo = true;          // cuenta una sola vez</a:t>
            </a:r>
          </a:p>
          <a:p>
            <a:r>
              <a:t>    caidas++;                // suma una caída</a:t>
            </a:r>
          </a:p>
          <a:p>
            <a:r>
              <a:t>    Debug.Log($"Caidas: {caidas}");</a:t>
            </a:r>
          </a:p>
          <a:p>
            <a:endParaRPr/>
          </a:p>
          <a:p>
            <a:r>
              <a:t>    if (textoCaidas != null)</a:t>
            </a:r>
          </a:p>
          <a:p>
            <a:r>
              <a:t>    {</a:t>
            </a:r>
          </a:p>
          <a:p>
            <a:r>
              <a:t>        textoCaidas.text = caidas.ToString();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using UnityEngine;</a:t>
            </a:r>
          </a:p>
          <a:p>
            <a:r>
              <a:t>using UnityEngine.InputSystem;</a:t>
            </a:r>
          </a:p>
          <a:p>
            <a:r>
              <a:t>using TMPro;</a:t>
            </a:r>
          </a:p>
          <a:p>
            <a:endParaRPr/>
          </a:p>
          <a:p>
            <a:r>
              <a:t>public class CubeMove : MonoBehaviour</a:t>
            </a:r>
          </a:p>
          <a:p>
            <a:r>
              <a:t>{</a:t>
            </a:r>
          </a:p>
          <a:p>
            <a:r>
              <a:t>    public float speed = 5.0f;</a:t>
            </a:r>
          </a:p>
          <a:p>
            <a:r>
              <a:t>    public float jumpForce = 5.0f;</a:t>
            </a:r>
          </a:p>
          <a:p>
            <a:r>
              <a:t>    public int caidas = 0;</a:t>
            </a:r>
          </a:p>
          <a:p>
            <a:r>
              <a:t>    public bool cayendo = false;</a:t>
            </a:r>
          </a:p>
          <a:p>
            <a:endParaRPr/>
          </a:p>
          <a:p>
            <a:r>
              <a:t>    [SerializeField]</a:t>
            </a:r>
          </a:p>
          <a:p>
            <a:r>
              <a:t>    private TextMeshProUGUI textoCaidas;</a:t>
            </a:r>
          </a:p>
          <a:p>
            <a:endParaRPr/>
          </a:p>
          <a:p>
            <a:r>
              <a:t>    private bool estaEnSuelo = true;</a:t>
            </a:r>
          </a:p>
          <a:p>
            <a:r>
              <a:t>    private Rigidbody rb = null;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Ahora conectamos el script con el texto del HUD.</a:t>
            </a:r>
          </a:p>
          <a:p>
            <a:endParaRPr/>
          </a:p>
          <a:p>
            <a:r>
              <a:t>1. Selecciona Cube en la Hierarchy.</a:t>
            </a:r>
          </a:p>
          <a:p>
            <a:r>
              <a:t>2. En el Inspector, busca el componente Cube Move.</a:t>
            </a:r>
          </a:p>
          <a:p>
            <a:r>
              <a:t>3. Verás el campo Texto Caidas, que aparece porque tiene [SerializeField].</a:t>
            </a:r>
          </a:p>
          <a:p>
            <a:r>
              <a:t>4. Arrastra el objeto Caidas (Text Mesh Pro UGUI) desde la Hierarchy hasta ese campo.</a:t>
            </a:r>
          </a:p>
          <a:p>
            <a:endParaRPr/>
          </a:p>
          <a:p>
            <a:r>
              <a:t>También puedes pulsar el círculo a la derecha del campo y elegir Caidas en la ventana Select Object.</a:t>
            </a:r>
          </a:p>
          <a:p>
            <a:endParaRPr/>
          </a:p>
          <a:p>
            <a:r>
              <a:t>Ojo: hay dos textos. El título dice Número de caídas; el objeto Caidas es el número. Asigna el número, no el título. Si asignas el título, el texto del HUD desaparece y solo se ve el número.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caidas++;</a:t>
            </a:r>
          </a:p>
          <a:p>
            <a:endParaRPr/>
          </a:p>
          <a:p>
            <a:r>
              <a:t>if (textoCaidas != null)</a:t>
            </a:r>
          </a:p>
          <a:p>
            <a:r>
              <a:t>{</a:t>
            </a:r>
          </a:p>
          <a:p>
            <a:r>
              <a:t>    textoCaidas.text = caidas.ToString();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probar:</a:t>
            </a:r>
          </a:p>
          <a:p>
            <a:endParaRPr/>
          </a:p>
          <a:p>
            <a:r>
              <a:t>1. Presiona Play.</a:t>
            </a:r>
          </a:p>
          <a:p>
            <a:r>
              <a:t>2. Mueve el cubo hasta que caiga del plano.</a:t>
            </a:r>
          </a:p>
          <a:p>
            <a:r>
              <a:t>3. Mira la Console: aparece Caidas: 1, luego 2, luego 3.</a:t>
            </a:r>
          </a:p>
          <a:p>
            <a:r>
              <a:t>4. Mira el HUD: el número cambia.</a:t>
            </a:r>
          </a:p>
          <a:p>
            <a:r>
              <a:t>5. Selecciona Cube y revisa el Inspector: caidas guarda el total.</a:t>
            </a:r>
          </a:p>
          <a:p>
            <a:endParaRPr/>
          </a:p>
          <a:p>
            <a:r>
              <a:t>Si el número no cambia, revisa:</a:t>
            </a:r>
          </a:p>
          <a:p>
            <a:r>
              <a:t>- Que el objeto Caidas esté asignado en el campo Texto Caidas.</a:t>
            </a:r>
          </a:p>
          <a:p>
            <a:r>
              <a:t>- Que el texto que asignaste sea el número, no el título.</a:t>
            </a:r>
          </a:p>
          <a:p>
            <a:r>
              <a:t>- Que la Console no muestre un NullReferenceException.</a:t>
            </a:r>
          </a:p>
          <a:p>
            <a:endParaRPr/>
          </a:p>
          <a:p>
            <a:r>
              <a:t>El botón Reset no borra el total: solo reinicia la posición del cubo. El valor de caidas se conserva.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3. Agregamos un botón, su evento OnClick y una función pública en el cubo.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agregar el botón:</a:t>
            </a:r>
          </a:p>
          <a:p>
            <a:endParaRPr/>
          </a:p>
          <a:p>
            <a:r>
              <a:t>1. Clic derecho sobre GamePanel.</a:t>
            </a:r>
          </a:p>
          <a:p>
            <a:r>
              <a:t>2. UI (Canvas) → Button - TextMeshPro.</a:t>
            </a:r>
          </a:p>
          <a:p>
            <a:r>
              <a:t>3. Unity crea un objeto Button con un hijo Text (TMP) para la etiqueta.</a:t>
            </a:r>
          </a:p>
          <a:p>
            <a:endParaRPr/>
          </a:p>
          <a:p>
            <a:r>
              <a:t>El botón es un elemento de UI, no un objeto 3D. Se dibuja en el Canvas y no le afectan la cámara ni la física.</a:t>
            </a:r>
          </a:p>
          <a:p>
            <a:endParaRPr/>
          </a:p>
          <a:p>
            <a:r>
              <a:t>El componente Button usa el EventSystem para recibir clics. Si borras el EventSystem, el botón deja de funcionar.</a:t>
            </a:r>
          </a:p>
          <a:p>
            <a:endParaRPr/>
          </a:p>
          <a:p>
            <a:r>
              <a:t>El texto "Button" es un hijo; para cambiarlo, selecciona el hijo Text (TMP).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Ajustes del botón:</a:t>
            </a:r>
          </a:p>
          <a:p>
            <a:endParaRPr/>
          </a:p>
          <a:p>
            <a:r>
              <a:t>1. Selecciona el hijo Text (TMP) y escribe Reset.</a:t>
            </a:r>
          </a:p>
          <a:p>
            <a:r>
              <a:t>2. Selecciona Button y ajusta Width y Height en el RectTransform. En la captura, el botón mide aproximadamente 197 × 76.</a:t>
            </a:r>
          </a:p>
          <a:p>
            <a:r>
              <a:t>3. Ancla el botón a una esquina y deja un margen. Así no se mueve cuando cambia la resolución.</a:t>
            </a:r>
          </a:p>
          <a:p>
            <a:r>
              <a:t>4. Prueba en Game view con distintas proporciones.</a:t>
            </a:r>
          </a:p>
          <a:p>
            <a:endParaRPr/>
          </a:p>
          <a:p>
            <a:r>
              <a:t>Un botón muy pequeño se pierde; uno muy grande tapa el juego. Busca un tamaño cómodo para el pulgar o el mouse.</a:t>
            </a:r>
          </a:p>
          <a:p>
            <a:endParaRPr/>
          </a:p>
          <a:p>
            <a:r>
              <a:t>En la demo, el botón queda abajo, junto al contador de caídas.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componente Button tiene un evento llamado On Click.</a:t>
            </a:r>
          </a:p>
          <a:p>
            <a:endParaRPr/>
          </a:p>
          <a:p>
            <a:r>
              <a:t>Al crear el botón, la lista está vacía: List is Empty. Eso significa que el clic no hace nada.</a:t>
            </a:r>
          </a:p>
          <a:p>
            <a:endParaRPr/>
          </a:p>
          <a:p>
            <a:r>
              <a:t>Para agregar una acción:</a:t>
            </a:r>
          </a:p>
          <a:p>
            <a:r>
              <a:t>1. Pulsa el botón + en la esquina inferior derecha de On Click.</a:t>
            </a:r>
          </a:p>
          <a:p>
            <a:r>
              <a:t>2. Aparece un listener con dos campos: Object y Function.</a:t>
            </a:r>
          </a:p>
          <a:p>
            <a:r>
              <a:t>3. Object recibe el GameObject que tiene el script.</a:t>
            </a:r>
          </a:p>
          <a:p>
            <a:r>
              <a:t>4. Function recibe el método que se quiere ejecutar.</a:t>
            </a:r>
          </a:p>
          <a:p>
            <a:endParaRPr/>
          </a:p>
          <a:p>
            <a:r>
              <a:t>Un evento es la conexión entre una acción del jugador (clic) y una función del juego (reiniciar). Es programación basada en eventos.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Ahora llenamos el listener:</a:t>
            </a:r>
          </a:p>
          <a:p>
            <a:endParaRPr/>
          </a:p>
          <a:p>
            <a:r>
              <a:t>1. En Object, arrastra el GameObject Cube desde la Hierarchy. También puedes usar el círculo y elegir Cube en la escena.</a:t>
            </a:r>
          </a:p>
          <a:p>
            <a:r>
              <a:t>2. En Function, abre el menú y elige CubeMove. Unity agrupa las funciones por componente.</a:t>
            </a:r>
          </a:p>
          <a:p>
            <a:r>
              <a:t>3. Selecciona ButtonClick.</a:t>
            </a:r>
          </a:p>
          <a:p>
            <a:endParaRPr/>
          </a:p>
          <a:p>
            <a:r>
              <a:t>Solo aparecen los métodos públicos y sin parámetros. Si ButtonClick no está en la lista:</a:t>
            </a:r>
          </a:p>
          <a:p>
            <a:r>
              <a:t>- Revisa que sea public.</a:t>
            </a:r>
          </a:p>
          <a:p>
            <a:r>
              <a:t>- Revisa que no tenga parámetros.</a:t>
            </a:r>
          </a:p>
          <a:p>
            <a:r>
              <a:t>- Espera a que Unity termine de compilar.</a:t>
            </a:r>
          </a:p>
          <a:p>
            <a:r>
              <a:t>- Revisa que el script esté en el objeto Cube.</a:t>
            </a:r>
          </a:p>
          <a:p>
            <a:endParaRPr/>
          </a:p>
          <a:p>
            <a:r>
              <a:t>La captura muestra el resultado: Object = Cube, Function = CubeMove &gt; ButtonClick.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// Reinicia el cubo después de una caída</a:t>
            </a:r>
          </a:p>
          <a:p>
            <a:r>
              <a:t>public void ButtonClick()</a:t>
            </a:r>
          </a:p>
          <a:p>
            <a:r>
              <a:t>{</a:t>
            </a:r>
          </a:p>
          <a:p>
            <a:r>
              <a:t>    if (cayendo == true)</a:t>
            </a:r>
          </a:p>
          <a:p>
            <a:r>
              <a:t>    {</a:t>
            </a:r>
          </a:p>
          <a:p>
            <a:r>
              <a:t>        transform.rotation = Quaternion.identity;</a:t>
            </a:r>
          </a:p>
          <a:p>
            <a:r>
              <a:t>        transform.position = new Vector3(0.0f, 1.0f, 0.0f);</a:t>
            </a:r>
          </a:p>
          <a:p>
            <a:r>
              <a:t>        cayendo = false;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cambio de diseño:</a:t>
            </a:r>
          </a:p>
          <a:p>
            <a:endParaRPr/>
          </a:p>
          <a:p>
            <a:r>
              <a:t>Antes, en T8.5.1, la barra espaciadora reiniciaba el cubo:</a:t>
            </a:r>
          </a:p>
          <a:p>
            <a:r>
              <a:t>if (keyboard.spaceKey.isPressed)</a:t>
            </a:r>
          </a:p>
          <a:p>
            <a:r>
              <a:t>{</a:t>
            </a:r>
          </a:p>
          <a:p>
            <a:r>
              <a:t>    // Rotación cero: el cubo queda derecho.</a:t>
            </a:r>
          </a:p>
          <a:p>
            <a:r>
              <a:t>    transform.rotation = Quaternion.identity;</a:t>
            </a:r>
          </a:p>
          <a:p>
            <a:endParaRPr/>
          </a:p>
          <a:p>
            <a:r>
              <a:t>    // Vuelve a la posición inicial.</a:t>
            </a:r>
          </a:p>
          <a:p>
            <a:r>
              <a:t>    transform.position = new Vector3(0f, 1f, 0f);</a:t>
            </a:r>
          </a:p>
          <a:p>
            <a:r>
              <a:t>}</a:t>
            </a:r>
          </a:p>
          <a:p>
            <a:endParaRPr/>
          </a:p>
          <a:p>
            <a:r>
              <a:t>Ahora ese bloque se elimina de Update y se mueve a una función pública:</a:t>
            </a:r>
          </a:p>
          <a:p>
            <a:r>
              <a:t>public void ButtonClick() { ... }</a:t>
            </a:r>
          </a:p>
          <a:p>
            <a:endParaRPr/>
          </a:p>
          <a:p>
            <a:r>
              <a:t>El botón Reset del HUD llama a ButtonClick desde OnClick. La barra espaciadora queda libre para el salto, que es la siguiente parte.</a:t>
            </a:r>
          </a:p>
          <a:p>
            <a:endParaRPr/>
          </a:p>
          <a:p>
            <a:r>
              <a:t>Ventaja: la acción de reiniciar ya no depende del teclado. Se puede llamar desde un botón, desde un menú o desde otro script.</a:t>
            </a:r>
          </a:p>
          <a:p>
            <a:endParaRPr/>
          </a:p>
          <a:p>
            <a:r>
              <a:t>El código viejo se muestra como imagen; el nuevo está en la diapositiva de ButtonClick.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4. Programamos el salto con Space y probamos primero la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programar el salto, comprobamos que la tecla llega.</a:t>
            </a:r>
          </a:p>
          <a:p>
            <a:endParaRPr/>
          </a:p>
          <a:p>
            <a:r>
              <a:t>Código de prueba:</a:t>
            </a:r>
          </a:p>
          <a:p>
            <a:r>
              <a:t>if (keyboard.spaceKey.wasPressedThisFrame)</a:t>
            </a:r>
          </a:p>
          <a:p>
            <a:r>
              <a:t>{</a:t>
            </a:r>
          </a:p>
          <a:p>
            <a:r>
              <a:t>    Debug.Log("Space pressed.");</a:t>
            </a:r>
          </a:p>
          <a:p>
            <a:r>
              <a:t>}</a:t>
            </a:r>
          </a:p>
          <a:p>
            <a:endParaRPr/>
          </a:p>
          <a:p>
            <a:r>
              <a:t>wasPressedThisFrame es verdadero solo en el fotograma en que presionas la tecla. Si usas isPressed, el mensaje se repite mientras mantienes la tecla.</a:t>
            </a:r>
          </a:p>
          <a:p>
            <a:endParaRPr/>
          </a:p>
          <a:p>
            <a:r>
              <a:t>Al presionar Play y la barra espaciadora, la Console muestra "Space pressed." una vez por pulsación.</a:t>
            </a:r>
          </a:p>
          <a:p>
            <a:endParaRPr/>
          </a:p>
          <a:p>
            <a:r>
              <a:t>Probar por partes es una buena costumbre: si la tecla no llega, no tiene sentido revisar la fuerza del salto.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public float jumpForce = 5.0f;</a:t>
            </a:r>
          </a:p>
          <a:p>
            <a:r>
              <a:t>private bool estaEnSuelo = true;</a:t>
            </a:r>
          </a:p>
          <a:p>
            <a:r>
              <a:t>private Rigidbody rb = null;</a:t>
            </a:r>
          </a:p>
          <a:p>
            <a:endParaRPr/>
          </a:p>
          <a:p>
            <a:r>
              <a:t>void Start()</a:t>
            </a:r>
          </a:p>
          <a:p>
            <a:r>
              <a:t>{</a:t>
            </a:r>
          </a:p>
          <a:p>
            <a:r>
              <a:t>    rb = GetComponent&lt;Rigidbody&gt;();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private void OnCollisionEnter(Collision collision)</a:t>
            </a:r>
          </a:p>
          <a:p>
            <a:r>
              <a:t>{</a:t>
            </a:r>
          </a:p>
          <a:p>
            <a:r>
              <a:t>    if (collision.gameObject.name == "Plane")</a:t>
            </a:r>
          </a:p>
          <a:p>
            <a:r>
              <a:t>    {</a:t>
            </a:r>
          </a:p>
          <a:p>
            <a:r>
              <a:t>        estaEnSuelo = true;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(archivo Assets/CubeMove.cs):</a:t>
            </a:r>
          </a:p>
          <a:p>
            <a:endParaRPr/>
          </a:p>
          <a:p>
            <a:r>
              <a:t>if (keyboard.spaceKey.wasPressedThisFrame</a:t>
            </a:r>
          </a:p>
          <a:p>
            <a:r>
              <a:t>    &amp;&amp; estaEnSuelo == true)</a:t>
            </a:r>
          </a:p>
          <a:p>
            <a:r>
              <a:t>{</a:t>
            </a:r>
          </a:p>
          <a:p>
            <a:r>
              <a:t>    rb.AddForce(Vector3.up * jumpForce,</a:t>
            </a:r>
          </a:p>
          <a:p>
            <a:r>
              <a:t>                ForceMode.Impulse);</a:t>
            </a:r>
          </a:p>
          <a:p>
            <a:r>
              <a:t>    estaEnSuelo = false;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Resumen de lo aprendido:</a:t>
            </a:r>
          </a:p>
          <a:p>
            <a:endParaRPr/>
          </a:p>
          <a:p>
            <a:r>
              <a:t>1. Canvas: el espacio donde vive la UI. Se crea con GameObject → UI → Canvas y trae un EventSystem.</a:t>
            </a:r>
          </a:p>
          <a:p>
            <a:r>
              <a:t>2. Panel y texto: GamePanel es un contenedor transparente; TextMeshPro muestra el texto del HUD.</a:t>
            </a:r>
          </a:p>
          <a:p>
            <a:r>
              <a:t>3. Contador: caidas guarda el total y cayendo evita contar la misma caída varias veces. El texto se actualiza con textoCaidas.text.</a:t>
            </a:r>
          </a:p>
          <a:p>
            <a:r>
              <a:t>4. Botón y salto: OnClick llama a una función pública del cubo; el salto usa Rigidbody.AddForce con ForceMode.Impulse.</a:t>
            </a:r>
          </a:p>
          <a:p>
            <a:endParaRPr/>
          </a:p>
          <a:p>
            <a:r>
              <a:t>Para practicar: agrega un texto de vidas y un botón de pausa. Reutiliza lo que ya sabes: panel, texto, ancla y evento.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Cierre.</a:t>
            </a:r>
          </a:p>
          <a:p>
            <a:endParaRPr/>
          </a:p>
          <a:p>
            <a:r>
              <a:t>Recuerda: el HUD es una capa de UI sobre el juego; el Canvas, el panel, el texto y el botón se configuran en el editor; el código del cubo actualiza el texto y ejecuta el reinicio; el salto usa Rigidbody.</a:t>
            </a:r>
          </a:p>
          <a:p>
            <a:endParaRPr/>
          </a:p>
          <a:p>
            <a:r>
              <a:t>El proyecto y el código están en T8-5-2_content y Unity_Intro_2. Para la siguiente clase, revisa que el botón y el salto funcionen en tu proyecto.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968" y="1887728"/>
            <a:ext cx="5486400" cy="224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HUD Y</a:t>
            </a:r>
            <a:endParaRPr lang="en-US" sz="4800" b="0" i="0">
              <a:solidFill>
                <a:srgbClr val="131315"/>
              </a:solidFill>
              <a:latin typeface="Neuromax SemBd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CONTROLES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24612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3474720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"/>
              </a:rPr>
              <a:t>Canvas, panel, texto, botón y salto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4760" y="298704"/>
            <a:ext cx="7022592" cy="5207000"/>
          </a:xfrm>
          <a:prstGeom prst="rect">
            <a:avLst/>
          </a:prstGeom>
          <a:solidFill>
            <a:srgbClr val="2B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ortada_collage.png"/>
          <p:cNvPicPr>
            <a:picLocks noChangeAspect="1"/>
          </p:cNvPicPr>
          <p:nvPr/>
        </p:nvPicPr>
        <p:blipFill>
          <a:blip r:embed="rId4"/>
          <a:srcRect t="3102" r="-224" b="16626"/>
          <a:stretch>
            <a:fillRect/>
          </a:stretch>
        </p:blipFill>
        <p:spPr>
          <a:xfrm>
            <a:off x="5216144" y="407303"/>
            <a:ext cx="6729996" cy="5026281"/>
          </a:xfrm>
          <a:prstGeom prst="rect">
            <a:avLst/>
          </a:prstGeom>
        </p:spPr>
      </p:pic>
      <p:pic>
        <p:nvPicPr>
          <p:cNvPr id="12" name="Picture 11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680" y="347472"/>
            <a:ext cx="1234440" cy="512064"/>
          </a:xfrm>
          <a:prstGeom prst="rect">
            <a:avLst/>
          </a:prstGeom>
        </p:spPr>
      </p:pic>
      <p:pic>
        <p:nvPicPr>
          <p:cNvPr id="13" name="Picture 12" descr="tr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590288"/>
            <a:ext cx="1005840" cy="1801368"/>
          </a:xfrm>
          <a:prstGeom prst="rect">
            <a:avLst/>
          </a:prstGeom>
        </p:spPr>
      </p:pic>
      <p:pic>
        <p:nvPicPr>
          <p:cNvPr id="14" name="Picture 13" descr="tree-sma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5239512"/>
            <a:ext cx="731520" cy="1115568"/>
          </a:xfrm>
          <a:prstGeom prst="rect">
            <a:avLst/>
          </a:prstGeom>
        </p:spPr>
      </p:pic>
      <p:pic>
        <p:nvPicPr>
          <p:cNvPr id="15" name="Picture 14" descr="mushro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392" y="5916168"/>
            <a:ext cx="557784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0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928" y="2011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VEREMOS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928" y="80467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Cuatro bloques: del Canvas al salto con la barra espaciadora.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64008" cy="6583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6420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18488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HUD Y 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9088" y="1942592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Qué es un HUD, cómo se agrega un Canvas y cómo se ajusta a la pantalla.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168249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49424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249424"/>
            <a:ext cx="64008" cy="6583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957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50008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TEXTO Y CONTADOR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9088" y="2674112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Panel, texto, anclas y el número de caídas conectado al cubo.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241401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80944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2980944"/>
            <a:ext cx="64008" cy="6583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312724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081527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BOTÓN Y EVENTO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9088" y="3405631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Un botón Reset, su evento OnClick y una función pública.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12463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712463"/>
            <a:ext cx="64008" cy="6583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85876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386D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813048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SALTO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088" y="4137151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Rigidbody, detección de suelo y un impulso con la barra espaciadora.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387705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HUD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CANVAS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18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interfaz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vive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capa</a:t>
            </a:r>
            <a:r>
              <a:rPr lang="en-US" dirty="0">
                <a:solidFill>
                  <a:srgbClr val="4F5361"/>
                </a:solidFill>
                <a:latin typeface="Neuromax"/>
              </a:rPr>
              <a:t> </a:t>
            </a:r>
            <a:r>
              <a:rPr lang="en-US" dirty="0" err="1">
                <a:solidFill>
                  <a:srgbClr val="4F5361"/>
                </a:solidFill>
                <a:latin typeface="Neuromax"/>
              </a:rPr>
              <a:t>diferente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dirty="0">
                <a:solidFill>
                  <a:srgbClr val="4F5361"/>
                </a:solidFill>
                <a:latin typeface="Neuromax"/>
              </a:rPr>
              <a:t>al 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mundo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3D.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HUD · CANVAS · PANEL · PANTALLA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2011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MENÚ, HUD Y PANTALLA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37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No son lo mismo, pero los tres se dibujan con la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08760"/>
            <a:ext cx="3547872" cy="22311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64008" cy="223113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6733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64592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MENÚ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57984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Se abre cuando el jugador lo pide.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718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Pausa, opciones, inventario.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3547872" cy="22311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508760"/>
            <a:ext cx="64008" cy="2231136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16733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4592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HUD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157984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Siempre visible mientras juegas.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9718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Vidas, puntos, caídas, tiempo.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1508760"/>
            <a:ext cx="3547872" cy="22311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36992" y="1508760"/>
            <a:ext cx="64008" cy="223113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16733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164592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PANTALLA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6768" y="2157984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Ocupa toda la vista.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97180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Inicio, game over, victoria.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3808" y="5010912"/>
            <a:ext cx="10149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41552" y="51389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Hoy construimos un HUD: información permanente y un botón de acción.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1552" y="5477256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menú y las pantallas quedan como práctica para el laboratorio.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088" y="18084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HUD CUENTA LO QUE PASA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088" y="78435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Es la información que el jugador necesita sin dejar de jugar.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7150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64008" cy="102412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7335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>
                <a:solidFill>
                  <a:srgbClr val="131315"/>
                </a:solidFill>
                <a:latin typeface="Neuromax SemBd"/>
              </a:rPr>
              <a:t>POCA INFORMACION</a:t>
            </a:r>
            <a:endParaRPr sz="18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7008" y="198424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Solo lo esencial: vidas, puntos, tiempo.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24912"/>
            <a:ext cx="57150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724912"/>
            <a:ext cx="64008" cy="102412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8712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84378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EN LOS BORDES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54680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La acción ocurre en el centro; el HUD va en las esquinas.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95344"/>
            <a:ext cx="57150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895344"/>
            <a:ext cx="64008" cy="102412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4041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014215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SIEMPRE IGUAL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325112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Misma posición y tamaño en cualquier resolución.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7080" y="1635760"/>
            <a:ext cx="48920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74280" y="2047240"/>
            <a:ext cx="3977639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74280" y="284276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 SemBd"/>
              </a:rPr>
              <a:t>ZONA DE JUEGO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5952" y="1745488"/>
            <a:ext cx="1170432" cy="2468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5952" y="17866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VIDAS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00360" y="1745488"/>
            <a:ext cx="1170432" cy="24688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00360" y="17866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PUNTOS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5952" y="3994912"/>
            <a:ext cx="1170432" cy="2468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35952" y="40360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CAÍDAS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44912" y="3994912"/>
            <a:ext cx="1078992" cy="24688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44912" y="4036060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8360" y="45415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HUD ocupa los bordes; el centro queda para la acción.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157216"/>
            <a:ext cx="110550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448" y="5255768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350" b="0" i="0" dirty="0">
                <a:solidFill>
                  <a:srgbClr val="131315"/>
                </a:solidFill>
                <a:latin typeface="Neuromax"/>
              </a:rPr>
              <a:t>En la demo: </a:t>
            </a:r>
            <a:r>
              <a:rPr lang="en-US" sz="1350" dirty="0">
                <a:solidFill>
                  <a:srgbClr val="131315"/>
                </a:solidFill>
                <a:latin typeface="Neuromax"/>
              </a:rPr>
              <a:t>Algo super </a:t>
            </a:r>
            <a:r>
              <a:rPr lang="en-US" sz="1350" dirty="0" err="1">
                <a:solidFill>
                  <a:srgbClr val="131315"/>
                </a:solidFill>
                <a:latin typeface="Neuromax"/>
              </a:rPr>
              <a:t>basico</a:t>
            </a:r>
            <a:r>
              <a:rPr lang="en-US" sz="1350" dirty="0">
                <a:solidFill>
                  <a:srgbClr val="131315"/>
                </a:solidFill>
                <a:latin typeface="Neuromax"/>
              </a:rPr>
              <a:t> el </a:t>
            </a:r>
            <a:r>
              <a:rPr lang="en-US" sz="1350" dirty="0" err="1">
                <a:solidFill>
                  <a:srgbClr val="131315"/>
                </a:solidFill>
                <a:latin typeface="Neuromax"/>
              </a:rPr>
              <a:t>número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 de </a:t>
            </a:r>
            <a:r>
              <a:rPr sz="1350" b="0" i="0" dirty="0" err="1">
                <a:solidFill>
                  <a:srgbClr val="131315"/>
                </a:solidFill>
                <a:latin typeface="Neuromax"/>
              </a:rPr>
              <a:t>caídas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350" b="0" i="0" dirty="0" err="1">
                <a:solidFill>
                  <a:srgbClr val="131315"/>
                </a:solidFill>
                <a:latin typeface="Neuromax"/>
              </a:rPr>
              <a:t>en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350" b="0" i="0" dirty="0" err="1">
                <a:solidFill>
                  <a:srgbClr val="131315"/>
                </a:solidFill>
                <a:latin typeface="Neuromax"/>
              </a:rPr>
              <a:t>una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350" b="0" i="0" dirty="0" err="1">
                <a:solidFill>
                  <a:srgbClr val="131315"/>
                </a:solidFill>
                <a:latin typeface="Neuromax"/>
              </a:rPr>
              <a:t>esquina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 y un </a:t>
            </a:r>
            <a:r>
              <a:rPr sz="1350" b="0" i="0" dirty="0" err="1">
                <a:solidFill>
                  <a:srgbClr val="131315"/>
                </a:solidFill>
                <a:latin typeface="Neuromax"/>
              </a:rPr>
              <a:t>botón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 Reset al </a:t>
            </a:r>
            <a:r>
              <a:rPr sz="1350" b="0" i="0" dirty="0" err="1">
                <a:solidFill>
                  <a:srgbClr val="131315"/>
                </a:solidFill>
                <a:latin typeface="Neuromax"/>
              </a:rPr>
              <a:t>lado</a:t>
            </a:r>
            <a:r>
              <a:rPr sz="135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13004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AGREGAR UN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929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El Canvas es 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lienzo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donde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se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ponen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los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elementos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de UI.</a:t>
            </a:r>
          </a:p>
        </p:txBody>
      </p:sp>
      <p:pic>
        <p:nvPicPr>
          <p:cNvPr id="7" name="Picture 6" descr="01-canvas-men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82" y="1417320"/>
            <a:ext cx="5736995" cy="4005072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92240" y="1481328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131315"/>
                </a:solidFill>
                <a:latin typeface="Neuromax"/>
              </a:rPr>
              <a:t>1. </a:t>
            </a:r>
            <a:r>
              <a:rPr lang="en-US" sz="1300" dirty="0">
                <a:solidFill>
                  <a:srgbClr val="131315"/>
                </a:solidFill>
                <a:latin typeface="Neuromax"/>
              </a:rPr>
              <a:t>Click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derecho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Hierarchy.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01952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2. UI (Canvas) → Canvas.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22576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300" b="0" i="0" dirty="0">
                <a:solidFill>
                  <a:srgbClr val="131315"/>
                </a:solidFill>
                <a:latin typeface="Neuromax"/>
              </a:rPr>
              <a:t>3. Unity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crea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lang="en-US" sz="1300" dirty="0" err="1">
                <a:solidFill>
                  <a:srgbClr val="131315"/>
                </a:solidFill>
                <a:latin typeface="Neuromax"/>
              </a:rPr>
              <a:t>automaticamente</a:t>
            </a:r>
            <a:r>
              <a:rPr lang="en-US" sz="1300" dirty="0">
                <a:solidFill>
                  <a:srgbClr val="131315"/>
                </a:solidFill>
                <a:latin typeface="Neuromax"/>
              </a:rPr>
              <a:t> 2 </a:t>
            </a:r>
            <a:r>
              <a:rPr lang="en-US" sz="1300" dirty="0" err="1">
                <a:solidFill>
                  <a:srgbClr val="131315"/>
                </a:solidFill>
                <a:latin typeface="Neuromax"/>
              </a:rPr>
              <a:t>objetos</a:t>
            </a:r>
            <a:r>
              <a:rPr lang="en-US" sz="1300" dirty="0">
                <a:solidFill>
                  <a:srgbClr val="131315"/>
                </a:solidFill>
                <a:latin typeface="Neuromax"/>
              </a:rPr>
              <a:t>: 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Canvas y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EventSystem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852928"/>
            <a:ext cx="49834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2980944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31315"/>
                </a:solidFill>
                <a:latin typeface="Neuromax SemBd"/>
              </a:rPr>
              <a:t>EventSystem</a:t>
            </a:r>
            <a:endParaRPr lang="en-US" sz="1600" b="1" i="0" dirty="0" err="1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02552" y="337616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1200" b="0" i="0" dirty="0" err="1">
                <a:solidFill>
                  <a:srgbClr val="4F5361"/>
                </a:solidFill>
                <a:latin typeface="Neuromax"/>
              </a:rPr>
              <a:t>Recibe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los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eventos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de click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y las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teclas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para 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la UI. </a:t>
            </a:r>
            <a:br>
              <a:rPr lang="en-US" dirty="0"/>
            </a:br>
            <a:r>
              <a:rPr sz="1200" b="0" i="0" dirty="0">
                <a:solidFill>
                  <a:srgbClr val="4F5361"/>
                </a:solidFill>
                <a:latin typeface="Neuromax"/>
              </a:rPr>
              <a:t>Unity lo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crea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solo; no lo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borres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488" y="26212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3600">
                <a:solidFill>
                  <a:srgbClr val="131315"/>
                </a:solidFill>
                <a:latin typeface="Neuromax SemBd"/>
              </a:rPr>
              <a:t>CANVAS SCALER (1080p, 1440p o 4K)</a:t>
            </a:r>
            <a:endParaRPr sz="3600" b="0" i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7" name="Picture 6" descr="03-canvas-sca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195673"/>
            <a:ext cx="6035040" cy="2968052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720840" y="128828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UI Scale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534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Scale With Screen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8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Reference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484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1920 × 1080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7817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943352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0 = ancho · 1 = alto · 0.5 = ambos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3767328"/>
            <a:ext cx="4754880" cy="719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56728" y="3875024"/>
            <a:ext cx="2702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 SemBd"/>
              </a:rPr>
              <a:t>Si el texto se ve enorme o diminuto…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6728" y="4158488"/>
            <a:ext cx="2702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…revisa la Reference Resolution.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60350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28648" y="4746752"/>
            <a:ext cx="397764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La UI completa se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escala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: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textos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imágenes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botones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br>
              <a:rPr lang="en-US" sz="1200" dirty="0">
                <a:solidFill>
                  <a:srgbClr val="4F5361"/>
                </a:solidFill>
                <a:latin typeface="Neuromax"/>
              </a:rPr>
            </a:br>
            <a:r>
              <a:rPr lang="en-US" sz="1200" dirty="0">
                <a:solidFill>
                  <a:srgbClr val="4F5361"/>
                </a:solidFill>
                <a:latin typeface="Neuromax"/>
              </a:rPr>
              <a:t>Para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hacer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match con la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resolucion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de la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computadora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.</a:t>
            </a:r>
            <a:endParaRPr lang="en-US" sz="12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732280" y="5671312"/>
            <a:ext cx="80802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05000" y="5770880"/>
            <a:ext cx="8361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En la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captura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 Match = 0: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diseño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prioriza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el ancho de la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pantalla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0.5,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balancea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, 1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prioritiza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el alto de la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pantalla</a:t>
            </a:r>
            <a:endParaRPr sz="1200" b="0" i="0" dirty="0" err="1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4208" y="1503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PANEL</a:t>
            </a:r>
            <a:r>
              <a:rPr lang="en-US" sz="3600">
                <a:solidFill>
                  <a:srgbClr val="131315"/>
                </a:solidFill>
                <a:latin typeface="Neuromax SemBd"/>
              </a:rPr>
              <a:t> DENTRO DEL CANVAS</a:t>
            </a:r>
            <a:endParaRPr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208" y="75387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panel es el contenedor transparente que agrupa el HUD.</a:t>
            </a:r>
          </a:p>
        </p:txBody>
      </p:sp>
      <p:pic>
        <p:nvPicPr>
          <p:cNvPr id="7" name="Picture 6" descr="04-panel-men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8234"/>
            <a:ext cx="4937760" cy="3802075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89320" y="148132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131315"/>
                </a:solidFill>
                <a:latin typeface="Neuromax"/>
              </a:rPr>
              <a:t>1. </a:t>
            </a:r>
            <a:r>
              <a:rPr lang="en-US" sz="1300" dirty="0" err="1">
                <a:solidFill>
                  <a:srgbClr val="131315"/>
                </a:solidFill>
                <a:latin typeface="Neuromax"/>
              </a:rPr>
              <a:t>ClicK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derecho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sobre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Canvas.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01952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2. UI (Canvas) → Panel.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22576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300" b="0" i="0" dirty="0">
                <a:solidFill>
                  <a:srgbClr val="131315"/>
                </a:solidFill>
                <a:latin typeface="Neuromax"/>
              </a:rPr>
              <a:t>3.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Renómbralo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lang="en-US" sz="1300" dirty="0">
                <a:solidFill>
                  <a:srgbClr val="131315"/>
                </a:solidFill>
                <a:latin typeface="Neuromax"/>
              </a:rPr>
              <a:t>a </a:t>
            </a:r>
            <a:r>
              <a:rPr lang="en-US" sz="1300" dirty="0" err="1">
                <a:solidFill>
                  <a:srgbClr val="131315"/>
                </a:solidFill>
                <a:latin typeface="Neuromax"/>
              </a:rPr>
              <a:t>GamePanel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852928"/>
            <a:ext cx="5440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298094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Un contenedor, no un adorno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264408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panel no tiene que verse: puede ser solo el marco que agrupa textos y botones.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160520"/>
            <a:ext cx="54406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2" y="42793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Canvas &gt; GamePanel &gt; Text (TMP) será la jerarquía del HUD.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5783072"/>
            <a:ext cx="48696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589280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También puedes crear el panel con GameObject → UI →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968" y="22148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UN PANEL DEL TAMAÑO DE LA PANTALLA</a:t>
            </a:r>
          </a:p>
        </p:txBody>
      </p:sp>
      <p:pic>
        <p:nvPicPr>
          <p:cNvPr id="7" name="Picture 6" descr="05-panel-stre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9045"/>
            <a:ext cx="6172200" cy="3105509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903720" y="14813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Anchor Preset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7465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Stretch / Stretch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7627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Left · Top · Right · Bottom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441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0    0    0    0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7121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Color → Alpha 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13639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0 = invisible · 100 = fondo suave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1648" y="16052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sz="3600" b="0" i="0" dirty="0">
                <a:solidFill>
                  <a:srgbClr val="131315"/>
                </a:solidFill>
                <a:latin typeface="Neuromax SemBd"/>
              </a:rPr>
              <a:t>AGREGAR </a:t>
            </a:r>
            <a:r>
              <a:rPr lang="en-US" sz="3600">
                <a:solidFill>
                  <a:srgbClr val="131315"/>
                </a:solidFill>
                <a:latin typeface="Neuromax SemBd"/>
              </a:rPr>
              <a:t>TEXTO </a:t>
            </a:r>
            <a:r>
              <a:rPr sz="3600" b="0" i="0" dirty="0">
                <a:solidFill>
                  <a:srgbClr val="131315"/>
                </a:solidFill>
                <a:latin typeface="Neuromax SemBd"/>
              </a:rPr>
              <a:t>AL PANEL</a:t>
            </a:r>
          </a:p>
        </p:txBody>
      </p:sp>
      <p:pic>
        <p:nvPicPr>
          <p:cNvPr id="7" name="Picture 6" descr="06-texto-men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8417"/>
            <a:ext cx="4937760" cy="3673693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89320" y="148132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1. Clic derecho en GamePanel.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01952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2. UI (Canvas) → Text - TextMeshPro.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834640"/>
            <a:ext cx="5440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296265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¿Por qué TextMeshPro?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246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Texto más nítido y fácil de escalar que el texto antiguo.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9480" y="5823712"/>
            <a:ext cx="520496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42360" y="593344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 err="1">
                <a:solidFill>
                  <a:srgbClr val="4F5361"/>
                </a:solidFill>
                <a:latin typeface="Neuromax"/>
              </a:rPr>
              <a:t>Después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de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importar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objeto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Text (TMP)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aparece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bajo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GamePanel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1008" y="1910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ESCRIBIR Y DARLE TAMAÑO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008" y="7945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texto se edita en el Inspector y se ve en el Game view.</a:t>
            </a:r>
          </a:p>
        </p:txBody>
      </p:sp>
      <p:pic>
        <p:nvPicPr>
          <p:cNvPr id="7" name="Picture 6" descr="08-texto-ajus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057" y="1407160"/>
            <a:ext cx="4200525" cy="3657600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71920" y="147116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Neuromax SemBd"/>
              </a:rPr>
              <a:t>TEXT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1920" y="1708912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Número de caídas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1920" y="216611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Neuromax SemBd"/>
              </a:rPr>
              <a:t>FONT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1920" y="2403856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920" y="286105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Neuromax SemBd"/>
              </a:rPr>
              <a:t>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1920" y="309880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Blanco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1920" y="355600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Neuromax SemBd"/>
              </a:rPr>
              <a:t>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1920" y="379374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Izquierda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1920" y="4397248"/>
            <a:ext cx="3683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82232" y="4525264"/>
            <a:ext cx="55321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Buen contraste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2232" y="4879848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Texto claro sobre fondo oscuro, o al revés.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ANCLAR EL TEXTO EN EL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ancla es el punto de referencia; la posición se mide desde ella.</a:t>
            </a:r>
          </a:p>
        </p:txBody>
      </p:sp>
      <p:pic>
        <p:nvPicPr>
          <p:cNvPr id="7" name="Picture 6" descr="09-texto-anc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08" y="1478280"/>
            <a:ext cx="5662902" cy="2432304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46520" y="14813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Anchor Preset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4650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Center (en la captura)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7627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Pos X · Pos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414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-789 · -437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7121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Pivot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363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0.5 · 0.5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9319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56832" y="4087368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56832" y="4416552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56832" y="4745736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06640" y="4087368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06640" y="4416552"/>
            <a:ext cx="82296" cy="82296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06640" y="4745736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56448" y="4087368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56448" y="4416552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56448" y="4745736"/>
            <a:ext cx="82296" cy="82296"/>
          </a:xfrm>
          <a:prstGeom prst="ellipse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504748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F5361"/>
                </a:solidFill>
                <a:latin typeface="Neuromax"/>
              </a:rPr>
              <a:t>9 puntos de ancla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3931920"/>
            <a:ext cx="28803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4059936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 SemBd"/>
              </a:rPr>
              <a:t>Para una esquina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4334256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Usa el preset bottom-left y deja un margen pequeño.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Al redimensionar, el Canvas escala y el texto conserva su posición relativa.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4368" y="16052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3600" dirty="0">
                <a:solidFill>
                  <a:srgbClr val="131315"/>
                </a:solidFill>
                <a:latin typeface="Neuromax SemBd"/>
              </a:rPr>
              <a:t>HUD</a:t>
            </a:r>
            <a:r>
              <a:rPr sz="3600" b="0" i="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lang="en-US" sz="3600">
                <a:solidFill>
                  <a:srgbClr val="131315"/>
                </a:solidFill>
                <a:latin typeface="Neuromax SemBd"/>
              </a:rPr>
              <a:t>DURANTE EL JUEGO</a:t>
            </a:r>
            <a:endParaRPr sz="3600" b="0" i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7" name="Picture 6" descr="10-hud-resul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96772"/>
            <a:ext cx="7315200" cy="4154575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44840" y="147116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GamePanel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840" y="17272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Contenedor transparente.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4840" y="240385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Text (TMP)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4840" y="265988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Muestra Número de caídas.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840" y="333654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EventSystem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4840" y="3592576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Necesario para los clics.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4840" y="426923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DontDestroyOnLoad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4525264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Viene de la plantilla; ignóralo.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0680" y="5854192"/>
            <a:ext cx="713536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32760" y="5963920"/>
            <a:ext cx="7091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Todavía no hay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número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de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caidas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: el </a:t>
            </a:r>
            <a:r>
              <a:rPr sz="1200" b="0" i="0" err="1">
                <a:solidFill>
                  <a:srgbClr val="4F5361"/>
                </a:solidFill>
                <a:latin typeface="Neuromax"/>
              </a:rPr>
              <a:t>texto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es </a:t>
            </a:r>
            <a:r>
              <a:rPr sz="1200" b="0" i="0" err="1">
                <a:solidFill>
                  <a:srgbClr val="4F5361"/>
                </a:solidFill>
                <a:latin typeface="Neuromax"/>
              </a:rPr>
              <a:t>fijo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Hay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agregar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codigo</a:t>
            </a:r>
            <a:r>
              <a:rPr lang="en-US" sz="1200">
                <a:solidFill>
                  <a:srgbClr val="4F5361"/>
                </a:solidFill>
                <a:latin typeface="Neuromax"/>
              </a:rPr>
              <a:t> para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definirlo</a:t>
            </a:r>
            <a:r>
              <a:rPr lang="en-US" sz="120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err="1">
                <a:solidFill>
                  <a:srgbClr val="4F5361"/>
                </a:solidFill>
                <a:latin typeface="Neuromax"/>
              </a:rPr>
              <a:t>en</a:t>
            </a:r>
            <a:r>
              <a:rPr lang="en-US" sz="1200">
                <a:solidFill>
                  <a:srgbClr val="4F5361"/>
                </a:solidFill>
                <a:latin typeface="Neuromax"/>
              </a:rPr>
              <a:t> runtime.</a:t>
            </a:r>
            <a:endParaRPr lang="en-US" sz="1200" b="0" i="0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6448" y="27228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CONTAR LAS CAÍDAS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246120" cy="1847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64008" cy="18470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73736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70992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CAE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El cubo baja de y = -1.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504" y="30988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Todavía no se cuenta.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572768"/>
            <a:ext cx="3246120" cy="1847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9080" y="1572768"/>
            <a:ext cx="64008" cy="184708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8536" y="173736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170992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CUENTA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cayendo ==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7896" y="31699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caidas++ y cayendo = true.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71232" y="1572768"/>
            <a:ext cx="3246120" cy="1847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71232" y="1572768"/>
            <a:ext cx="64008" cy="184708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0688" y="173736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70992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>
                <a:solidFill>
                  <a:srgbClr val="131315"/>
                </a:solidFill>
                <a:latin typeface="Neuromax SemBd"/>
              </a:rPr>
              <a:t>BANDERA</a:t>
            </a:r>
            <a:endParaRPr sz="2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0688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cayendo == 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0988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No vuelve a contar hasta el reset.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49039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38770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¿Por qué una bandera?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064" y="4302760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Sin la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bandera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cayendo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contador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subiría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vez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por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fotograma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: </a:t>
            </a:r>
            <a:endParaRPr lang="en-US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F5361"/>
                </a:solidFill>
                <a:latin typeface="Neuromax"/>
              </a:rPr>
              <a:t>60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veces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por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segundo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446520" y="3749039"/>
            <a:ext cx="425196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387705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En el HUD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30276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45309"/>
                </a:solidFill>
                <a:latin typeface="Neuromax SemBd"/>
              </a:rPr>
              <a:t>textoCaidas.text = caidas.ToString();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5823712"/>
            <a:ext cx="47782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37000" y="5933440"/>
            <a:ext cx="4551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botón Reset pone cayendo = false y deja el total de caídas.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" y="201168"/>
            <a:ext cx="64973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CÓDIGO DEL CONTADOR</a:t>
            </a:r>
          </a:p>
        </p:txBody>
      </p:sp>
      <p:pic>
        <p:nvPicPr>
          <p:cNvPr id="8" name="Picture 7" descr="code_contar_caid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56" y="1397508"/>
            <a:ext cx="6261608" cy="37036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53619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caidas++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80" y="187248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Suma 1 al total de caídas.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cayendo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3280" y="2594864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Evita contar la misma caída.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8094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y &lt;= -1.0f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280" y="331724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Límite para considerar la caída.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Debug.Log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280" y="4039616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Muestra el valor en la Console.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425696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ToString()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3280" y="4761992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Convierte el número en texto.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1720" y="5508752"/>
            <a:ext cx="49306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04920" y="5608320"/>
            <a:ext cx="4328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El HUD se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actualiza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solo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cuando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cae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por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primera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vez</a:t>
            </a:r>
            <a:endParaRPr lang="en-US" sz="1200" b="0" i="0" dirty="0" err="1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928" y="1503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CONECTAR EL TEXTO CON EL CUBO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928" y="75387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script del cubo necesita una referencia al texto del HUD.</a:t>
            </a:r>
          </a:p>
        </p:txBody>
      </p:sp>
      <p:pic>
        <p:nvPicPr>
          <p:cNvPr id="8" name="Picture 7" descr="code_campos_h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56" y="1275588"/>
            <a:ext cx="5550408" cy="36817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53619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using TMPro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0136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Trae TextMeshProUGUI.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[SerializeField]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23744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Lo muestra en el Inspector.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8094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24612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Solo este script lo modifica.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TextMeshProUGUI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968496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tipo del texto del HUD.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9160" y="5427472"/>
            <a:ext cx="6820408" cy="873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3960" y="5588000"/>
            <a:ext cx="5161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dirty="0">
                <a:solidFill>
                  <a:srgbClr val="4F5361"/>
                </a:solidFill>
                <a:latin typeface="Neuromax"/>
              </a:rPr>
              <a:t>public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define la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accesibilidad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una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variable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desde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otros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scripts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en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C#.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Mientras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que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[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SerializeField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]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le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permite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a Unity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guardarla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y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mostrarla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en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el Inspector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independientemente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su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nivel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acceso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en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 el </a:t>
            </a:r>
            <a:r>
              <a:rPr lang="en-US" sz="1200" dirty="0" err="1">
                <a:solidFill>
                  <a:srgbClr val="4F5361"/>
                </a:solidFill>
                <a:ea typeface="+mn-lt"/>
                <a:cs typeface="+mn-lt"/>
              </a:rPr>
              <a:t>código</a:t>
            </a:r>
            <a:r>
              <a:rPr lang="en-US" sz="1200" dirty="0">
                <a:solidFill>
                  <a:srgbClr val="4F5361"/>
                </a:solidFill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E23E70-EFA5-964B-7A06-8EB57DBE87B6}"/>
              </a:ext>
            </a:extLst>
          </p:cNvPr>
          <p:cNvSpPr txBox="1"/>
          <p:nvPr/>
        </p:nvSpPr>
        <p:spPr>
          <a:xfrm>
            <a:off x="2321559" y="5730240"/>
            <a:ext cx="1361440" cy="266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>
                <a:solidFill>
                  <a:srgbClr val="4F5361"/>
                </a:solidFill>
              </a:rPr>
              <a:t>IMPORTANTE: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069014-0F7B-A0F1-4237-9F9AB3836856}"/>
              </a:ext>
            </a:extLst>
          </p:cNvPr>
          <p:cNvSpPr/>
          <p:nvPr/>
        </p:nvSpPr>
        <p:spPr>
          <a:xfrm>
            <a:off x="904240" y="3500120"/>
            <a:ext cx="3159760" cy="558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1648" y="13004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ASIGNAR EL </a:t>
            </a:r>
            <a:r>
              <a:rPr lang="en-US" sz="3600">
                <a:solidFill>
                  <a:srgbClr val="131315"/>
                </a:solidFill>
                <a:latin typeface="Neuromax SemBd"/>
              </a:rPr>
              <a:t>OBJETO TEXTO</a:t>
            </a:r>
            <a:r>
              <a:rPr sz="3600" b="0" i="0">
                <a:solidFill>
                  <a:srgbClr val="131315"/>
                </a:solidFill>
                <a:latin typeface="Neuromax SemBd"/>
              </a:rPr>
              <a:t> EN EL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648" y="73355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Selecciona Cube y arrastra el objeto Caidas al campo Texto Caidas.</a:t>
            </a:r>
          </a:p>
        </p:txBody>
      </p:sp>
      <p:pic>
        <p:nvPicPr>
          <p:cNvPr id="7" name="Picture 6" descr="13-hierarchy-caid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8591"/>
            <a:ext cx="2880360" cy="3764785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pic>
        <p:nvPicPr>
          <p:cNvPr id="8" name="Picture 7" descr="14-asignar-tex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39" y="1419279"/>
            <a:ext cx="6903720" cy="2958737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749039" y="4590288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1. Selecciona Cube en la Hierarchy.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882896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2. Busca el componente Cube Move.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175504"/>
            <a:ext cx="6903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3. Arrastra Caidas al campo Texto Caidas.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5884672"/>
            <a:ext cx="483920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2440" y="5994400"/>
            <a:ext cx="4592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 err="1">
                <a:solidFill>
                  <a:srgbClr val="4F5361"/>
                </a:solidFill>
                <a:latin typeface="Neuromax"/>
              </a:rPr>
              <a:t>Asegúrate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de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asignar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objeto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Caidas, no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solo el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texto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del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titulo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.</a:t>
            </a:r>
            <a:endParaRPr lang="en-US" sz="12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972515-5CA0-90D9-2AB6-AD24DC297157}"/>
              </a:ext>
            </a:extLst>
          </p:cNvPr>
          <p:cNvSpPr/>
          <p:nvPr/>
        </p:nvSpPr>
        <p:spPr>
          <a:xfrm>
            <a:off x="4114800" y="3500120"/>
            <a:ext cx="6451600" cy="406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2C03C-C6E3-1612-BAF8-DC0D4EF5457B}"/>
              </a:ext>
            </a:extLst>
          </p:cNvPr>
          <p:cNvSpPr/>
          <p:nvPr/>
        </p:nvSpPr>
        <p:spPr>
          <a:xfrm>
            <a:off x="4257040" y="1955800"/>
            <a:ext cx="2519680" cy="406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3568" y="1503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ACTUALIZAR EL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568" y="75387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Cada caída escribe el nuevo número en el componente de texto.</a:t>
            </a:r>
          </a:p>
        </p:txBody>
      </p:sp>
      <p:pic>
        <p:nvPicPr>
          <p:cNvPr id="8" name="Picture 7" descr="code_actualizar_tex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2397175"/>
            <a:ext cx="6302248" cy="167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39280" y="198323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textoCaidas.text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3600" y="229920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Propiedad que muestra el texto.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9280" y="270560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caidas.ToString()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3600" y="3021584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Convierte 3 en "3".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9280" y="342798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if !=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3600" y="374396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Evita un error si falta asignar.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1080" y="5061712"/>
            <a:ext cx="428040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60" y="5171440"/>
            <a:ext cx="4043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No escribas textoCaidas = …; cambia su propiedad .text.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488" y="11988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PROBAR EL CONTADOR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488" y="72339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Play, deja caer el cubo y mira el HUD y el contador.</a:t>
            </a:r>
          </a:p>
        </p:txBody>
      </p:sp>
      <p:pic>
        <p:nvPicPr>
          <p:cNvPr id="7" name="Picture 6" descr="15e-hud-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70" y="1173480"/>
            <a:ext cx="7228378" cy="4160520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001000" y="14813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Debug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5640" y="1806448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Debug.Log escribe Caidas: 1, 2, 3… en la Console.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3042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HUD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5640" y="262940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número cambia en pantalla.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1272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5640" y="345236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caidas guarda el total.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4069080"/>
            <a:ext cx="35204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4187952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131315"/>
                </a:solidFill>
                <a:latin typeface="Neuromax SemBd"/>
              </a:rPr>
              <a:t>El </a:t>
            </a:r>
            <a:r>
              <a:rPr sz="1200" b="0" i="0" dirty="0" err="1">
                <a:solidFill>
                  <a:srgbClr val="131315"/>
                </a:solidFill>
                <a:latin typeface="Neuromax SemBd"/>
              </a:rPr>
              <a:t>botón</a:t>
            </a:r>
            <a:r>
              <a:rPr sz="1200" b="0" i="0" dirty="0">
                <a:solidFill>
                  <a:srgbClr val="131315"/>
                </a:solidFill>
                <a:latin typeface="Neuromax SemBd"/>
              </a:rPr>
              <a:t> no borra el total</a:t>
            </a:r>
            <a:r>
              <a:rPr lang="en-US" sz="1200" dirty="0">
                <a:solidFill>
                  <a:srgbClr val="131315"/>
                </a:solidFill>
                <a:latin typeface="Neuromax SemBd"/>
              </a:rPr>
              <a:t>.</a:t>
            </a:r>
            <a:endParaRPr sz="1200" b="0" i="0" dirty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1848" y="457403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dirty="0">
                <a:solidFill>
                  <a:srgbClr val="4F5361"/>
                </a:solidFill>
                <a:latin typeface="Neuromax"/>
              </a:rPr>
              <a:t>Como el 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vida, las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caidas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son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experiencia</a:t>
            </a:r>
            <a:endParaRPr lang="en-US" sz="1200" dirty="0" err="1">
              <a:solidFill>
                <a:srgbClr val="4F536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BOTÓN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EVENTO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dirty="0" err="1">
                <a:solidFill>
                  <a:srgbClr val="4F5361"/>
                </a:solidFill>
                <a:latin typeface="Neuromax"/>
              </a:rPr>
              <a:t>Resetear</a:t>
            </a:r>
            <a:r>
              <a:rPr lang="en-US" dirty="0">
                <a:solidFill>
                  <a:srgbClr val="4F5361"/>
                </a:solidFill>
                <a:latin typeface="Neuromax"/>
              </a:rPr>
              <a:t> la </a:t>
            </a:r>
            <a:r>
              <a:rPr lang="en-US" dirty="0" err="1">
                <a:solidFill>
                  <a:srgbClr val="4F5361"/>
                </a:solidFill>
                <a:latin typeface="Neuromax"/>
              </a:rPr>
              <a:t>posicion</a:t>
            </a:r>
            <a:r>
              <a:rPr lang="en-US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dirty="0" err="1">
                <a:solidFill>
                  <a:srgbClr val="4F5361"/>
                </a:solidFill>
                <a:latin typeface="Neuromax"/>
              </a:rPr>
              <a:t>inicial</a:t>
            </a:r>
            <a:r>
              <a:rPr lang="en-US" dirty="0">
                <a:solidFill>
                  <a:srgbClr val="4F5361"/>
                </a:solidFill>
                <a:latin typeface="Neuromax"/>
              </a:rPr>
              <a:t> del </a:t>
            </a:r>
            <a:r>
              <a:rPr lang="en-US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BUTTON · ONCLICK · EVENTSYSTEM · FUNCIÓN PÚBLICA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488" y="1402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AGREGAR UN BOTÓN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488" y="7437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botón también vive dentro del Canvas, como hijo de GamePanel.</a:t>
            </a:r>
          </a:p>
        </p:txBody>
      </p:sp>
      <p:pic>
        <p:nvPicPr>
          <p:cNvPr id="7" name="Picture 6" descr="16-boton-men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90" y="1417320"/>
            <a:ext cx="4937218" cy="3337560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89320" y="148132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131315"/>
                </a:solidFill>
                <a:latin typeface="Neuromax"/>
              </a:rPr>
              <a:t>1. </a:t>
            </a:r>
            <a:r>
              <a:rPr lang="en-US" sz="1300" dirty="0">
                <a:solidFill>
                  <a:srgbClr val="131315"/>
                </a:solidFill>
                <a:latin typeface="Neuromax"/>
              </a:rPr>
              <a:t>Click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derecho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131315"/>
                </a:solidFill>
                <a:latin typeface="Neuromax"/>
              </a:rPr>
              <a:t>GamePanel</a:t>
            </a:r>
            <a:r>
              <a:rPr sz="130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01952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2. UI (Canvas) → Button - TextMeshPro.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22576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1315"/>
                </a:solidFill>
                <a:latin typeface="Neuromax"/>
              </a:rPr>
              <a:t>3. Unity crea Button con un hijo Text (TMP).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20" y="2863088"/>
            <a:ext cx="4566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7632" y="299110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El botón usa el EventSystem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0352" y="34371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F5361"/>
                </a:solidFill>
                <a:latin typeface="Neuromax"/>
              </a:rPr>
              <a:t>Sin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EventSystem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botón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se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ve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pero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no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recibe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clicks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977639"/>
            <a:ext cx="54406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2" y="409651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F5361"/>
                </a:solidFill>
                <a:latin typeface="Neuromax"/>
              </a:rPr>
              <a:t>Button es UI: no se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mueve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con la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cámara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ni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con la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física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</a:p>
          <a:p>
            <a:r>
              <a:rPr lang="en-US" sz="1200" dirty="0">
                <a:solidFill>
                  <a:srgbClr val="4F5361"/>
                </a:solidFill>
                <a:latin typeface="Neuromax"/>
              </a:rPr>
              <a:t>Por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esta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dentro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del canvas,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se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proyecta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a la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pantalla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7480" y="5681472"/>
            <a:ext cx="459536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50360" y="5791200"/>
            <a:ext cx="441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texto del botón es un hijo Text (TMP); edítalo por separado.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1008" y="160528"/>
            <a:ext cx="75336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3600" dirty="0">
                <a:solidFill>
                  <a:srgbClr val="131315"/>
                </a:solidFill>
                <a:latin typeface="Neuromax SemBd"/>
              </a:rPr>
              <a:t>DISEÑO</a:t>
            </a:r>
            <a:r>
              <a:rPr sz="3600" b="0" i="0" dirty="0">
                <a:solidFill>
                  <a:srgbClr val="131315"/>
                </a:solidFill>
                <a:latin typeface="Neuromax SemBd"/>
              </a:rPr>
              <a:t> Y POSICIÓN</a:t>
            </a:r>
            <a:r>
              <a:rPr lang="en-US" sz="3600">
                <a:solidFill>
                  <a:srgbClr val="131315"/>
                </a:solidFill>
                <a:latin typeface="Neuromax SemBd"/>
              </a:rPr>
              <a:t> DEL BOTON</a:t>
            </a:r>
            <a:endParaRPr sz="3600" b="0" i="0" dirty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7" name="Picture 6" descr="20d-boton-re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" y="1772920"/>
            <a:ext cx="3840480" cy="2240280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pic>
        <p:nvPicPr>
          <p:cNvPr id="8" name="Picture 7" descr="20e-boton-r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240" y="1257162"/>
            <a:ext cx="4094480" cy="3241314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154920" y="2794000"/>
            <a:ext cx="1849120" cy="187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4F5361"/>
                </a:solidFill>
                <a:latin typeface="Neuromax"/>
              </a:rPr>
              <a:t>(w</a:t>
            </a:r>
            <a:r>
              <a:rPr sz="1200" b="0" i="0">
                <a:solidFill>
                  <a:srgbClr val="4F5361"/>
                </a:solidFill>
                <a:latin typeface="Neuromax"/>
              </a:rPr>
              <a:t>idth 197 · </a:t>
            </a:r>
            <a:r>
              <a:rPr lang="en-US" sz="1200">
                <a:solidFill>
                  <a:srgbClr val="4F5361"/>
                </a:solidFill>
                <a:latin typeface="Neuromax"/>
              </a:rPr>
              <a:t>height</a:t>
            </a:r>
            <a:r>
              <a:rPr sz="1200" b="0" i="0">
                <a:solidFill>
                  <a:srgbClr val="4F5361"/>
                </a:solidFill>
                <a:latin typeface="Neuromax"/>
              </a:rPr>
              <a:t> 76.2</a:t>
            </a:r>
            <a:r>
              <a:rPr lang="en-US" sz="1200">
                <a:solidFill>
                  <a:srgbClr val="4F5361"/>
                </a:solidFill>
                <a:latin typeface="Neuromax"/>
              </a:rPr>
              <a:t>)</a:t>
            </a:r>
            <a:endParaRPr sz="12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1360" y="173532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Texto del botón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6320" y="2051304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1360" y="2430272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Rect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6320" y="2766568"/>
            <a:ext cx="131572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Width y Height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1360" y="3125216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Ancla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6320" y="344119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Una esquina, con margen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9320" y="4963160"/>
            <a:ext cx="5140960" cy="543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08832" y="5124704"/>
            <a:ext cx="49733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texto se edita en el hijo Text (TMP); el tamaño, en el Rect Transform.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2448" y="17068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EVENTO ON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448" y="72339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OnClick guarda la lista de funciones que se ejecutan al hacer clic.</a:t>
            </a:r>
          </a:p>
        </p:txBody>
      </p:sp>
      <p:pic>
        <p:nvPicPr>
          <p:cNvPr id="7" name="Picture 6" descr="18-onclick-va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9" y="1417320"/>
            <a:ext cx="6064761" cy="2827528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46520" y="14813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On Click 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0200" y="179730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Empieza vacío: List is Empty.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7627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Botón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0200" y="24922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Agrega un listener.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7121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0200" y="31871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GameObject con el 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0200" y="388213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método que se ejecuta.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3080" y="4648200"/>
            <a:ext cx="61823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1680" y="4785360"/>
            <a:ext cx="61468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Sin un listener, el botón se ve pero no hace nada.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146040"/>
            <a:ext cx="6146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Un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evento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conecta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acción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del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jugador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con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función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el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codigo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del juego.</a:t>
            </a:r>
            <a:endParaRPr sz="1200" b="0" i="0" dirty="0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1008" y="1910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3600">
                <a:solidFill>
                  <a:srgbClr val="131315"/>
                </a:solidFill>
                <a:latin typeface="Neuromax SemBd"/>
              </a:rPr>
              <a:t>LIGAR A UNA FUNCION DENTRO DEL CUBO</a:t>
            </a:r>
            <a:endParaRPr lang="en-US" sz="3600" b="0" i="0" dirty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1008" y="7945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botón llama a un método que vive en el componente Cube Move.</a:t>
            </a:r>
          </a:p>
        </p:txBody>
      </p:sp>
      <p:pic>
        <p:nvPicPr>
          <p:cNvPr id="7" name="Picture 6" descr="19-evento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0706"/>
            <a:ext cx="4866640" cy="2302691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834880" y="162356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1.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0" y="195884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Arrastra el GameObject Cube.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4880" y="24465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2.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2781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Elige CubeMove.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34880" y="32694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3. Método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0" y="360476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Selecciona ButtonClick.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00600"/>
            <a:ext cx="101955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97840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 i="0" dirty="0">
                <a:solidFill>
                  <a:srgbClr val="131315"/>
                </a:solidFill>
                <a:latin typeface="Neuromax SemBd"/>
              </a:rPr>
              <a:t>Solo </a:t>
            </a:r>
            <a:r>
              <a:rPr lang="en-US" sz="1500" dirty="0">
                <a:solidFill>
                  <a:srgbClr val="131315"/>
                </a:solidFill>
                <a:latin typeface="Neuromax SemBd"/>
              </a:rPr>
              <a:t>van a </a:t>
            </a:r>
            <a:r>
              <a:rPr lang="en-US" sz="1500" dirty="0" err="1">
                <a:solidFill>
                  <a:srgbClr val="131315"/>
                </a:solidFill>
                <a:latin typeface="Neuromax SemBd"/>
              </a:rPr>
              <a:t>aparecen</a:t>
            </a:r>
            <a:r>
              <a:rPr sz="1500" b="0" i="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sz="1500" b="0" i="0" dirty="0" err="1">
                <a:solidFill>
                  <a:srgbClr val="131315"/>
                </a:solidFill>
                <a:latin typeface="Neuromax SemBd"/>
              </a:rPr>
              <a:t>los</a:t>
            </a:r>
            <a:r>
              <a:rPr sz="1500" b="0" i="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sz="1500" b="0" i="0" dirty="0" err="1">
                <a:solidFill>
                  <a:srgbClr val="131315"/>
                </a:solidFill>
                <a:latin typeface="Neuromax SemBd"/>
              </a:rPr>
              <a:t>métodos</a:t>
            </a:r>
            <a:r>
              <a:rPr sz="1500" b="0" i="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sz="1500" b="0" i="0" dirty="0" err="1">
                <a:solidFill>
                  <a:srgbClr val="131315"/>
                </a:solidFill>
                <a:latin typeface="Neuromax SemBd"/>
              </a:rPr>
              <a:t>públicos</a:t>
            </a:r>
            <a:r>
              <a:rPr sz="1500" b="0" i="0" dirty="0">
                <a:solidFill>
                  <a:srgbClr val="131315"/>
                </a:solidFill>
                <a:latin typeface="Neuromax SemBd"/>
              </a:rPr>
              <a:t> y sin </a:t>
            </a:r>
            <a:r>
              <a:rPr sz="1500" b="0" i="0" dirty="0" err="1">
                <a:solidFill>
                  <a:srgbClr val="131315"/>
                </a:solidFill>
                <a:latin typeface="Neuromax SemBd"/>
              </a:rPr>
              <a:t>parámetros</a:t>
            </a:r>
            <a:r>
              <a:rPr lang="en-US" sz="150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lang="en-US" sz="1500" dirty="0" err="1">
                <a:solidFill>
                  <a:srgbClr val="131315"/>
                </a:solidFill>
                <a:latin typeface="Neuromax SemBd"/>
              </a:rPr>
              <a:t>en</a:t>
            </a:r>
            <a:r>
              <a:rPr lang="en-US" sz="1500" dirty="0">
                <a:solidFill>
                  <a:srgbClr val="131315"/>
                </a:solidFill>
                <a:latin typeface="Neuromax SemBd"/>
              </a:rPr>
              <a:t> la </a:t>
            </a:r>
            <a:r>
              <a:rPr lang="en-US" sz="1500" dirty="0" err="1">
                <a:solidFill>
                  <a:srgbClr val="131315"/>
                </a:solidFill>
                <a:latin typeface="Neuromax SemBd"/>
              </a:rPr>
              <a:t>lista</a:t>
            </a:r>
            <a:endParaRPr lang="en-US" sz="1500" b="0" i="0" dirty="0" err="1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4720" y="5230368"/>
            <a:ext cx="9784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ButtonClick() cumple las dos condiciones.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F5361"/>
                </a:solidFill>
                <a:latin typeface="Neuromax"/>
              </a:rPr>
              <a:t>Si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ButtonClick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no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aparece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revisa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sea public y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espera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la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compilación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  <a:endParaRPr lang="en-US" dirty="0"/>
          </a:p>
        </p:txBody>
      </p:sp>
      <p:pic>
        <p:nvPicPr>
          <p:cNvPr id="20" name="Picture 19" descr="code_buttonclick.png">
            <a:extLst>
              <a:ext uri="{FF2B5EF4-FFF2-40B4-BE49-F238E27FC236}">
                <a16:creationId xmlns:a16="http://schemas.microsoft.com/office/drawing/2014/main" id="{A88AF107-EDF9-5DCC-C844-0D1B8C803E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5" t="-295" r="8974"/>
          <a:stretch>
            <a:fillRect/>
          </a:stretch>
        </p:blipFill>
        <p:spPr>
          <a:xfrm>
            <a:off x="51816" y="1593935"/>
            <a:ext cx="4676320" cy="22156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968" y="2011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3600">
                <a:solidFill>
                  <a:srgbClr val="131315"/>
                </a:solidFill>
                <a:latin typeface="Neuromax SemBd"/>
              </a:rPr>
              <a:t>FUNCION PARA REINICIAR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1968" y="80467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00" b="0" i="0" dirty="0" err="1">
                <a:solidFill>
                  <a:srgbClr val="4F5361"/>
                </a:solidFill>
                <a:latin typeface="Neuromax"/>
              </a:rPr>
              <a:t>ButtonClick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resetea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la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posicion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y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rotacion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 del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  <a:endParaRPr lang="en-US" sz="1600" b="0" i="0" dirty="0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8" name="Picture 7" descr="code_buttoncl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76" y="1336548"/>
            <a:ext cx="6312408" cy="26356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3600" y="1154176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8720" y="1439672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Unity lo puede llamar desde OnClick.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3600" y="182168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8720" y="2107184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No devuelve ningún valor.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3600" y="2489200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8720" y="2774696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8000"/>
              </a:lnSpc>
            </a:pPr>
            <a:r>
              <a:rPr sz="1300" b="0" i="0" dirty="0">
                <a:solidFill>
                  <a:srgbClr val="4F5361"/>
                </a:solidFill>
                <a:latin typeface="Neuromax"/>
              </a:rPr>
              <a:t>Sin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parámetros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: 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para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aparece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zca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la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lista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3600" y="315671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Quaternion.identity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8720" y="344220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Rotación cero.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3600" y="382422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new Vector3(0, 1, 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8720" y="410972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Posición inicial del cubo.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3600" y="4491736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cayendo =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8720" y="4777232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Rearma el contador para la próxima caída.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7640" y="4188063"/>
            <a:ext cx="5989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7952" y="4316079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31315"/>
                </a:solidFill>
                <a:latin typeface="Neuromax SemBd"/>
              </a:rPr>
              <a:t>Ojo con el nombre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52" y="4590399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Si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cambias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nombre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del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método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,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 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tienes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volver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a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asignarlo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OnClick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5560" y="5579872"/>
            <a:ext cx="369112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8440" y="5689600"/>
            <a:ext cx="3586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método debe ser public y no llevar parámetros.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488" y="1910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SPACE YA NO REINICIA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488" y="7945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reinicio se movió al botón; la barra espaciadora ahora salta.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897880" cy="2487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8386D"/>
                </a:solidFill>
                <a:latin typeface="Neuromax SemBd"/>
              </a:rPr>
              <a:t>CÓDIGO ANTERIOR</a:t>
            </a:r>
          </a:p>
        </p:txBody>
      </p:sp>
      <p:pic>
        <p:nvPicPr>
          <p:cNvPr id="9" name="Picture 8" descr="code_space_antes_viej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29" y="1810512"/>
            <a:ext cx="4656221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148132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386D"/>
                </a:solidFill>
                <a:latin typeface="Neuromax SemBd"/>
              </a:rPr>
              <a:t>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40" y="175564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Space reiniciaba posición y rotación.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45309"/>
                </a:solidFill>
                <a:latin typeface="Neuromax SemBd"/>
              </a:rPr>
              <a:t>AHORA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040" y="26974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botón Reset llama a ButtonClick().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6499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40" y="3639312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Se usa para saltar (siguiente bloque).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71240" y="4533392"/>
            <a:ext cx="394512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94760" y="4643120"/>
            <a:ext cx="3769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El botón es ahora la única forma de reiniciar el cubo.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F08A3C"/>
                </a:solidFill>
                <a:latin typeface="Neuromax SemB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SALTO CON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208" y="383844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300" b="0" i="0">
                <a:solidFill>
                  <a:srgbClr val="B45309"/>
                </a:solidFill>
                <a:latin typeface="Neuromax SemBd"/>
              </a:rPr>
              <a:t>RIGIDBODY · ONCOLLISIONENTER</a:t>
            </a:r>
            <a:r>
              <a:rPr lang="en-US" sz="1300">
                <a:solidFill>
                  <a:srgbClr val="B45309"/>
                </a:solidFill>
                <a:latin typeface="Neuromax SemBd"/>
              </a:rPr>
              <a:t>( )</a:t>
            </a:r>
            <a:r>
              <a:rPr sz="1300" b="0" i="0">
                <a:solidFill>
                  <a:srgbClr val="B45309"/>
                </a:solidFill>
                <a:latin typeface="Neuromax SemBd"/>
              </a:rPr>
              <a:t> · IMPULSE · SPACE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3728" y="1910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PRIMERO, COMPROBAR LA TECLA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728" y="71323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Antes de saltar, confirma que Space llega al script.</a:t>
            </a:r>
          </a:p>
        </p:txBody>
      </p:sp>
      <p:pic>
        <p:nvPicPr>
          <p:cNvPr id="8" name="Picture 7" descr="code_debug_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48" y="1994916"/>
            <a:ext cx="5547023" cy="1115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148132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wasPressedThisFrame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1680" y="1797304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300" b="0" i="0" dirty="0">
                <a:solidFill>
                  <a:srgbClr val="4F5361"/>
                </a:solidFill>
                <a:latin typeface="Neuromax"/>
              </a:rPr>
              <a:t>Verdadero solo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fotograma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el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se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presiona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 Space</a:t>
            </a:r>
            <a:endParaRPr lang="en-US" sz="13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233172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Debug.Log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1680" y="26476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4F5361"/>
                </a:solidFill>
                <a:latin typeface="Neuromax"/>
              </a:rPr>
              <a:t>Escribe un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mensaje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la 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Consola</a:t>
            </a:r>
            <a:endParaRPr sz="13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0" y="310896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isPressed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1680" y="3424936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Seguiría siendo verdadero mientras mantienes la tecla.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1328" y="1402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PREPARAR EL RIGIDBODY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328" y="7437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salto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usa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la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física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de Unity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, no un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cambio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directo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de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posición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989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de_jump_v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762947"/>
            <a:ext cx="5550408" cy="1905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70448" y="1408176"/>
            <a:ext cx="566928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0448" y="144018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3619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jumpForce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3920" y="187248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Altura del salto; se cambia en el Inspector.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3920" y="2594864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Rigidbody del cubo.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8094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GetComponent&lt;Rigidbody&gt;()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3920" y="3317240"/>
            <a:ext cx="488188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8000"/>
              </a:lnSpc>
            </a:pPr>
            <a:r>
              <a:rPr lang="en-US" sz="1300" dirty="0">
                <a:solidFill>
                  <a:srgbClr val="4F5361"/>
                </a:solidFill>
                <a:latin typeface="Neuromax"/>
              </a:rPr>
              <a:t>En el start se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busca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 el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componente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 del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Rigidbody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30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lang="en-US" sz="1300" dirty="0">
                <a:solidFill>
                  <a:srgbClr val="4F5361"/>
                </a:solidFill>
                <a:latin typeface="Neuromax"/>
              </a:rPr>
              <a:t> el GameObj</a:t>
            </a:r>
            <a:endParaRPr lang="en-US" sz="13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estaEnSuelo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3920" y="4039616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Empieza en true.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60" y="4187952"/>
            <a:ext cx="577392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8840" y="4297680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ya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tiene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0" i="0" dirty="0" err="1">
                <a:solidFill>
                  <a:srgbClr val="4F5361"/>
                </a:solidFill>
                <a:latin typeface="Neuromax"/>
              </a:rPr>
              <a:t>Rigidbody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 con Use Gravity;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asi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el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cae</a:t>
            </a:r>
            <a:r>
              <a:rPr lang="en-US" sz="12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200" dirty="0" err="1">
                <a:solidFill>
                  <a:srgbClr val="4F5361"/>
                </a:solidFill>
                <a:latin typeface="Neuromax"/>
              </a:rPr>
              <a:t>automaticamente</a:t>
            </a:r>
            <a:r>
              <a:rPr sz="12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20116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DETECTAR EL SUELO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80467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No se puede saltar dos veces en el aire: hay que saber cuándo toca el plano.</a:t>
            </a:r>
          </a:p>
        </p:txBody>
      </p:sp>
      <p:pic>
        <p:nvPicPr>
          <p:cNvPr id="8" name="Picture 7" descr="code_jump_su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" y="1780341"/>
            <a:ext cx="6617208" cy="20334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53619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OnCollisionEnter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4080" y="186232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Se ejecuta al chocar.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collision.gameObject.name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4080" y="2584704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Identifica el otro objeto.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8094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"Plane"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4080" y="330708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nombre del piso en la escena.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estaEnSuelo =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4080" y="4029456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Habilita otro salto.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78808"/>
            <a:ext cx="5989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306824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31315"/>
                </a:solidFill>
                <a:latin typeface="Neuromax SemBd"/>
              </a:rPr>
              <a:t>Nombre exacto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272" y="4642104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100" b="0" i="0" dirty="0">
                <a:solidFill>
                  <a:srgbClr val="4F5361"/>
                </a:solidFill>
                <a:latin typeface="Neuromax"/>
              </a:rPr>
              <a:t>El plano se llama Plane;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si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lo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renombras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lang="en-US" sz="1100" dirty="0">
                <a:solidFill>
                  <a:srgbClr val="4F5361"/>
                </a:solidFill>
                <a:latin typeface="Neuromax"/>
              </a:rPr>
              <a:t>TIENES </a:t>
            </a:r>
            <a:r>
              <a:rPr lang="en-US" sz="11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1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100" dirty="0" err="1">
                <a:solidFill>
                  <a:srgbClr val="4F5361"/>
                </a:solidFill>
                <a:latin typeface="Neuromax"/>
              </a:rPr>
              <a:t>actualizar</a:t>
            </a:r>
            <a:r>
              <a:rPr lang="en-US" sz="1100" dirty="0">
                <a:solidFill>
                  <a:srgbClr val="4F5361"/>
                </a:solidFill>
                <a:latin typeface="Neuromax"/>
              </a:rPr>
              <a:t> 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nombre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código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.</a:t>
            </a:r>
            <a:endParaRPr lang="en-US" sz="11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39160" y="5478272"/>
            <a:ext cx="454456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62680" y="5588000"/>
            <a:ext cx="4490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OnCollisionEnter se ejecuta una vez al empezar el contacto.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528" y="191008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APLICAR EL IMPULSO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528" y="74371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4F5361"/>
                </a:solidFill>
                <a:latin typeface="Neuromax"/>
              </a:rPr>
              <a:t>Al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presionar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Space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se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suma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fuerza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hacia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arriba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, para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el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lang="en-US" sz="16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n-US" sz="1600" dirty="0" err="1">
                <a:solidFill>
                  <a:srgbClr val="4F5361"/>
                </a:solidFill>
                <a:latin typeface="Neuromax"/>
              </a:rPr>
              <a:t>salte</a:t>
            </a:r>
            <a:endParaRPr lang="en-US" sz="1600" b="0" i="0" dirty="0" err="1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8" name="Picture 7" descr="code_jump_impulso.png"/>
          <p:cNvPicPr>
            <a:picLocks noChangeAspect="1"/>
          </p:cNvPicPr>
          <p:nvPr/>
        </p:nvPicPr>
        <p:blipFill>
          <a:blip r:embed="rId4"/>
          <a:srcRect l="123" t="-1220" r="33621" b="1026"/>
          <a:stretch>
            <a:fillRect/>
          </a:stretch>
        </p:blipFill>
        <p:spPr>
          <a:xfrm>
            <a:off x="683891" y="1299743"/>
            <a:ext cx="5580904" cy="2558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1536192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Vector3.up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7319" y="189835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(0, 1, 0): hacia arriba.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jumpForce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7319" y="2620726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Controla la altura del salto.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80944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ForceMode.Impulse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7319" y="3343102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Empuje instantáneo.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estaEnSuelo =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7319" y="406547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Evita el doble salto.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78808"/>
            <a:ext cx="5989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306824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31315"/>
                </a:solidFill>
                <a:latin typeface="Neuromax SemBd"/>
              </a:rPr>
              <a:t>Altura del salto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050" y="4635023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Sube jumpForce para saltar más alto; la masa también influye.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4859" y="5404689"/>
            <a:ext cx="46874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9255" y="5514417"/>
            <a:ext cx="427212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impulso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 se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aplica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 sola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vez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, no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cada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200" b="1" i="0" dirty="0" err="1">
                <a:solidFill>
                  <a:srgbClr val="4F5361"/>
                </a:solidFill>
                <a:latin typeface="Neuromax"/>
              </a:rPr>
              <a:t>fotograma</a:t>
            </a:r>
            <a:r>
              <a:rPr sz="1200" b="1" i="0" dirty="0">
                <a:solidFill>
                  <a:srgbClr val="4F5361"/>
                </a:solidFill>
                <a:latin typeface="Neuromax"/>
              </a:rPr>
              <a:t>.</a:t>
            </a:r>
            <a:endParaRPr lang="en-US" sz="1200" b="1" i="0" dirty="0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2140" y="183003"/>
            <a:ext cx="10927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APRENDISTE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140" y="786507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Cuatro pasos y un HUD que ya responde al juego.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64008" cy="1225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6002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7327" y="199721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Lienzo de la UI + EventSystem.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1481328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88736" y="1481328"/>
            <a:ext cx="64008" cy="1225296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6276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PANEL Y 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9135" y="199721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Contenedor transparente + TextMeshPro.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71216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871216"/>
            <a:ext cx="64008" cy="1225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9900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CONTADOR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7327" y="338709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Caídas, bandera y texto conectado.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88736" y="2871216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88736" y="2871216"/>
            <a:ext cx="64008" cy="1225296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3017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386D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900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BOTÓN Y SALTO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9135" y="338709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OnClick, función pública y Rigidbody.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343400"/>
            <a:ext cx="1039672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471416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El HUD no es decoración: muestra el estado y da control al jugador.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3535" y="4845335"/>
            <a:ext cx="444423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Para practicar: agrega un texto de vidas y un botón de pausa.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60020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131315"/>
                </a:solidFill>
                <a:latin typeface="Neuromax SemBd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99232"/>
            <a:ext cx="12191695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F5361"/>
                </a:solidFill>
                <a:latin typeface="Neuromax"/>
              </a:rPr>
              <a:t>Siguiente: laboratorio de 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11296"/>
            <a:ext cx="1219169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45309"/>
                </a:solidFill>
                <a:latin typeface="Neuromax"/>
              </a:rPr>
              <a:t>El HUD ya cuenta; ahora hazlo tuyo.</a:t>
            </a:r>
          </a:p>
        </p:txBody>
      </p:sp>
      <p:pic>
        <p:nvPicPr>
          <p:cNvPr id="6" name="Picture 5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057400"/>
            <a:ext cx="777240" cy="740664"/>
          </a:xfrm>
          <a:prstGeom prst="rect">
            <a:avLst/>
          </a:prstGeom>
        </p:spPr>
      </p:pic>
      <p:pic>
        <p:nvPicPr>
          <p:cNvPr id="7" name="Picture 6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611880"/>
            <a:ext cx="685800" cy="658368"/>
          </a:xfrm>
          <a:prstGeom prst="rect">
            <a:avLst/>
          </a:prstGeom>
        </p:spPr>
      </p:pic>
      <p:pic>
        <p:nvPicPr>
          <p:cNvPr id="8" name="Picture 7" descr="tr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986784"/>
            <a:ext cx="1051560" cy="1883664"/>
          </a:xfrm>
          <a:prstGeom prst="rect">
            <a:avLst/>
          </a:prstGeom>
        </p:spPr>
      </p:pic>
      <p:pic>
        <p:nvPicPr>
          <p:cNvPr id="9" name="Picture 8" descr="ch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4279392"/>
            <a:ext cx="2414016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uromax">
      <a:majorFont>
        <a:latin typeface="Neuromax SemB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euromax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33</Slides>
  <Notes>33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T8.5.2 · HUD y controles en Unity</dc:title>
  <dc:subject>Canvas, panel, texto, contador, botón y salto en Unity</dc:subject>
  <dc:creator>TC2005B · Construcción de Software</dc:creator>
  <cp:keywords>Unity, HUD, Canvas, TextMeshPro, C#, TC2005B</cp:keywords>
  <dc:description>generated using python-pptx</dc:description>
  <cp:lastModifiedBy>Steve Canny</cp:lastModifiedBy>
  <cp:revision>335</cp:revision>
  <dcterms:created xsi:type="dcterms:W3CDTF">2013-01-27T09:14:16Z</dcterms:created>
  <dcterms:modified xsi:type="dcterms:W3CDTF">2026-10-28T23:15:46Z</dcterms:modified>
  <cp:category/>
  <dc:language>es-MX</dc:language>
</cp:coreProperties>
</file>