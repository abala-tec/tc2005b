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77" r:id="rId6"/>
    <p:sldId id="260" r:id="rId7"/>
    <p:sldId id="261" r:id="rId8"/>
    <p:sldId id="262" r:id="rId9"/>
    <p:sldId id="276" r:id="rId10"/>
    <p:sldId id="263" r:id="rId11"/>
    <p:sldId id="278" r:id="rId12"/>
    <p:sldId id="264" r:id="rId13"/>
    <p:sldId id="265" r:id="rId14"/>
    <p:sldId id="266" r:id="rId15"/>
    <p:sldId id="267" r:id="rId16"/>
    <p:sldId id="268" r:id="rId17"/>
    <p:sldId id="279" r:id="rId18"/>
    <p:sldId id="269" r:id="rId19"/>
    <p:sldId id="270" r:id="rId20"/>
    <p:sldId id="271" r:id="rId21"/>
    <p:sldId id="280"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418" dt="2026-10-28T16:05:45.874"/>
    <p1510:client id="{D63B6AA8-A56E-3261-3148-FA59A008458E}" v="375" dt="2026-10-28T17:39:41.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0000000-0000-0000-0000-000000000000}"/>
    <pc:docChg chg="modSld">
      <pc:chgData name="" userId="" providerId="" clId="Web-{00000000-0000-0000-0000-000000000000}" dt="2026-10-28T14:39:58.190" v="0"/>
      <pc:docMkLst>
        <pc:docMk/>
      </pc:docMkLst>
      <pc:sldChg chg="delSp">
        <pc:chgData name="" userId="" providerId="" clId="Web-{00000000-0000-0000-0000-000000000000}" dt="2026-10-28T14:39:58.190" v="0"/>
        <pc:sldMkLst>
          <pc:docMk/>
          <pc:sldMk cId="0" sldId="256"/>
        </pc:sldMkLst>
        <pc:spChg chg="del">
          <ac:chgData name="" userId="" providerId="" clId="Web-{00000000-0000-0000-0000-000000000000}" dt="2026-10-28T14:39:58.190" v="0"/>
          <ac:spMkLst>
            <pc:docMk/>
            <pc:sldMk cId="0" sldId="256"/>
            <ac:spMk id="8" creationId="{00000000-0000-0000-0000-000000000000}"/>
          </ac:spMkLst>
        </pc:spChg>
      </pc:sldChg>
    </pc:docChg>
  </pc:docChgLst>
  <pc:docChgLst>
    <pc:chgData name="Alfonso Balandra Antelis" userId="S::abala@tec.mx::28ba9e3f-8dae-4bf5-851d-5bb8a2fa86a5" providerId="AD" clId="Web-{00000000-0000-0000-0000-000000000000}"/>
    <pc:docChg chg="addSld modSld">
      <pc:chgData name="Alfonso Balandra Antelis" userId="S::abala@tec.mx::28ba9e3f-8dae-4bf5-851d-5bb8a2fa86a5" providerId="AD" clId="Web-{00000000-0000-0000-0000-000000000000}" dt="2026-10-28T16:05:45.874" v="1418" actId="1076"/>
      <pc:docMkLst>
        <pc:docMk/>
      </pc:docMkLst>
      <pc:sldChg chg="delSp modSp">
        <pc:chgData name="Alfonso Balandra Antelis" userId="S::abala@tec.mx::28ba9e3f-8dae-4bf5-851d-5bb8a2fa86a5" providerId="AD" clId="Web-{00000000-0000-0000-0000-000000000000}" dt="2026-10-28T14:41:57.894" v="83" actId="1076"/>
        <pc:sldMkLst>
          <pc:docMk/>
          <pc:sldMk cId="0" sldId="256"/>
        </pc:sldMkLst>
        <pc:spChg chg="del">
          <ac:chgData name="Alfonso Balandra Antelis" userId="S::abala@tec.mx::28ba9e3f-8dae-4bf5-851d-5bb8a2fa86a5" providerId="AD" clId="Web-{00000000-0000-0000-0000-000000000000}" dt="2026-10-28T14:40:01.190" v="1"/>
          <ac:spMkLst>
            <pc:docMk/>
            <pc:sldMk cId="0" sldId="256"/>
            <ac:spMk id="3" creationId="{00000000-0000-0000-0000-000000000000}"/>
          </ac:spMkLst>
        </pc:spChg>
        <pc:spChg chg="del">
          <ac:chgData name="Alfonso Balandra Antelis" userId="S::abala@tec.mx::28ba9e3f-8dae-4bf5-851d-5bb8a2fa86a5" providerId="AD" clId="Web-{00000000-0000-0000-0000-000000000000}" dt="2026-10-28T14:40:01.190" v="0"/>
          <ac:spMkLst>
            <pc:docMk/>
            <pc:sldMk cId="0" sldId="256"/>
            <ac:spMk id="4" creationId="{00000000-0000-0000-0000-000000000000}"/>
          </ac:spMkLst>
        </pc:spChg>
        <pc:spChg chg="mod">
          <ac:chgData name="Alfonso Balandra Antelis" userId="S::abala@tec.mx::28ba9e3f-8dae-4bf5-851d-5bb8a2fa86a5" providerId="AD" clId="Web-{00000000-0000-0000-0000-000000000000}" dt="2026-10-28T14:40:56.018" v="33" actId="1076"/>
          <ac:spMkLst>
            <pc:docMk/>
            <pc:sldMk cId="0" sldId="256"/>
            <ac:spMk id="5" creationId="{00000000-0000-0000-0000-000000000000}"/>
          </ac:spMkLst>
        </pc:spChg>
        <pc:spChg chg="del mod">
          <ac:chgData name="Alfonso Balandra Antelis" userId="S::abala@tec.mx::28ba9e3f-8dae-4bf5-851d-5bb8a2fa86a5" providerId="AD" clId="Web-{00000000-0000-0000-0000-000000000000}" dt="2026-10-28T14:40:50.050" v="30"/>
          <ac:spMkLst>
            <pc:docMk/>
            <pc:sldMk cId="0" sldId="256"/>
            <ac:spMk id="6" creationId="{00000000-0000-0000-0000-000000000000}"/>
          </ac:spMkLst>
        </pc:spChg>
        <pc:spChg chg="mod">
          <ac:chgData name="Alfonso Balandra Antelis" userId="S::abala@tec.mx::28ba9e3f-8dae-4bf5-851d-5bb8a2fa86a5" providerId="AD" clId="Web-{00000000-0000-0000-0000-000000000000}" dt="2026-10-28T14:41:00.284" v="34" actId="1076"/>
          <ac:spMkLst>
            <pc:docMk/>
            <pc:sldMk cId="0" sldId="256"/>
            <ac:spMk id="7" creationId="{00000000-0000-0000-0000-000000000000}"/>
          </ac:spMkLst>
        </pc:spChg>
        <pc:spChg chg="mod">
          <ac:chgData name="Alfonso Balandra Antelis" userId="S::abala@tec.mx::28ba9e3f-8dae-4bf5-851d-5bb8a2fa86a5" providerId="AD" clId="Web-{00000000-0000-0000-0000-000000000000}" dt="2026-10-28T14:41:57.816" v="75" actId="1076"/>
          <ac:spMkLst>
            <pc:docMk/>
            <pc:sldMk cId="0" sldId="256"/>
            <ac:spMk id="9" creationId="{00000000-0000-0000-0000-000000000000}"/>
          </ac:spMkLst>
        </pc:spChg>
        <pc:spChg chg="mod">
          <ac:chgData name="Alfonso Balandra Antelis" userId="S::abala@tec.mx::28ba9e3f-8dae-4bf5-851d-5bb8a2fa86a5" providerId="AD" clId="Web-{00000000-0000-0000-0000-000000000000}" dt="2026-10-28T14:41:57.847" v="78" actId="1076"/>
          <ac:spMkLst>
            <pc:docMk/>
            <pc:sldMk cId="0" sldId="256"/>
            <ac:spMk id="14" creationId="{00000000-0000-0000-0000-000000000000}"/>
          </ac:spMkLst>
        </pc:spChg>
        <pc:spChg chg="mod">
          <ac:chgData name="Alfonso Balandra Antelis" userId="S::abala@tec.mx::28ba9e3f-8dae-4bf5-851d-5bb8a2fa86a5" providerId="AD" clId="Web-{00000000-0000-0000-0000-000000000000}" dt="2026-10-28T14:41:57.862" v="79" actId="1076"/>
          <ac:spMkLst>
            <pc:docMk/>
            <pc:sldMk cId="0" sldId="256"/>
            <ac:spMk id="15" creationId="{00000000-0000-0000-0000-000000000000}"/>
          </ac:spMkLst>
        </pc:spChg>
        <pc:spChg chg="mod">
          <ac:chgData name="Alfonso Balandra Antelis" userId="S::abala@tec.mx::28ba9e3f-8dae-4bf5-851d-5bb8a2fa86a5" providerId="AD" clId="Web-{00000000-0000-0000-0000-000000000000}" dt="2026-10-28T14:41:57.878" v="82" actId="1076"/>
          <ac:spMkLst>
            <pc:docMk/>
            <pc:sldMk cId="0" sldId="256"/>
            <ac:spMk id="20" creationId="{00000000-0000-0000-0000-000000000000}"/>
          </ac:spMkLst>
        </pc:spChg>
        <pc:spChg chg="mod">
          <ac:chgData name="Alfonso Balandra Antelis" userId="S::abala@tec.mx::28ba9e3f-8dae-4bf5-851d-5bb8a2fa86a5" providerId="AD" clId="Web-{00000000-0000-0000-0000-000000000000}" dt="2026-10-28T14:41:57.894" v="83" actId="1076"/>
          <ac:spMkLst>
            <pc:docMk/>
            <pc:sldMk cId="0" sldId="256"/>
            <ac:spMk id="21" creationId="{00000000-0000-0000-0000-000000000000}"/>
          </ac:spMkLst>
        </pc:spChg>
        <pc:spChg chg="del">
          <ac:chgData name="Alfonso Balandra Antelis" userId="S::abala@tec.mx::28ba9e3f-8dae-4bf5-851d-5bb8a2fa86a5" providerId="AD" clId="Web-{00000000-0000-0000-0000-000000000000}" dt="2026-10-28T14:41:04.362" v="35"/>
          <ac:spMkLst>
            <pc:docMk/>
            <pc:sldMk cId="0" sldId="256"/>
            <ac:spMk id="22" creationId="{00000000-0000-0000-0000-000000000000}"/>
          </ac:spMkLst>
        </pc:spChg>
        <pc:picChg chg="mod">
          <ac:chgData name="Alfonso Balandra Antelis" userId="S::abala@tec.mx::28ba9e3f-8dae-4bf5-851d-5bb8a2fa86a5" providerId="AD" clId="Web-{00000000-0000-0000-0000-000000000000}" dt="2026-10-28T14:41:55.222" v="74" actId="1076"/>
          <ac:picMkLst>
            <pc:docMk/>
            <pc:sldMk cId="0" sldId="256"/>
            <ac:picMk id="2" creationId="{00000000-0000-0000-0000-000000000000}"/>
          </ac:picMkLst>
        </pc:picChg>
        <pc:picChg chg="mod">
          <ac:chgData name="Alfonso Balandra Antelis" userId="S::abala@tec.mx::28ba9e3f-8dae-4bf5-851d-5bb8a2fa86a5" providerId="AD" clId="Web-{00000000-0000-0000-0000-000000000000}" dt="2026-10-28T14:41:57.816" v="76" actId="1076"/>
          <ac:picMkLst>
            <pc:docMk/>
            <pc:sldMk cId="0" sldId="256"/>
            <ac:picMk id="10" creationId="{00000000-0000-0000-0000-000000000000}"/>
          </ac:picMkLst>
        </pc:picChg>
        <pc:picChg chg="mod">
          <ac:chgData name="Alfonso Balandra Antelis" userId="S::abala@tec.mx::28ba9e3f-8dae-4bf5-851d-5bb8a2fa86a5" providerId="AD" clId="Web-{00000000-0000-0000-0000-000000000000}" dt="2026-10-28T14:41:57.831" v="77" actId="1076"/>
          <ac:picMkLst>
            <pc:docMk/>
            <pc:sldMk cId="0" sldId="256"/>
            <ac:picMk id="13" creationId="{00000000-0000-0000-0000-000000000000}"/>
          </ac:picMkLst>
        </pc:picChg>
        <pc:picChg chg="mod">
          <ac:chgData name="Alfonso Balandra Antelis" userId="S::abala@tec.mx::28ba9e3f-8dae-4bf5-851d-5bb8a2fa86a5" providerId="AD" clId="Web-{00000000-0000-0000-0000-000000000000}" dt="2026-10-28T14:41:57.862" v="80" actId="1076"/>
          <ac:picMkLst>
            <pc:docMk/>
            <pc:sldMk cId="0" sldId="256"/>
            <ac:picMk id="16" creationId="{00000000-0000-0000-0000-000000000000}"/>
          </ac:picMkLst>
        </pc:picChg>
        <pc:picChg chg="mod">
          <ac:chgData name="Alfonso Balandra Antelis" userId="S::abala@tec.mx::28ba9e3f-8dae-4bf5-851d-5bb8a2fa86a5" providerId="AD" clId="Web-{00000000-0000-0000-0000-000000000000}" dt="2026-10-28T14:41:57.878" v="81" actId="1076"/>
          <ac:picMkLst>
            <pc:docMk/>
            <pc:sldMk cId="0" sldId="256"/>
            <ac:picMk id="19" creationId="{00000000-0000-0000-0000-000000000000}"/>
          </ac:picMkLst>
        </pc:picChg>
        <pc:picChg chg="mod">
          <ac:chgData name="Alfonso Balandra Antelis" userId="S::abala@tec.mx::28ba9e3f-8dae-4bf5-851d-5bb8a2fa86a5" providerId="AD" clId="Web-{00000000-0000-0000-0000-000000000000}" dt="2026-10-28T14:41:07.534" v="36" actId="1076"/>
          <ac:picMkLst>
            <pc:docMk/>
            <pc:sldMk cId="0" sldId="256"/>
            <ac:picMk id="23" creationId="{00000000-0000-0000-0000-000000000000}"/>
          </ac:picMkLst>
        </pc:picChg>
      </pc:sldChg>
      <pc:sldChg chg="delSp modSp">
        <pc:chgData name="Alfonso Balandra Antelis" userId="S::abala@tec.mx::28ba9e3f-8dae-4bf5-851d-5bb8a2fa86a5" providerId="AD" clId="Web-{00000000-0000-0000-0000-000000000000}" dt="2026-10-28T14:45:57.895" v="157" actId="20577"/>
        <pc:sldMkLst>
          <pc:docMk/>
          <pc:sldMk cId="0" sldId="257"/>
        </pc:sldMkLst>
        <pc:spChg chg="del">
          <ac:chgData name="Alfonso Balandra Antelis" userId="S::abala@tec.mx::28ba9e3f-8dae-4bf5-851d-5bb8a2fa86a5" providerId="AD" clId="Web-{00000000-0000-0000-0000-000000000000}" dt="2026-10-28T14:44:08.113" v="85"/>
          <ac:spMkLst>
            <pc:docMk/>
            <pc:sldMk cId="0" sldId="257"/>
            <ac:spMk id="3" creationId="{00000000-0000-0000-0000-000000000000}"/>
          </ac:spMkLst>
        </pc:spChg>
        <pc:spChg chg="del">
          <ac:chgData name="Alfonso Balandra Antelis" userId="S::abala@tec.mx::28ba9e3f-8dae-4bf5-851d-5bb8a2fa86a5" providerId="AD" clId="Web-{00000000-0000-0000-0000-000000000000}" dt="2026-10-28T14:44:08.113" v="84"/>
          <ac:spMkLst>
            <pc:docMk/>
            <pc:sldMk cId="0" sldId="257"/>
            <ac:spMk id="4" creationId="{00000000-0000-0000-0000-000000000000}"/>
          </ac:spMkLst>
        </pc:spChg>
        <pc:spChg chg="mod">
          <ac:chgData name="Alfonso Balandra Antelis" userId="S::abala@tec.mx::28ba9e3f-8dae-4bf5-851d-5bb8a2fa86a5" providerId="AD" clId="Web-{00000000-0000-0000-0000-000000000000}" dt="2026-10-28T14:44:14.598" v="86" actId="1076"/>
          <ac:spMkLst>
            <pc:docMk/>
            <pc:sldMk cId="0" sldId="257"/>
            <ac:spMk id="5" creationId="{00000000-0000-0000-0000-000000000000}"/>
          </ac:spMkLst>
        </pc:spChg>
        <pc:spChg chg="del mod">
          <ac:chgData name="Alfonso Balandra Antelis" userId="S::abala@tec.mx::28ba9e3f-8dae-4bf5-851d-5bb8a2fa86a5" providerId="AD" clId="Web-{00000000-0000-0000-0000-000000000000}" dt="2026-10-28T14:44:36.316" v="88"/>
          <ac:spMkLst>
            <pc:docMk/>
            <pc:sldMk cId="0" sldId="257"/>
            <ac:spMk id="6" creationId="{00000000-0000-0000-0000-000000000000}"/>
          </ac:spMkLst>
        </pc:spChg>
        <pc:spChg chg="mod">
          <ac:chgData name="Alfonso Balandra Antelis" userId="S::abala@tec.mx::28ba9e3f-8dae-4bf5-851d-5bb8a2fa86a5" providerId="AD" clId="Web-{00000000-0000-0000-0000-000000000000}" dt="2026-10-28T14:45:32.254" v="133" actId="1076"/>
          <ac:spMkLst>
            <pc:docMk/>
            <pc:sldMk cId="0" sldId="257"/>
            <ac:spMk id="11" creationId="{00000000-0000-0000-0000-000000000000}"/>
          </ac:spMkLst>
        </pc:spChg>
        <pc:spChg chg="mod">
          <ac:chgData name="Alfonso Balandra Antelis" userId="S::abala@tec.mx::28ba9e3f-8dae-4bf5-851d-5bb8a2fa86a5" providerId="AD" clId="Web-{00000000-0000-0000-0000-000000000000}" dt="2026-10-28T14:45:35.223" v="134" actId="1076"/>
          <ac:spMkLst>
            <pc:docMk/>
            <pc:sldMk cId="0" sldId="257"/>
            <ac:spMk id="17" creationId="{00000000-0000-0000-0000-000000000000}"/>
          </ac:spMkLst>
        </pc:spChg>
        <pc:spChg chg="mod">
          <ac:chgData name="Alfonso Balandra Antelis" userId="S::abala@tec.mx::28ba9e3f-8dae-4bf5-851d-5bb8a2fa86a5" providerId="AD" clId="Web-{00000000-0000-0000-0000-000000000000}" dt="2026-10-28T14:45:49.536" v="150" actId="20577"/>
          <ac:spMkLst>
            <pc:docMk/>
            <pc:sldMk cId="0" sldId="257"/>
            <ac:spMk id="23" creationId="{00000000-0000-0000-0000-000000000000}"/>
          </ac:spMkLst>
        </pc:spChg>
        <pc:spChg chg="mod">
          <ac:chgData name="Alfonso Balandra Antelis" userId="S::abala@tec.mx::28ba9e3f-8dae-4bf5-851d-5bb8a2fa86a5" providerId="AD" clId="Web-{00000000-0000-0000-0000-000000000000}" dt="2026-10-28T14:45:57.895" v="157" actId="20577"/>
          <ac:spMkLst>
            <pc:docMk/>
            <pc:sldMk cId="0" sldId="257"/>
            <ac:spMk id="28" creationId="{00000000-0000-0000-0000-000000000000}"/>
          </ac:spMkLst>
        </pc:spChg>
        <pc:spChg chg="mod">
          <ac:chgData name="Alfonso Balandra Antelis" userId="S::abala@tec.mx::28ba9e3f-8dae-4bf5-851d-5bb8a2fa86a5" providerId="AD" clId="Web-{00000000-0000-0000-0000-000000000000}" dt="2026-10-28T14:45:53.598" v="151" actId="1076"/>
          <ac:spMkLst>
            <pc:docMk/>
            <pc:sldMk cId="0" sldId="257"/>
            <ac:spMk id="29" creationId="{00000000-0000-0000-0000-000000000000}"/>
          </ac:spMkLst>
        </pc:spChg>
        <pc:spChg chg="del mod">
          <ac:chgData name="Alfonso Balandra Antelis" userId="S::abala@tec.mx::28ba9e3f-8dae-4bf5-851d-5bb8a2fa86a5" providerId="AD" clId="Web-{00000000-0000-0000-0000-000000000000}" dt="2026-10-28T14:45:26.989" v="132"/>
          <ac:spMkLst>
            <pc:docMk/>
            <pc:sldMk cId="0" sldId="257"/>
            <ac:spMk id="31" creationId="{00000000-0000-0000-0000-000000000000}"/>
          </ac:spMkLst>
        </pc:spChg>
        <pc:spChg chg="del">
          <ac:chgData name="Alfonso Balandra Antelis" userId="S::abala@tec.mx::28ba9e3f-8dae-4bf5-851d-5bb8a2fa86a5" providerId="AD" clId="Web-{00000000-0000-0000-0000-000000000000}" dt="2026-10-28T14:44:46.473" v="91"/>
          <ac:spMkLst>
            <pc:docMk/>
            <pc:sldMk cId="0" sldId="257"/>
            <ac:spMk id="32" creationId="{00000000-0000-0000-0000-000000000000}"/>
          </ac:spMkLst>
        </pc:spChg>
      </pc:sldChg>
      <pc:sldChg chg="delSp modSp">
        <pc:chgData name="Alfonso Balandra Antelis" userId="S::abala@tec.mx::28ba9e3f-8dae-4bf5-851d-5bb8a2fa86a5" providerId="AD" clId="Web-{00000000-0000-0000-0000-000000000000}" dt="2026-10-28T14:49:25.442" v="353" actId="1076"/>
        <pc:sldMkLst>
          <pc:docMk/>
          <pc:sldMk cId="0" sldId="258"/>
        </pc:sldMkLst>
        <pc:spChg chg="del">
          <ac:chgData name="Alfonso Balandra Antelis" userId="S::abala@tec.mx::28ba9e3f-8dae-4bf5-851d-5bb8a2fa86a5" providerId="AD" clId="Web-{00000000-0000-0000-0000-000000000000}" dt="2026-10-28T14:46:04.083" v="159"/>
          <ac:spMkLst>
            <pc:docMk/>
            <pc:sldMk cId="0" sldId="258"/>
            <ac:spMk id="3" creationId="{00000000-0000-0000-0000-000000000000}"/>
          </ac:spMkLst>
        </pc:spChg>
        <pc:spChg chg="del">
          <ac:chgData name="Alfonso Balandra Antelis" userId="S::abala@tec.mx::28ba9e3f-8dae-4bf5-851d-5bb8a2fa86a5" providerId="AD" clId="Web-{00000000-0000-0000-0000-000000000000}" dt="2026-10-28T14:46:04.083" v="158"/>
          <ac:spMkLst>
            <pc:docMk/>
            <pc:sldMk cId="0" sldId="258"/>
            <ac:spMk id="4" creationId="{00000000-0000-0000-0000-000000000000}"/>
          </ac:spMkLst>
        </pc:spChg>
        <pc:spChg chg="mod">
          <ac:chgData name="Alfonso Balandra Antelis" userId="S::abala@tec.mx::28ba9e3f-8dae-4bf5-851d-5bb8a2fa86a5" providerId="AD" clId="Web-{00000000-0000-0000-0000-000000000000}" dt="2026-10-28T14:46:08.161" v="160" actId="1076"/>
          <ac:spMkLst>
            <pc:docMk/>
            <pc:sldMk cId="0" sldId="258"/>
            <ac:spMk id="5" creationId="{00000000-0000-0000-0000-000000000000}"/>
          </ac:spMkLst>
        </pc:spChg>
        <pc:spChg chg="mod">
          <ac:chgData name="Alfonso Balandra Antelis" userId="S::abala@tec.mx::28ba9e3f-8dae-4bf5-851d-5bb8a2fa86a5" providerId="AD" clId="Web-{00000000-0000-0000-0000-000000000000}" dt="2026-10-28T14:46:13.880" v="161" actId="1076"/>
          <ac:spMkLst>
            <pc:docMk/>
            <pc:sldMk cId="0" sldId="258"/>
            <ac:spMk id="6" creationId="{00000000-0000-0000-0000-000000000000}"/>
          </ac:spMkLst>
        </pc:spChg>
        <pc:spChg chg="mod">
          <ac:chgData name="Alfonso Balandra Antelis" userId="S::abala@tec.mx::28ba9e3f-8dae-4bf5-851d-5bb8a2fa86a5" providerId="AD" clId="Web-{00000000-0000-0000-0000-000000000000}" dt="2026-10-28T14:46:26.505" v="170" actId="20577"/>
          <ac:spMkLst>
            <pc:docMk/>
            <pc:sldMk cId="0" sldId="258"/>
            <ac:spMk id="7" creationId="{00000000-0000-0000-0000-000000000000}"/>
          </ac:spMkLst>
        </pc:spChg>
        <pc:spChg chg="mod">
          <ac:chgData name="Alfonso Balandra Antelis" userId="S::abala@tec.mx::28ba9e3f-8dae-4bf5-851d-5bb8a2fa86a5" providerId="AD" clId="Web-{00000000-0000-0000-0000-000000000000}" dt="2026-10-28T14:47:07.958" v="223" actId="1076"/>
          <ac:spMkLst>
            <pc:docMk/>
            <pc:sldMk cId="0" sldId="258"/>
            <ac:spMk id="8" creationId="{00000000-0000-0000-0000-000000000000}"/>
          </ac:spMkLst>
        </pc:spChg>
        <pc:spChg chg="mod">
          <ac:chgData name="Alfonso Balandra Antelis" userId="S::abala@tec.mx::28ba9e3f-8dae-4bf5-851d-5bb8a2fa86a5" providerId="AD" clId="Web-{00000000-0000-0000-0000-000000000000}" dt="2026-10-28T14:46:51.474" v="199"/>
          <ac:spMkLst>
            <pc:docMk/>
            <pc:sldMk cId="0" sldId="258"/>
            <ac:spMk id="9" creationId="{00000000-0000-0000-0000-000000000000}"/>
          </ac:spMkLst>
        </pc:spChg>
        <pc:spChg chg="mod">
          <ac:chgData name="Alfonso Balandra Antelis" userId="S::abala@tec.mx::28ba9e3f-8dae-4bf5-851d-5bb8a2fa86a5" providerId="AD" clId="Web-{00000000-0000-0000-0000-000000000000}" dt="2026-10-28T14:47:07.958" v="224" actId="1076"/>
          <ac:spMkLst>
            <pc:docMk/>
            <pc:sldMk cId="0" sldId="258"/>
            <ac:spMk id="10" creationId="{00000000-0000-0000-0000-000000000000}"/>
          </ac:spMkLst>
        </pc:spChg>
        <pc:spChg chg="mod">
          <ac:chgData name="Alfonso Balandra Antelis" userId="S::abala@tec.mx::28ba9e3f-8dae-4bf5-851d-5bb8a2fa86a5" providerId="AD" clId="Web-{00000000-0000-0000-0000-000000000000}" dt="2026-10-28T14:46:51.474" v="200"/>
          <ac:spMkLst>
            <pc:docMk/>
            <pc:sldMk cId="0" sldId="258"/>
            <ac:spMk id="11" creationId="{00000000-0000-0000-0000-000000000000}"/>
          </ac:spMkLst>
        </pc:spChg>
        <pc:spChg chg="mod">
          <ac:chgData name="Alfonso Balandra Antelis" userId="S::abala@tec.mx::28ba9e3f-8dae-4bf5-851d-5bb8a2fa86a5" providerId="AD" clId="Web-{00000000-0000-0000-0000-000000000000}" dt="2026-10-28T14:47:07.974" v="225" actId="1076"/>
          <ac:spMkLst>
            <pc:docMk/>
            <pc:sldMk cId="0" sldId="258"/>
            <ac:spMk id="12" creationId="{00000000-0000-0000-0000-000000000000}"/>
          </ac:spMkLst>
        </pc:spChg>
        <pc:spChg chg="mod">
          <ac:chgData name="Alfonso Balandra Antelis" userId="S::abala@tec.mx::28ba9e3f-8dae-4bf5-851d-5bb8a2fa86a5" providerId="AD" clId="Web-{00000000-0000-0000-0000-000000000000}" dt="2026-10-28T14:46:51.474" v="201"/>
          <ac:spMkLst>
            <pc:docMk/>
            <pc:sldMk cId="0" sldId="258"/>
            <ac:spMk id="13" creationId="{00000000-0000-0000-0000-000000000000}"/>
          </ac:spMkLst>
        </pc:spChg>
        <pc:spChg chg="mod">
          <ac:chgData name="Alfonso Balandra Antelis" userId="S::abala@tec.mx::28ba9e3f-8dae-4bf5-851d-5bb8a2fa86a5" providerId="AD" clId="Web-{00000000-0000-0000-0000-000000000000}" dt="2026-10-28T14:47:07.989" v="226" actId="1076"/>
          <ac:spMkLst>
            <pc:docMk/>
            <pc:sldMk cId="0" sldId="258"/>
            <ac:spMk id="14" creationId="{00000000-0000-0000-0000-000000000000}"/>
          </ac:spMkLst>
        </pc:spChg>
        <pc:spChg chg="mod">
          <ac:chgData name="Alfonso Balandra Antelis" userId="S::abala@tec.mx::28ba9e3f-8dae-4bf5-851d-5bb8a2fa86a5" providerId="AD" clId="Web-{00000000-0000-0000-0000-000000000000}" dt="2026-10-28T14:47:11.239" v="227" actId="1076"/>
          <ac:spMkLst>
            <pc:docMk/>
            <pc:sldMk cId="0" sldId="258"/>
            <ac:spMk id="15" creationId="{00000000-0000-0000-0000-000000000000}"/>
          </ac:spMkLst>
        </pc:spChg>
        <pc:spChg chg="mod">
          <ac:chgData name="Alfonso Balandra Antelis" userId="S::abala@tec.mx::28ba9e3f-8dae-4bf5-851d-5bb8a2fa86a5" providerId="AD" clId="Web-{00000000-0000-0000-0000-000000000000}" dt="2026-10-28T14:49:25.442" v="353" actId="1076"/>
          <ac:spMkLst>
            <pc:docMk/>
            <pc:sldMk cId="0" sldId="258"/>
            <ac:spMk id="19" creationId="{00000000-0000-0000-0000-000000000000}"/>
          </ac:spMkLst>
        </pc:spChg>
        <pc:spChg chg="mod">
          <ac:chgData name="Alfonso Balandra Antelis" userId="S::abala@tec.mx::28ba9e3f-8dae-4bf5-851d-5bb8a2fa86a5" providerId="AD" clId="Web-{00000000-0000-0000-0000-000000000000}" dt="2026-10-28T14:49:05.756" v="344" actId="1076"/>
          <ac:spMkLst>
            <pc:docMk/>
            <pc:sldMk cId="0" sldId="258"/>
            <ac:spMk id="20" creationId="{00000000-0000-0000-0000-000000000000}"/>
          </ac:spMkLst>
        </pc:spChg>
        <pc:spChg chg="mod">
          <ac:chgData name="Alfonso Balandra Antelis" userId="S::abala@tec.mx::28ba9e3f-8dae-4bf5-851d-5bb8a2fa86a5" providerId="AD" clId="Web-{00000000-0000-0000-0000-000000000000}" dt="2026-10-28T14:48:59.287" v="343" actId="20577"/>
          <ac:spMkLst>
            <pc:docMk/>
            <pc:sldMk cId="0" sldId="258"/>
            <ac:spMk id="21" creationId="{00000000-0000-0000-0000-000000000000}"/>
          </ac:spMkLst>
        </pc:spChg>
      </pc:sldChg>
      <pc:sldChg chg="addSp delSp modSp">
        <pc:chgData name="Alfonso Balandra Antelis" userId="S::abala@tec.mx::28ba9e3f-8dae-4bf5-851d-5bb8a2fa86a5" providerId="AD" clId="Web-{00000000-0000-0000-0000-000000000000}" dt="2026-10-28T15:15:34.985" v="810" actId="20577"/>
        <pc:sldMkLst>
          <pc:docMk/>
          <pc:sldMk cId="0" sldId="259"/>
        </pc:sldMkLst>
        <pc:spChg chg="del">
          <ac:chgData name="Alfonso Balandra Antelis" userId="S::abala@tec.mx::28ba9e3f-8dae-4bf5-851d-5bb8a2fa86a5" providerId="AD" clId="Web-{00000000-0000-0000-0000-000000000000}" dt="2026-10-28T14:50:04.725" v="417"/>
          <ac:spMkLst>
            <pc:docMk/>
            <pc:sldMk cId="0" sldId="259"/>
            <ac:spMk id="3" creationId="{00000000-0000-0000-0000-000000000000}"/>
          </ac:spMkLst>
        </pc:spChg>
        <pc:spChg chg="del">
          <ac:chgData name="Alfonso Balandra Antelis" userId="S::abala@tec.mx::28ba9e3f-8dae-4bf5-851d-5bb8a2fa86a5" providerId="AD" clId="Web-{00000000-0000-0000-0000-000000000000}" dt="2026-10-28T14:50:04.709" v="416"/>
          <ac:spMkLst>
            <pc:docMk/>
            <pc:sldMk cId="0" sldId="259"/>
            <ac:spMk id="4" creationId="{00000000-0000-0000-0000-000000000000}"/>
          </ac:spMkLst>
        </pc:spChg>
        <pc:spChg chg="mod">
          <ac:chgData name="Alfonso Balandra Antelis" userId="S::abala@tec.mx::28ba9e3f-8dae-4bf5-851d-5bb8a2fa86a5" providerId="AD" clId="Web-{00000000-0000-0000-0000-000000000000}" dt="2026-10-28T15:15:34.985" v="810" actId="20577"/>
          <ac:spMkLst>
            <pc:docMk/>
            <pc:sldMk cId="0" sldId="259"/>
            <ac:spMk id="5" creationId="{00000000-0000-0000-0000-000000000000}"/>
          </ac:spMkLst>
        </pc:spChg>
        <pc:spChg chg="mod">
          <ac:chgData name="Alfonso Balandra Antelis" userId="S::abala@tec.mx::28ba9e3f-8dae-4bf5-851d-5bb8a2fa86a5" providerId="AD" clId="Web-{00000000-0000-0000-0000-000000000000}" dt="2026-10-28T14:52:17.413" v="465" actId="20577"/>
          <ac:spMkLst>
            <pc:docMk/>
            <pc:sldMk cId="0" sldId="259"/>
            <ac:spMk id="6" creationId="{00000000-0000-0000-0000-000000000000}"/>
          </ac:spMkLst>
        </pc:spChg>
        <pc:spChg chg="mod">
          <ac:chgData name="Alfonso Balandra Antelis" userId="S::abala@tec.mx::28ba9e3f-8dae-4bf5-851d-5bb8a2fa86a5" providerId="AD" clId="Web-{00000000-0000-0000-0000-000000000000}" dt="2026-10-28T14:51:31.538" v="456" actId="1076"/>
          <ac:spMkLst>
            <pc:docMk/>
            <pc:sldMk cId="0" sldId="259"/>
            <ac:spMk id="11" creationId="{00000000-0000-0000-0000-000000000000}"/>
          </ac:spMkLst>
        </pc:spChg>
        <pc:spChg chg="mod">
          <ac:chgData name="Alfonso Balandra Antelis" userId="S::abala@tec.mx::28ba9e3f-8dae-4bf5-851d-5bb8a2fa86a5" providerId="AD" clId="Web-{00000000-0000-0000-0000-000000000000}" dt="2026-10-28T14:51:31.553" v="457" actId="1076"/>
          <ac:spMkLst>
            <pc:docMk/>
            <pc:sldMk cId="0" sldId="259"/>
            <ac:spMk id="12" creationId="{00000000-0000-0000-0000-000000000000}"/>
          </ac:spMkLst>
        </pc:spChg>
        <pc:spChg chg="mod">
          <ac:chgData name="Alfonso Balandra Antelis" userId="S::abala@tec.mx::28ba9e3f-8dae-4bf5-851d-5bb8a2fa86a5" providerId="AD" clId="Web-{00000000-0000-0000-0000-000000000000}" dt="2026-10-28T14:51:35.710" v="458" actId="1076"/>
          <ac:spMkLst>
            <pc:docMk/>
            <pc:sldMk cId="0" sldId="259"/>
            <ac:spMk id="15" creationId="{00000000-0000-0000-0000-000000000000}"/>
          </ac:spMkLst>
        </pc:spChg>
        <pc:spChg chg="mod">
          <ac:chgData name="Alfonso Balandra Antelis" userId="S::abala@tec.mx::28ba9e3f-8dae-4bf5-851d-5bb8a2fa86a5" providerId="AD" clId="Web-{00000000-0000-0000-0000-000000000000}" dt="2026-10-28T14:51:35.725" v="459" actId="1076"/>
          <ac:spMkLst>
            <pc:docMk/>
            <pc:sldMk cId="0" sldId="259"/>
            <ac:spMk id="16" creationId="{00000000-0000-0000-0000-000000000000}"/>
          </ac:spMkLst>
        </pc:spChg>
        <pc:spChg chg="mod">
          <ac:chgData name="Alfonso Balandra Antelis" userId="S::abala@tec.mx::28ba9e3f-8dae-4bf5-851d-5bb8a2fa86a5" providerId="AD" clId="Web-{00000000-0000-0000-0000-000000000000}" dt="2026-10-28T14:49:51.443" v="407"/>
          <ac:spMkLst>
            <pc:docMk/>
            <pc:sldMk cId="0" sldId="259"/>
            <ac:spMk id="20" creationId="{00000000-0000-0000-0000-000000000000}"/>
          </ac:spMkLst>
        </pc:spChg>
        <pc:spChg chg="mod">
          <ac:chgData name="Alfonso Balandra Antelis" userId="S::abala@tec.mx::28ba9e3f-8dae-4bf5-851d-5bb8a2fa86a5" providerId="AD" clId="Web-{00000000-0000-0000-0000-000000000000}" dt="2026-10-28T14:49:51.443" v="408"/>
          <ac:spMkLst>
            <pc:docMk/>
            <pc:sldMk cId="0" sldId="259"/>
            <ac:spMk id="24" creationId="{00000000-0000-0000-0000-000000000000}"/>
          </ac:spMkLst>
        </pc:spChg>
        <pc:spChg chg="mod">
          <ac:chgData name="Alfonso Balandra Antelis" userId="S::abala@tec.mx::28ba9e3f-8dae-4bf5-851d-5bb8a2fa86a5" providerId="AD" clId="Web-{00000000-0000-0000-0000-000000000000}" dt="2026-10-28T14:49:51.443" v="409"/>
          <ac:spMkLst>
            <pc:docMk/>
            <pc:sldMk cId="0" sldId="259"/>
            <ac:spMk id="28" creationId="{00000000-0000-0000-0000-000000000000}"/>
          </ac:spMkLst>
        </pc:spChg>
        <pc:spChg chg="mod">
          <ac:chgData name="Alfonso Balandra Antelis" userId="S::abala@tec.mx::28ba9e3f-8dae-4bf5-851d-5bb8a2fa86a5" providerId="AD" clId="Web-{00000000-0000-0000-0000-000000000000}" dt="2026-10-28T14:49:51.443" v="410"/>
          <ac:spMkLst>
            <pc:docMk/>
            <pc:sldMk cId="0" sldId="259"/>
            <ac:spMk id="32" creationId="{00000000-0000-0000-0000-000000000000}"/>
          </ac:spMkLst>
        </pc:spChg>
        <pc:spChg chg="mod">
          <ac:chgData name="Alfonso Balandra Antelis" userId="S::abala@tec.mx::28ba9e3f-8dae-4bf5-851d-5bb8a2fa86a5" providerId="AD" clId="Web-{00000000-0000-0000-0000-000000000000}" dt="2026-10-28T14:49:51.443" v="411"/>
          <ac:spMkLst>
            <pc:docMk/>
            <pc:sldMk cId="0" sldId="259"/>
            <ac:spMk id="36" creationId="{00000000-0000-0000-0000-000000000000}"/>
          </ac:spMkLst>
        </pc:spChg>
        <pc:spChg chg="mod">
          <ac:chgData name="Alfonso Balandra Antelis" userId="S::abala@tec.mx::28ba9e3f-8dae-4bf5-851d-5bb8a2fa86a5" providerId="AD" clId="Web-{00000000-0000-0000-0000-000000000000}" dt="2026-10-28T14:51:08.491" v="444" actId="20577"/>
          <ac:spMkLst>
            <pc:docMk/>
            <pc:sldMk cId="0" sldId="259"/>
            <ac:spMk id="40" creationId="{00000000-0000-0000-0000-000000000000}"/>
          </ac:spMkLst>
        </pc:spChg>
        <pc:spChg chg="mod">
          <ac:chgData name="Alfonso Balandra Antelis" userId="S::abala@tec.mx::28ba9e3f-8dae-4bf5-851d-5bb8a2fa86a5" providerId="AD" clId="Web-{00000000-0000-0000-0000-000000000000}" dt="2026-10-28T14:52:01.022" v="461" actId="20577"/>
          <ac:spMkLst>
            <pc:docMk/>
            <pc:sldMk cId="0" sldId="259"/>
            <ac:spMk id="44" creationId="{00000000-0000-0000-0000-000000000000}"/>
          </ac:spMkLst>
        </pc:spChg>
        <pc:spChg chg="mod">
          <ac:chgData name="Alfonso Balandra Antelis" userId="S::abala@tec.mx::28ba9e3f-8dae-4bf5-851d-5bb8a2fa86a5" providerId="AD" clId="Web-{00000000-0000-0000-0000-000000000000}" dt="2026-10-28T14:49:51.662" v="414"/>
          <ac:spMkLst>
            <pc:docMk/>
            <pc:sldMk cId="0" sldId="259"/>
            <ac:spMk id="48" creationId="{00000000-0000-0000-0000-000000000000}"/>
          </ac:spMkLst>
        </pc:spChg>
        <pc:spChg chg="mod">
          <ac:chgData name="Alfonso Balandra Antelis" userId="S::abala@tec.mx::28ba9e3f-8dae-4bf5-851d-5bb8a2fa86a5" providerId="AD" clId="Web-{00000000-0000-0000-0000-000000000000}" dt="2026-10-28T14:51:04.772" v="441" actId="1076"/>
          <ac:spMkLst>
            <pc:docMk/>
            <pc:sldMk cId="0" sldId="259"/>
            <ac:spMk id="51" creationId="{00000000-0000-0000-0000-000000000000}"/>
          </ac:spMkLst>
        </pc:spChg>
        <pc:spChg chg="del mod">
          <ac:chgData name="Alfonso Balandra Antelis" userId="S::abala@tec.mx::28ba9e3f-8dae-4bf5-851d-5bb8a2fa86a5" providerId="AD" clId="Web-{00000000-0000-0000-0000-000000000000}" dt="2026-10-28T14:51:03.006" v="440"/>
          <ac:spMkLst>
            <pc:docMk/>
            <pc:sldMk cId="0" sldId="259"/>
            <ac:spMk id="52" creationId="{00000000-0000-0000-0000-000000000000}"/>
          </ac:spMkLst>
        </pc:spChg>
        <pc:picChg chg="mod">
          <ac:chgData name="Alfonso Balandra Antelis" userId="S::abala@tec.mx::28ba9e3f-8dae-4bf5-851d-5bb8a2fa86a5" providerId="AD" clId="Web-{00000000-0000-0000-0000-000000000000}" dt="2026-10-28T14:55:36.930" v="490" actId="1076"/>
          <ac:picMkLst>
            <pc:docMk/>
            <pc:sldMk cId="0" sldId="259"/>
            <ac:picMk id="2" creationId="{00000000-0000-0000-0000-000000000000}"/>
          </ac:picMkLst>
        </pc:picChg>
        <pc:picChg chg="add del mod">
          <ac:chgData name="Alfonso Balandra Antelis" userId="S::abala@tec.mx::28ba9e3f-8dae-4bf5-851d-5bb8a2fa86a5" providerId="AD" clId="Web-{00000000-0000-0000-0000-000000000000}" dt="2026-10-28T14:55:53.555" v="493" actId="1076"/>
          <ac:picMkLst>
            <pc:docMk/>
            <pc:sldMk cId="0" sldId="259"/>
            <ac:picMk id="53" creationId="{E41EE89B-BF2E-A02B-461E-860F55423C9B}"/>
          </ac:picMkLst>
        </pc:picChg>
        <pc:picChg chg="add del mod">
          <ac:chgData name="Alfonso Balandra Antelis" userId="S::abala@tec.mx::28ba9e3f-8dae-4bf5-851d-5bb8a2fa86a5" providerId="AD" clId="Web-{00000000-0000-0000-0000-000000000000}" dt="2026-10-28T14:56:02.805" v="507"/>
          <ac:picMkLst>
            <pc:docMk/>
            <pc:sldMk cId="0" sldId="259"/>
            <ac:picMk id="54" creationId="{9A172B08-E146-0EDC-4825-3073701388BF}"/>
          </ac:picMkLst>
        </pc:picChg>
        <pc:picChg chg="add del mod modCrop">
          <ac:chgData name="Alfonso Balandra Antelis" userId="S::abala@tec.mx::28ba9e3f-8dae-4bf5-851d-5bb8a2fa86a5" providerId="AD" clId="Web-{00000000-0000-0000-0000-000000000000}" dt="2026-10-28T14:56:09.743" v="511"/>
          <ac:picMkLst>
            <pc:docMk/>
            <pc:sldMk cId="0" sldId="259"/>
            <ac:picMk id="55" creationId="{88F92E35-7F32-E366-BF04-A8EC3539DAB5}"/>
          </ac:picMkLst>
        </pc:picChg>
        <pc:picChg chg="add del mod modCrop">
          <ac:chgData name="Alfonso Balandra Antelis" userId="S::abala@tec.mx::28ba9e3f-8dae-4bf5-851d-5bb8a2fa86a5" providerId="AD" clId="Web-{00000000-0000-0000-0000-000000000000}" dt="2026-10-28T14:56:08.508" v="510"/>
          <ac:picMkLst>
            <pc:docMk/>
            <pc:sldMk cId="0" sldId="259"/>
            <ac:picMk id="56" creationId="{7F47412D-6F50-65C3-D843-8B5B31855B69}"/>
          </ac:picMkLst>
        </pc:picChg>
        <pc:picChg chg="add mod modCrop">
          <ac:chgData name="Alfonso Balandra Antelis" userId="S::abala@tec.mx::28ba9e3f-8dae-4bf5-851d-5bb8a2fa86a5" providerId="AD" clId="Web-{00000000-0000-0000-0000-000000000000}" dt="2026-10-28T14:56:07.696" v="509" actId="1076"/>
          <ac:picMkLst>
            <pc:docMk/>
            <pc:sldMk cId="0" sldId="259"/>
            <ac:picMk id="57" creationId="{AC8C2E26-FE30-1C01-D3C9-A778C1A439F9}"/>
          </ac:picMkLst>
        </pc:picChg>
        <pc:picChg chg="add del mod">
          <ac:chgData name="Alfonso Balandra Antelis" userId="S::abala@tec.mx::28ba9e3f-8dae-4bf5-851d-5bb8a2fa86a5" providerId="AD" clId="Web-{00000000-0000-0000-0000-000000000000}" dt="2026-10-28T14:56:05.665" v="508"/>
          <ac:picMkLst>
            <pc:docMk/>
            <pc:sldMk cId="0" sldId="259"/>
            <ac:picMk id="58" creationId="{E910A043-53F6-BAC5-1CF3-3D43E841B3A9}"/>
          </ac:picMkLst>
        </pc:picChg>
        <pc:picChg chg="add mod">
          <ac:chgData name="Alfonso Balandra Antelis" userId="S::abala@tec.mx::28ba9e3f-8dae-4bf5-851d-5bb8a2fa86a5" providerId="AD" clId="Web-{00000000-0000-0000-0000-000000000000}" dt="2026-10-28T14:56:26.243" v="513" actId="1076"/>
          <ac:picMkLst>
            <pc:docMk/>
            <pc:sldMk cId="0" sldId="259"/>
            <ac:picMk id="59" creationId="{361B1576-BBAD-0C8A-995B-2AC604D12EE8}"/>
          </ac:picMkLst>
        </pc:picChg>
      </pc:sldChg>
      <pc:sldChg chg="delSp modSp">
        <pc:chgData name="Alfonso Balandra Antelis" userId="S::abala@tec.mx::28ba9e3f-8dae-4bf5-851d-5bb8a2fa86a5" providerId="AD" clId="Web-{00000000-0000-0000-0000-000000000000}" dt="2026-10-28T14:52:55.226" v="479" actId="20577"/>
        <pc:sldMkLst>
          <pc:docMk/>
          <pc:sldMk cId="0" sldId="260"/>
        </pc:sldMkLst>
        <pc:spChg chg="del mod">
          <ac:chgData name="Alfonso Balandra Antelis" userId="S::abala@tec.mx::28ba9e3f-8dae-4bf5-851d-5bb8a2fa86a5" providerId="AD" clId="Web-{00000000-0000-0000-0000-000000000000}" dt="2026-10-28T14:52:44.085" v="473"/>
          <ac:spMkLst>
            <pc:docMk/>
            <pc:sldMk cId="0" sldId="260"/>
            <ac:spMk id="3" creationId="{00000000-0000-0000-0000-000000000000}"/>
          </ac:spMkLst>
        </pc:spChg>
        <pc:spChg chg="del mod">
          <ac:chgData name="Alfonso Balandra Antelis" userId="S::abala@tec.mx::28ba9e3f-8dae-4bf5-851d-5bb8a2fa86a5" providerId="AD" clId="Web-{00000000-0000-0000-0000-000000000000}" dt="2026-10-28T14:52:44.085" v="472"/>
          <ac:spMkLst>
            <pc:docMk/>
            <pc:sldMk cId="0" sldId="260"/>
            <ac:spMk id="4" creationId="{00000000-0000-0000-0000-000000000000}"/>
          </ac:spMkLst>
        </pc:spChg>
        <pc:spChg chg="mod">
          <ac:chgData name="Alfonso Balandra Antelis" userId="S::abala@tec.mx::28ba9e3f-8dae-4bf5-851d-5bb8a2fa86a5" providerId="AD" clId="Web-{00000000-0000-0000-0000-000000000000}" dt="2026-10-28T14:52:49.788" v="477" actId="20577"/>
          <ac:spMkLst>
            <pc:docMk/>
            <pc:sldMk cId="0" sldId="260"/>
            <ac:spMk id="6" creationId="{00000000-0000-0000-0000-000000000000}"/>
          </ac:spMkLst>
        </pc:spChg>
        <pc:spChg chg="mod">
          <ac:chgData name="Alfonso Balandra Antelis" userId="S::abala@tec.mx::28ba9e3f-8dae-4bf5-851d-5bb8a2fa86a5" providerId="AD" clId="Web-{00000000-0000-0000-0000-000000000000}" dt="2026-10-28T14:52:55.226" v="479" actId="20577"/>
          <ac:spMkLst>
            <pc:docMk/>
            <pc:sldMk cId="0" sldId="260"/>
            <ac:spMk id="8" creationId="{00000000-0000-0000-0000-000000000000}"/>
          </ac:spMkLst>
        </pc:spChg>
        <pc:picChg chg="mod">
          <ac:chgData name="Alfonso Balandra Antelis" userId="S::abala@tec.mx::28ba9e3f-8dae-4bf5-851d-5bb8a2fa86a5" providerId="AD" clId="Web-{00000000-0000-0000-0000-000000000000}" dt="2026-10-28T14:52:42.116" v="471" actId="1076"/>
          <ac:picMkLst>
            <pc:docMk/>
            <pc:sldMk cId="0" sldId="260"/>
            <ac:picMk id="2" creationId="{00000000-0000-0000-0000-000000000000}"/>
          </ac:picMkLst>
        </pc:picChg>
      </pc:sldChg>
      <pc:sldChg chg="delSp modSp">
        <pc:chgData name="Alfonso Balandra Antelis" userId="S::abala@tec.mx::28ba9e3f-8dae-4bf5-851d-5bb8a2fa86a5" providerId="AD" clId="Web-{00000000-0000-0000-0000-000000000000}" dt="2026-10-28T14:58:07.040" v="540" actId="1076"/>
        <pc:sldMkLst>
          <pc:docMk/>
          <pc:sldMk cId="0" sldId="261"/>
        </pc:sldMkLst>
        <pc:spChg chg="del">
          <ac:chgData name="Alfonso Balandra Antelis" userId="S::abala@tec.mx::28ba9e3f-8dae-4bf5-851d-5bb8a2fa86a5" providerId="AD" clId="Web-{00000000-0000-0000-0000-000000000000}" dt="2026-10-28T14:52:58.991" v="480"/>
          <ac:spMkLst>
            <pc:docMk/>
            <pc:sldMk cId="0" sldId="261"/>
            <ac:spMk id="3" creationId="{00000000-0000-0000-0000-000000000000}"/>
          </ac:spMkLst>
        </pc:spChg>
        <pc:spChg chg="del">
          <ac:chgData name="Alfonso Balandra Antelis" userId="S::abala@tec.mx::28ba9e3f-8dae-4bf5-851d-5bb8a2fa86a5" providerId="AD" clId="Web-{00000000-0000-0000-0000-000000000000}" dt="2026-10-28T14:53:01.038" v="481"/>
          <ac:spMkLst>
            <pc:docMk/>
            <pc:sldMk cId="0" sldId="261"/>
            <ac:spMk id="4" creationId="{00000000-0000-0000-0000-000000000000}"/>
          </ac:spMkLst>
        </pc:spChg>
        <pc:spChg chg="mod">
          <ac:chgData name="Alfonso Balandra Antelis" userId="S::abala@tec.mx::28ba9e3f-8dae-4bf5-851d-5bb8a2fa86a5" providerId="AD" clId="Web-{00000000-0000-0000-0000-000000000000}" dt="2026-10-28T14:53:06.273" v="482" actId="1076"/>
          <ac:spMkLst>
            <pc:docMk/>
            <pc:sldMk cId="0" sldId="261"/>
            <ac:spMk id="5" creationId="{00000000-0000-0000-0000-000000000000}"/>
          </ac:spMkLst>
        </pc:spChg>
        <pc:spChg chg="mod">
          <ac:chgData name="Alfonso Balandra Antelis" userId="S::abala@tec.mx::28ba9e3f-8dae-4bf5-851d-5bb8a2fa86a5" providerId="AD" clId="Web-{00000000-0000-0000-0000-000000000000}" dt="2026-10-28T14:53:09.913" v="483" actId="1076"/>
          <ac:spMkLst>
            <pc:docMk/>
            <pc:sldMk cId="0" sldId="261"/>
            <ac:spMk id="6" creationId="{00000000-0000-0000-0000-000000000000}"/>
          </ac:spMkLst>
        </pc:spChg>
        <pc:spChg chg="mod">
          <ac:chgData name="Alfonso Balandra Antelis" userId="S::abala@tec.mx::28ba9e3f-8dae-4bf5-851d-5bb8a2fa86a5" providerId="AD" clId="Web-{00000000-0000-0000-0000-000000000000}" dt="2026-10-28T14:57:45.103" v="528"/>
          <ac:spMkLst>
            <pc:docMk/>
            <pc:sldMk cId="0" sldId="261"/>
            <ac:spMk id="7" creationId="{00000000-0000-0000-0000-000000000000}"/>
          </ac:spMkLst>
        </pc:spChg>
        <pc:spChg chg="mod">
          <ac:chgData name="Alfonso Balandra Antelis" userId="S::abala@tec.mx::28ba9e3f-8dae-4bf5-851d-5bb8a2fa86a5" providerId="AD" clId="Web-{00000000-0000-0000-0000-000000000000}" dt="2026-10-28T14:57:45.103" v="529"/>
          <ac:spMkLst>
            <pc:docMk/>
            <pc:sldMk cId="0" sldId="261"/>
            <ac:spMk id="8" creationId="{00000000-0000-0000-0000-000000000000}"/>
          </ac:spMkLst>
        </pc:spChg>
        <pc:spChg chg="mod">
          <ac:chgData name="Alfonso Balandra Antelis" userId="S::abala@tec.mx::28ba9e3f-8dae-4bf5-851d-5bb8a2fa86a5" providerId="AD" clId="Web-{00000000-0000-0000-0000-000000000000}" dt="2026-10-28T14:57:56.025" v="534" actId="1076"/>
          <ac:spMkLst>
            <pc:docMk/>
            <pc:sldMk cId="0" sldId="261"/>
            <ac:spMk id="9" creationId="{00000000-0000-0000-0000-000000000000}"/>
          </ac:spMkLst>
        </pc:spChg>
        <pc:spChg chg="mod">
          <ac:chgData name="Alfonso Balandra Antelis" userId="S::abala@tec.mx::28ba9e3f-8dae-4bf5-851d-5bb8a2fa86a5" providerId="AD" clId="Web-{00000000-0000-0000-0000-000000000000}" dt="2026-10-28T14:57:56.040" v="535" actId="1076"/>
          <ac:spMkLst>
            <pc:docMk/>
            <pc:sldMk cId="0" sldId="261"/>
            <ac:spMk id="10" creationId="{00000000-0000-0000-0000-000000000000}"/>
          </ac:spMkLst>
        </pc:spChg>
        <pc:spChg chg="mod">
          <ac:chgData name="Alfonso Balandra Antelis" userId="S::abala@tec.mx::28ba9e3f-8dae-4bf5-851d-5bb8a2fa86a5" providerId="AD" clId="Web-{00000000-0000-0000-0000-000000000000}" dt="2026-10-28T14:57:56.040" v="536" actId="1076"/>
          <ac:spMkLst>
            <pc:docMk/>
            <pc:sldMk cId="0" sldId="261"/>
            <ac:spMk id="11" creationId="{00000000-0000-0000-0000-000000000000}"/>
          </ac:spMkLst>
        </pc:spChg>
        <pc:spChg chg="mod">
          <ac:chgData name="Alfonso Balandra Antelis" userId="S::abala@tec.mx::28ba9e3f-8dae-4bf5-851d-5bb8a2fa86a5" providerId="AD" clId="Web-{00000000-0000-0000-0000-000000000000}" dt="2026-10-28T14:57:56.040" v="537" actId="1076"/>
          <ac:spMkLst>
            <pc:docMk/>
            <pc:sldMk cId="0" sldId="261"/>
            <ac:spMk id="12" creationId="{00000000-0000-0000-0000-000000000000}"/>
          </ac:spMkLst>
        </pc:spChg>
        <pc:spChg chg="del">
          <ac:chgData name="Alfonso Balandra Antelis" userId="S::abala@tec.mx::28ba9e3f-8dae-4bf5-851d-5bb8a2fa86a5" providerId="AD" clId="Web-{00000000-0000-0000-0000-000000000000}" dt="2026-10-28T14:56:37.352" v="514"/>
          <ac:spMkLst>
            <pc:docMk/>
            <pc:sldMk cId="0" sldId="261"/>
            <ac:spMk id="14" creationId="{00000000-0000-0000-0000-000000000000}"/>
          </ac:spMkLst>
        </pc:spChg>
        <pc:spChg chg="del">
          <ac:chgData name="Alfonso Balandra Antelis" userId="S::abala@tec.mx::28ba9e3f-8dae-4bf5-851d-5bb8a2fa86a5" providerId="AD" clId="Web-{00000000-0000-0000-0000-000000000000}" dt="2026-10-28T14:58:00.884" v="538"/>
          <ac:spMkLst>
            <pc:docMk/>
            <pc:sldMk cId="0" sldId="261"/>
            <ac:spMk id="15" creationId="{00000000-0000-0000-0000-000000000000}"/>
          </ac:spMkLst>
        </pc:spChg>
        <pc:spChg chg="mod">
          <ac:chgData name="Alfonso Balandra Antelis" userId="S::abala@tec.mx::28ba9e3f-8dae-4bf5-851d-5bb8a2fa86a5" providerId="AD" clId="Web-{00000000-0000-0000-0000-000000000000}" dt="2026-10-28T14:57:34.775" v="527" actId="1076"/>
          <ac:spMkLst>
            <pc:docMk/>
            <pc:sldMk cId="0" sldId="261"/>
            <ac:spMk id="18" creationId="{00000000-0000-0000-0000-000000000000}"/>
          </ac:spMkLst>
        </pc:spChg>
        <pc:picChg chg="mod">
          <ac:chgData name="Alfonso Balandra Antelis" userId="S::abala@tec.mx::28ba9e3f-8dae-4bf5-851d-5bb8a2fa86a5" providerId="AD" clId="Web-{00000000-0000-0000-0000-000000000000}" dt="2026-10-28T14:56:45.055" v="517" actId="1076"/>
          <ac:picMkLst>
            <pc:docMk/>
            <pc:sldMk cId="0" sldId="261"/>
            <ac:picMk id="2" creationId="{00000000-0000-0000-0000-000000000000}"/>
          </ac:picMkLst>
        </pc:picChg>
        <pc:picChg chg="mod">
          <ac:chgData name="Alfonso Balandra Antelis" userId="S::abala@tec.mx::28ba9e3f-8dae-4bf5-851d-5bb8a2fa86a5" providerId="AD" clId="Web-{00000000-0000-0000-0000-000000000000}" dt="2026-10-28T14:56:40.384" v="515" actId="1076"/>
          <ac:picMkLst>
            <pc:docMk/>
            <pc:sldMk cId="0" sldId="261"/>
            <ac:picMk id="13" creationId="{00000000-0000-0000-0000-000000000000}"/>
          </ac:picMkLst>
        </pc:picChg>
        <pc:picChg chg="mod">
          <ac:chgData name="Alfonso Balandra Antelis" userId="S::abala@tec.mx::28ba9e3f-8dae-4bf5-851d-5bb8a2fa86a5" providerId="AD" clId="Web-{00000000-0000-0000-0000-000000000000}" dt="2026-10-28T14:58:07.040" v="540" actId="1076"/>
          <ac:picMkLst>
            <pc:docMk/>
            <pc:sldMk cId="0" sldId="261"/>
            <ac:picMk id="16" creationId="{00000000-0000-0000-0000-000000000000}"/>
          </ac:picMkLst>
        </pc:picChg>
      </pc:sldChg>
      <pc:sldChg chg="delSp modSp">
        <pc:chgData name="Alfonso Balandra Antelis" userId="S::abala@tec.mx::28ba9e3f-8dae-4bf5-851d-5bb8a2fa86a5" providerId="AD" clId="Web-{00000000-0000-0000-0000-000000000000}" dt="2026-10-28T15:02:24.683" v="576" actId="20577"/>
        <pc:sldMkLst>
          <pc:docMk/>
          <pc:sldMk cId="0" sldId="262"/>
        </pc:sldMkLst>
        <pc:spChg chg="del">
          <ac:chgData name="Alfonso Balandra Antelis" userId="S::abala@tec.mx::28ba9e3f-8dae-4bf5-851d-5bb8a2fa86a5" providerId="AD" clId="Web-{00000000-0000-0000-0000-000000000000}" dt="2026-10-28T14:58:11.431" v="542"/>
          <ac:spMkLst>
            <pc:docMk/>
            <pc:sldMk cId="0" sldId="262"/>
            <ac:spMk id="3" creationId="{00000000-0000-0000-0000-000000000000}"/>
          </ac:spMkLst>
        </pc:spChg>
        <pc:spChg chg="del">
          <ac:chgData name="Alfonso Balandra Antelis" userId="S::abala@tec.mx::28ba9e3f-8dae-4bf5-851d-5bb8a2fa86a5" providerId="AD" clId="Web-{00000000-0000-0000-0000-000000000000}" dt="2026-10-28T14:58:11.431" v="541"/>
          <ac:spMkLst>
            <pc:docMk/>
            <pc:sldMk cId="0" sldId="262"/>
            <ac:spMk id="4" creationId="{00000000-0000-0000-0000-000000000000}"/>
          </ac:spMkLst>
        </pc:spChg>
        <pc:spChg chg="mod">
          <ac:chgData name="Alfonso Balandra Antelis" userId="S::abala@tec.mx::28ba9e3f-8dae-4bf5-851d-5bb8a2fa86a5" providerId="AD" clId="Web-{00000000-0000-0000-0000-000000000000}" dt="2026-10-28T15:01:28.010" v="549" actId="1076"/>
          <ac:spMkLst>
            <pc:docMk/>
            <pc:sldMk cId="0" sldId="262"/>
            <ac:spMk id="5" creationId="{00000000-0000-0000-0000-000000000000}"/>
          </ac:spMkLst>
        </pc:spChg>
        <pc:spChg chg="mod">
          <ac:chgData name="Alfonso Balandra Antelis" userId="S::abala@tec.mx::28ba9e3f-8dae-4bf5-851d-5bb8a2fa86a5" providerId="AD" clId="Web-{00000000-0000-0000-0000-000000000000}" dt="2026-10-28T14:58:19.806" v="544" actId="1076"/>
          <ac:spMkLst>
            <pc:docMk/>
            <pc:sldMk cId="0" sldId="262"/>
            <ac:spMk id="6" creationId="{00000000-0000-0000-0000-000000000000}"/>
          </ac:spMkLst>
        </pc:spChg>
        <pc:spChg chg="mod">
          <ac:chgData name="Alfonso Balandra Antelis" userId="S::abala@tec.mx::28ba9e3f-8dae-4bf5-851d-5bb8a2fa86a5" providerId="AD" clId="Web-{00000000-0000-0000-0000-000000000000}" dt="2026-10-28T15:02:20.870" v="570" actId="1076"/>
          <ac:spMkLst>
            <pc:docMk/>
            <pc:sldMk cId="0" sldId="262"/>
            <ac:spMk id="7" creationId="{00000000-0000-0000-0000-000000000000}"/>
          </ac:spMkLst>
        </pc:spChg>
        <pc:spChg chg="mod">
          <ac:chgData name="Alfonso Balandra Antelis" userId="S::abala@tec.mx::28ba9e3f-8dae-4bf5-851d-5bb8a2fa86a5" providerId="AD" clId="Web-{00000000-0000-0000-0000-000000000000}" dt="2026-10-28T15:02:20.886" v="571" actId="1076"/>
          <ac:spMkLst>
            <pc:docMk/>
            <pc:sldMk cId="0" sldId="262"/>
            <ac:spMk id="8" creationId="{00000000-0000-0000-0000-000000000000}"/>
          </ac:spMkLst>
        </pc:spChg>
        <pc:spChg chg="mod">
          <ac:chgData name="Alfonso Balandra Antelis" userId="S::abala@tec.mx::28ba9e3f-8dae-4bf5-851d-5bb8a2fa86a5" providerId="AD" clId="Web-{00000000-0000-0000-0000-000000000000}" dt="2026-10-28T15:02:20.901" v="572" actId="1076"/>
          <ac:spMkLst>
            <pc:docMk/>
            <pc:sldMk cId="0" sldId="262"/>
            <ac:spMk id="9" creationId="{00000000-0000-0000-0000-000000000000}"/>
          </ac:spMkLst>
        </pc:spChg>
        <pc:spChg chg="mod">
          <ac:chgData name="Alfonso Balandra Antelis" userId="S::abala@tec.mx::28ba9e3f-8dae-4bf5-851d-5bb8a2fa86a5" providerId="AD" clId="Web-{00000000-0000-0000-0000-000000000000}" dt="2026-10-28T15:02:20.933" v="573" actId="1076"/>
          <ac:spMkLst>
            <pc:docMk/>
            <pc:sldMk cId="0" sldId="262"/>
            <ac:spMk id="10" creationId="{00000000-0000-0000-0000-000000000000}"/>
          </ac:spMkLst>
        </pc:spChg>
        <pc:spChg chg="mod">
          <ac:chgData name="Alfonso Balandra Antelis" userId="S::abala@tec.mx::28ba9e3f-8dae-4bf5-851d-5bb8a2fa86a5" providerId="AD" clId="Web-{00000000-0000-0000-0000-000000000000}" dt="2026-10-28T15:02:20.948" v="574" actId="1076"/>
          <ac:spMkLst>
            <pc:docMk/>
            <pc:sldMk cId="0" sldId="262"/>
            <ac:spMk id="11" creationId="{00000000-0000-0000-0000-000000000000}"/>
          </ac:spMkLst>
        </pc:spChg>
        <pc:spChg chg="mod">
          <ac:chgData name="Alfonso Balandra Antelis" userId="S::abala@tec.mx::28ba9e3f-8dae-4bf5-851d-5bb8a2fa86a5" providerId="AD" clId="Web-{00000000-0000-0000-0000-000000000000}" dt="2026-10-28T15:02:20.979" v="575" actId="1076"/>
          <ac:spMkLst>
            <pc:docMk/>
            <pc:sldMk cId="0" sldId="262"/>
            <ac:spMk id="12" creationId="{00000000-0000-0000-0000-000000000000}"/>
          </ac:spMkLst>
        </pc:spChg>
        <pc:spChg chg="mod">
          <ac:chgData name="Alfonso Balandra Antelis" userId="S::abala@tec.mx::28ba9e3f-8dae-4bf5-851d-5bb8a2fa86a5" providerId="AD" clId="Web-{00000000-0000-0000-0000-000000000000}" dt="2026-10-28T15:02:10.307" v="563" actId="20577"/>
          <ac:spMkLst>
            <pc:docMk/>
            <pc:sldMk cId="0" sldId="262"/>
            <ac:spMk id="14" creationId="{00000000-0000-0000-0000-000000000000}"/>
          </ac:spMkLst>
        </pc:spChg>
        <pc:spChg chg="mod">
          <ac:chgData name="Alfonso Balandra Antelis" userId="S::abala@tec.mx::28ba9e3f-8dae-4bf5-851d-5bb8a2fa86a5" providerId="AD" clId="Web-{00000000-0000-0000-0000-000000000000}" dt="2026-10-28T15:02:03.448" v="558" actId="20577"/>
          <ac:spMkLst>
            <pc:docMk/>
            <pc:sldMk cId="0" sldId="262"/>
            <ac:spMk id="15" creationId="{00000000-0000-0000-0000-000000000000}"/>
          </ac:spMkLst>
        </pc:spChg>
        <pc:spChg chg="mod">
          <ac:chgData name="Alfonso Balandra Antelis" userId="S::abala@tec.mx::28ba9e3f-8dae-4bf5-851d-5bb8a2fa86a5" providerId="AD" clId="Web-{00000000-0000-0000-0000-000000000000}" dt="2026-10-28T15:02:24.683" v="576" actId="20577"/>
          <ac:spMkLst>
            <pc:docMk/>
            <pc:sldMk cId="0" sldId="262"/>
            <ac:spMk id="19" creationId="{00000000-0000-0000-0000-000000000000}"/>
          </ac:spMkLst>
        </pc:spChg>
      </pc:sldChg>
      <pc:sldChg chg="delSp modSp">
        <pc:chgData name="Alfonso Balandra Antelis" userId="S::abala@tec.mx::28ba9e3f-8dae-4bf5-851d-5bb8a2fa86a5" providerId="AD" clId="Web-{00000000-0000-0000-0000-000000000000}" dt="2026-10-28T15:07:30.107" v="648" actId="1076"/>
        <pc:sldMkLst>
          <pc:docMk/>
          <pc:sldMk cId="0" sldId="263"/>
        </pc:sldMkLst>
        <pc:spChg chg="del">
          <ac:chgData name="Alfonso Balandra Antelis" userId="S::abala@tec.mx::28ba9e3f-8dae-4bf5-851d-5bb8a2fa86a5" providerId="AD" clId="Web-{00000000-0000-0000-0000-000000000000}" dt="2026-10-28T15:05:50.793" v="592"/>
          <ac:spMkLst>
            <pc:docMk/>
            <pc:sldMk cId="0" sldId="263"/>
            <ac:spMk id="3" creationId="{00000000-0000-0000-0000-000000000000}"/>
          </ac:spMkLst>
        </pc:spChg>
        <pc:spChg chg="del">
          <ac:chgData name="Alfonso Balandra Antelis" userId="S::abala@tec.mx::28ba9e3f-8dae-4bf5-851d-5bb8a2fa86a5" providerId="AD" clId="Web-{00000000-0000-0000-0000-000000000000}" dt="2026-10-28T15:05:50.793" v="591"/>
          <ac:spMkLst>
            <pc:docMk/>
            <pc:sldMk cId="0" sldId="263"/>
            <ac:spMk id="4" creationId="{00000000-0000-0000-0000-000000000000}"/>
          </ac:spMkLst>
        </pc:spChg>
        <pc:spChg chg="mod">
          <ac:chgData name="Alfonso Balandra Antelis" userId="S::abala@tec.mx::28ba9e3f-8dae-4bf5-851d-5bb8a2fa86a5" providerId="AD" clId="Web-{00000000-0000-0000-0000-000000000000}" dt="2026-10-28T15:07:26.639" v="647" actId="1076"/>
          <ac:spMkLst>
            <pc:docMk/>
            <pc:sldMk cId="0" sldId="263"/>
            <ac:spMk id="5" creationId="{00000000-0000-0000-0000-000000000000}"/>
          </ac:spMkLst>
        </pc:spChg>
        <pc:spChg chg="mod">
          <ac:chgData name="Alfonso Balandra Antelis" userId="S::abala@tec.mx::28ba9e3f-8dae-4bf5-851d-5bb8a2fa86a5" providerId="AD" clId="Web-{00000000-0000-0000-0000-000000000000}" dt="2026-10-28T15:07:30.107" v="648" actId="1076"/>
          <ac:spMkLst>
            <pc:docMk/>
            <pc:sldMk cId="0" sldId="263"/>
            <ac:spMk id="6" creationId="{00000000-0000-0000-0000-000000000000}"/>
          </ac:spMkLst>
        </pc:spChg>
        <pc:spChg chg="mod">
          <ac:chgData name="Alfonso Balandra Antelis" userId="S::abala@tec.mx::28ba9e3f-8dae-4bf5-851d-5bb8a2fa86a5" providerId="AD" clId="Web-{00000000-0000-0000-0000-000000000000}" dt="2026-10-28T15:06:27.669" v="625" actId="1076"/>
          <ac:spMkLst>
            <pc:docMk/>
            <pc:sldMk cId="0" sldId="263"/>
            <ac:spMk id="7" creationId="{00000000-0000-0000-0000-000000000000}"/>
          </ac:spMkLst>
        </pc:spChg>
        <pc:spChg chg="mod">
          <ac:chgData name="Alfonso Balandra Antelis" userId="S::abala@tec.mx::28ba9e3f-8dae-4bf5-851d-5bb8a2fa86a5" providerId="AD" clId="Web-{00000000-0000-0000-0000-000000000000}" dt="2026-10-28T15:06:27.669" v="626" actId="1076"/>
          <ac:spMkLst>
            <pc:docMk/>
            <pc:sldMk cId="0" sldId="263"/>
            <ac:spMk id="8" creationId="{00000000-0000-0000-0000-000000000000}"/>
          </ac:spMkLst>
        </pc:spChg>
        <pc:spChg chg="mod">
          <ac:chgData name="Alfonso Balandra Antelis" userId="S::abala@tec.mx::28ba9e3f-8dae-4bf5-851d-5bb8a2fa86a5" providerId="AD" clId="Web-{00000000-0000-0000-0000-000000000000}" dt="2026-10-28T15:06:27.685" v="627" actId="1076"/>
          <ac:spMkLst>
            <pc:docMk/>
            <pc:sldMk cId="0" sldId="263"/>
            <ac:spMk id="9" creationId="{00000000-0000-0000-0000-000000000000}"/>
          </ac:spMkLst>
        </pc:spChg>
        <pc:spChg chg="mod">
          <ac:chgData name="Alfonso Balandra Antelis" userId="S::abala@tec.mx::28ba9e3f-8dae-4bf5-851d-5bb8a2fa86a5" providerId="AD" clId="Web-{00000000-0000-0000-0000-000000000000}" dt="2026-10-28T15:06:27.685" v="628" actId="1076"/>
          <ac:spMkLst>
            <pc:docMk/>
            <pc:sldMk cId="0" sldId="263"/>
            <ac:spMk id="10" creationId="{00000000-0000-0000-0000-000000000000}"/>
          </ac:spMkLst>
        </pc:spChg>
        <pc:spChg chg="mod">
          <ac:chgData name="Alfonso Balandra Antelis" userId="S::abala@tec.mx::28ba9e3f-8dae-4bf5-851d-5bb8a2fa86a5" providerId="AD" clId="Web-{00000000-0000-0000-0000-000000000000}" dt="2026-10-28T15:06:27.700" v="629" actId="1076"/>
          <ac:spMkLst>
            <pc:docMk/>
            <pc:sldMk cId="0" sldId="263"/>
            <ac:spMk id="11" creationId="{00000000-0000-0000-0000-000000000000}"/>
          </ac:spMkLst>
        </pc:spChg>
        <pc:spChg chg="mod">
          <ac:chgData name="Alfonso Balandra Antelis" userId="S::abala@tec.mx::28ba9e3f-8dae-4bf5-851d-5bb8a2fa86a5" providerId="AD" clId="Web-{00000000-0000-0000-0000-000000000000}" dt="2026-10-28T15:06:27.700" v="630" actId="1076"/>
          <ac:spMkLst>
            <pc:docMk/>
            <pc:sldMk cId="0" sldId="263"/>
            <ac:spMk id="12" creationId="{00000000-0000-0000-0000-000000000000}"/>
          </ac:spMkLst>
        </pc:spChg>
        <pc:spChg chg="mod">
          <ac:chgData name="Alfonso Balandra Antelis" userId="S::abala@tec.mx::28ba9e3f-8dae-4bf5-851d-5bb8a2fa86a5" providerId="AD" clId="Web-{00000000-0000-0000-0000-000000000000}" dt="2026-10-28T15:06:41.013" v="633" actId="20577"/>
          <ac:spMkLst>
            <pc:docMk/>
            <pc:sldMk cId="0" sldId="263"/>
            <ac:spMk id="15" creationId="{00000000-0000-0000-0000-000000000000}"/>
          </ac:spMkLst>
        </pc:spChg>
        <pc:spChg chg="mod">
          <ac:chgData name="Alfonso Balandra Antelis" userId="S::abala@tec.mx::28ba9e3f-8dae-4bf5-851d-5bb8a2fa86a5" providerId="AD" clId="Web-{00000000-0000-0000-0000-000000000000}" dt="2026-10-28T15:06:50.825" v="636" actId="20577"/>
          <ac:spMkLst>
            <pc:docMk/>
            <pc:sldMk cId="0" sldId="263"/>
            <ac:spMk id="16" creationId="{00000000-0000-0000-0000-000000000000}"/>
          </ac:spMkLst>
        </pc:spChg>
        <pc:spChg chg="del">
          <ac:chgData name="Alfonso Balandra Antelis" userId="S::abala@tec.mx::28ba9e3f-8dae-4bf5-851d-5bb8a2fa86a5" providerId="AD" clId="Web-{00000000-0000-0000-0000-000000000000}" dt="2026-10-28T15:07:10.997" v="642"/>
          <ac:spMkLst>
            <pc:docMk/>
            <pc:sldMk cId="0" sldId="263"/>
            <ac:spMk id="17" creationId="{00000000-0000-0000-0000-000000000000}"/>
          </ac:spMkLst>
        </pc:spChg>
        <pc:spChg chg="mod">
          <ac:chgData name="Alfonso Balandra Antelis" userId="S::abala@tec.mx::28ba9e3f-8dae-4bf5-851d-5bb8a2fa86a5" providerId="AD" clId="Web-{00000000-0000-0000-0000-000000000000}" dt="2026-10-28T15:07:06.575" v="641" actId="14100"/>
          <ac:spMkLst>
            <pc:docMk/>
            <pc:sldMk cId="0" sldId="263"/>
            <ac:spMk id="20" creationId="{00000000-0000-0000-0000-000000000000}"/>
          </ac:spMkLst>
        </pc:spChg>
        <pc:picChg chg="mod">
          <ac:chgData name="Alfonso Balandra Antelis" userId="S::abala@tec.mx::28ba9e3f-8dae-4bf5-851d-5bb8a2fa86a5" providerId="AD" clId="Web-{00000000-0000-0000-0000-000000000000}" dt="2026-10-28T15:06:22.575" v="624" actId="1076"/>
          <ac:picMkLst>
            <pc:docMk/>
            <pc:sldMk cId="0" sldId="263"/>
            <ac:picMk id="2" creationId="{00000000-0000-0000-0000-000000000000}"/>
          </ac:picMkLst>
        </pc:picChg>
        <pc:picChg chg="mod">
          <ac:chgData name="Alfonso Balandra Antelis" userId="S::abala@tec.mx::28ba9e3f-8dae-4bf5-851d-5bb8a2fa86a5" providerId="AD" clId="Web-{00000000-0000-0000-0000-000000000000}" dt="2026-10-28T15:07:22.419" v="646" actId="1076"/>
          <ac:picMkLst>
            <pc:docMk/>
            <pc:sldMk cId="0" sldId="263"/>
            <ac:picMk id="18" creationId="{00000000-0000-0000-0000-000000000000}"/>
          </ac:picMkLst>
        </pc:picChg>
      </pc:sldChg>
      <pc:sldChg chg="delSp modSp">
        <pc:chgData name="Alfonso Balandra Antelis" userId="S::abala@tec.mx::28ba9e3f-8dae-4bf5-851d-5bb8a2fa86a5" providerId="AD" clId="Web-{00000000-0000-0000-0000-000000000000}" dt="2026-10-28T15:08:25.716" v="687" actId="1076"/>
        <pc:sldMkLst>
          <pc:docMk/>
          <pc:sldMk cId="0" sldId="264"/>
        </pc:sldMkLst>
        <pc:spChg chg="del">
          <ac:chgData name="Alfonso Balandra Antelis" userId="S::abala@tec.mx::28ba9e3f-8dae-4bf5-851d-5bb8a2fa86a5" providerId="AD" clId="Web-{00000000-0000-0000-0000-000000000000}" dt="2026-10-28T15:08:09.122" v="669"/>
          <ac:spMkLst>
            <pc:docMk/>
            <pc:sldMk cId="0" sldId="264"/>
            <ac:spMk id="3" creationId="{00000000-0000-0000-0000-000000000000}"/>
          </ac:spMkLst>
        </pc:spChg>
        <pc:spChg chg="del">
          <ac:chgData name="Alfonso Balandra Antelis" userId="S::abala@tec.mx::28ba9e3f-8dae-4bf5-851d-5bb8a2fa86a5" providerId="AD" clId="Web-{00000000-0000-0000-0000-000000000000}" dt="2026-10-28T15:08:09.122" v="668"/>
          <ac:spMkLst>
            <pc:docMk/>
            <pc:sldMk cId="0" sldId="264"/>
            <ac:spMk id="4" creationId="{00000000-0000-0000-0000-000000000000}"/>
          </ac:spMkLst>
        </pc:spChg>
        <pc:spChg chg="mod">
          <ac:chgData name="Alfonso Balandra Antelis" userId="S::abala@tec.mx::28ba9e3f-8dae-4bf5-851d-5bb8a2fa86a5" providerId="AD" clId="Web-{00000000-0000-0000-0000-000000000000}" dt="2026-10-28T15:08:25.716" v="687" actId="1076"/>
          <ac:spMkLst>
            <pc:docMk/>
            <pc:sldMk cId="0" sldId="264"/>
            <ac:spMk id="9" creationId="{00000000-0000-0000-0000-000000000000}"/>
          </ac:spMkLst>
        </pc:spChg>
      </pc:sldChg>
      <pc:sldChg chg="delSp modSp">
        <pc:chgData name="Alfonso Balandra Antelis" userId="S::abala@tec.mx::28ba9e3f-8dae-4bf5-851d-5bb8a2fa86a5" providerId="AD" clId="Web-{00000000-0000-0000-0000-000000000000}" dt="2026-10-28T15:11:57.608" v="802" actId="1076"/>
        <pc:sldMkLst>
          <pc:docMk/>
          <pc:sldMk cId="0" sldId="265"/>
        </pc:sldMkLst>
        <pc:spChg chg="del">
          <ac:chgData name="Alfonso Balandra Antelis" userId="S::abala@tec.mx::28ba9e3f-8dae-4bf5-851d-5bb8a2fa86a5" providerId="AD" clId="Web-{00000000-0000-0000-0000-000000000000}" dt="2026-10-28T15:09:00.326" v="699"/>
          <ac:spMkLst>
            <pc:docMk/>
            <pc:sldMk cId="0" sldId="265"/>
            <ac:spMk id="3" creationId="{00000000-0000-0000-0000-000000000000}"/>
          </ac:spMkLst>
        </pc:spChg>
        <pc:spChg chg="del">
          <ac:chgData name="Alfonso Balandra Antelis" userId="S::abala@tec.mx::28ba9e3f-8dae-4bf5-851d-5bb8a2fa86a5" providerId="AD" clId="Web-{00000000-0000-0000-0000-000000000000}" dt="2026-10-28T15:09:00.326" v="698"/>
          <ac:spMkLst>
            <pc:docMk/>
            <pc:sldMk cId="0" sldId="265"/>
            <ac:spMk id="4" creationId="{00000000-0000-0000-0000-000000000000}"/>
          </ac:spMkLst>
        </pc:spChg>
        <pc:spChg chg="mod">
          <ac:chgData name="Alfonso Balandra Antelis" userId="S::abala@tec.mx::28ba9e3f-8dae-4bf5-851d-5bb8a2fa86a5" providerId="AD" clId="Web-{00000000-0000-0000-0000-000000000000}" dt="2026-10-28T15:09:03.060" v="700" actId="1076"/>
          <ac:spMkLst>
            <pc:docMk/>
            <pc:sldMk cId="0" sldId="265"/>
            <ac:spMk id="5" creationId="{00000000-0000-0000-0000-000000000000}"/>
          </ac:spMkLst>
        </pc:spChg>
        <pc:spChg chg="mod">
          <ac:chgData name="Alfonso Balandra Antelis" userId="S::abala@tec.mx::28ba9e3f-8dae-4bf5-851d-5bb8a2fa86a5" providerId="AD" clId="Web-{00000000-0000-0000-0000-000000000000}" dt="2026-10-28T15:09:05.810" v="701" actId="1076"/>
          <ac:spMkLst>
            <pc:docMk/>
            <pc:sldMk cId="0" sldId="265"/>
            <ac:spMk id="6" creationId="{00000000-0000-0000-0000-000000000000}"/>
          </ac:spMkLst>
        </pc:spChg>
        <pc:spChg chg="mod">
          <ac:chgData name="Alfonso Balandra Antelis" userId="S::abala@tec.mx::28ba9e3f-8dae-4bf5-851d-5bb8a2fa86a5" providerId="AD" clId="Web-{00000000-0000-0000-0000-000000000000}" dt="2026-10-28T15:09:46.451" v="728" actId="1076"/>
          <ac:spMkLst>
            <pc:docMk/>
            <pc:sldMk cId="0" sldId="265"/>
            <ac:spMk id="7" creationId="{00000000-0000-0000-0000-000000000000}"/>
          </ac:spMkLst>
        </pc:spChg>
        <pc:spChg chg="mod">
          <ac:chgData name="Alfonso Balandra Antelis" userId="S::abala@tec.mx::28ba9e3f-8dae-4bf5-851d-5bb8a2fa86a5" providerId="AD" clId="Web-{00000000-0000-0000-0000-000000000000}" dt="2026-10-28T15:09:46.467" v="729" actId="1076"/>
          <ac:spMkLst>
            <pc:docMk/>
            <pc:sldMk cId="0" sldId="265"/>
            <ac:spMk id="8" creationId="{00000000-0000-0000-0000-000000000000}"/>
          </ac:spMkLst>
        </pc:spChg>
        <pc:spChg chg="mod">
          <ac:chgData name="Alfonso Balandra Antelis" userId="S::abala@tec.mx::28ba9e3f-8dae-4bf5-851d-5bb8a2fa86a5" providerId="AD" clId="Web-{00000000-0000-0000-0000-000000000000}" dt="2026-10-28T15:09:32.607" v="719" actId="1076"/>
          <ac:spMkLst>
            <pc:docMk/>
            <pc:sldMk cId="0" sldId="265"/>
            <ac:spMk id="9" creationId="{00000000-0000-0000-0000-000000000000}"/>
          </ac:spMkLst>
        </pc:spChg>
        <pc:spChg chg="mod">
          <ac:chgData name="Alfonso Balandra Antelis" userId="S::abala@tec.mx::28ba9e3f-8dae-4bf5-851d-5bb8a2fa86a5" providerId="AD" clId="Web-{00000000-0000-0000-0000-000000000000}" dt="2026-10-28T15:09:59.826" v="734" actId="20577"/>
          <ac:spMkLst>
            <pc:docMk/>
            <pc:sldMk cId="0" sldId="265"/>
            <ac:spMk id="10" creationId="{00000000-0000-0000-0000-000000000000}"/>
          </ac:spMkLst>
        </pc:spChg>
        <pc:spChg chg="mod">
          <ac:chgData name="Alfonso Balandra Antelis" userId="S::abala@tec.mx::28ba9e3f-8dae-4bf5-851d-5bb8a2fa86a5" providerId="AD" clId="Web-{00000000-0000-0000-0000-000000000000}" dt="2026-10-28T15:09:32.638" v="721" actId="1076"/>
          <ac:spMkLst>
            <pc:docMk/>
            <pc:sldMk cId="0" sldId="265"/>
            <ac:spMk id="11" creationId="{00000000-0000-0000-0000-000000000000}"/>
          </ac:spMkLst>
        </pc:spChg>
        <pc:spChg chg="mod">
          <ac:chgData name="Alfonso Balandra Antelis" userId="S::abala@tec.mx::28ba9e3f-8dae-4bf5-851d-5bb8a2fa86a5" providerId="AD" clId="Web-{00000000-0000-0000-0000-000000000000}" dt="2026-10-28T15:11:48.936" v="799" actId="20577"/>
          <ac:spMkLst>
            <pc:docMk/>
            <pc:sldMk cId="0" sldId="265"/>
            <ac:spMk id="12" creationId="{00000000-0000-0000-0000-000000000000}"/>
          </ac:spMkLst>
        </pc:spChg>
        <pc:spChg chg="mod">
          <ac:chgData name="Alfonso Balandra Antelis" userId="S::abala@tec.mx::28ba9e3f-8dae-4bf5-851d-5bb8a2fa86a5" providerId="AD" clId="Web-{00000000-0000-0000-0000-000000000000}" dt="2026-10-28T15:11:54.061" v="800" actId="1076"/>
          <ac:spMkLst>
            <pc:docMk/>
            <pc:sldMk cId="0" sldId="265"/>
            <ac:spMk id="13" creationId="{00000000-0000-0000-0000-000000000000}"/>
          </ac:spMkLst>
        </pc:spChg>
        <pc:spChg chg="mod">
          <ac:chgData name="Alfonso Balandra Antelis" userId="S::abala@tec.mx::28ba9e3f-8dae-4bf5-851d-5bb8a2fa86a5" providerId="AD" clId="Web-{00000000-0000-0000-0000-000000000000}" dt="2026-10-28T15:11:54.092" v="801" actId="1076"/>
          <ac:spMkLst>
            <pc:docMk/>
            <pc:sldMk cId="0" sldId="265"/>
            <ac:spMk id="14" creationId="{00000000-0000-0000-0000-000000000000}"/>
          </ac:spMkLst>
        </pc:spChg>
        <pc:spChg chg="del">
          <ac:chgData name="Alfonso Balandra Antelis" userId="S::abala@tec.mx::28ba9e3f-8dae-4bf5-851d-5bb8a2fa86a5" providerId="AD" clId="Web-{00000000-0000-0000-0000-000000000000}" dt="2026-10-28T15:08:30.498" v="688"/>
          <ac:spMkLst>
            <pc:docMk/>
            <pc:sldMk cId="0" sldId="265"/>
            <ac:spMk id="16" creationId="{00000000-0000-0000-0000-000000000000}"/>
          </ac:spMkLst>
        </pc:spChg>
        <pc:spChg chg="del">
          <ac:chgData name="Alfonso Balandra Antelis" userId="S::abala@tec.mx::28ba9e3f-8dae-4bf5-851d-5bb8a2fa86a5" providerId="AD" clId="Web-{00000000-0000-0000-0000-000000000000}" dt="2026-10-28T15:09:09.904" v="702"/>
          <ac:spMkLst>
            <pc:docMk/>
            <pc:sldMk cId="0" sldId="265"/>
            <ac:spMk id="17" creationId="{00000000-0000-0000-0000-000000000000}"/>
          </ac:spMkLst>
        </pc:spChg>
        <pc:spChg chg="mod">
          <ac:chgData name="Alfonso Balandra Antelis" userId="S::abala@tec.mx::28ba9e3f-8dae-4bf5-851d-5bb8a2fa86a5" providerId="AD" clId="Web-{00000000-0000-0000-0000-000000000000}" dt="2026-10-28T15:08:53.779" v="695" actId="1076"/>
          <ac:spMkLst>
            <pc:docMk/>
            <pc:sldMk cId="0" sldId="265"/>
            <ac:spMk id="19" creationId="{00000000-0000-0000-0000-000000000000}"/>
          </ac:spMkLst>
        </pc:spChg>
        <pc:spChg chg="mod">
          <ac:chgData name="Alfonso Balandra Antelis" userId="S::abala@tec.mx::28ba9e3f-8dae-4bf5-851d-5bb8a2fa86a5" providerId="AD" clId="Web-{00000000-0000-0000-0000-000000000000}" dt="2026-10-28T15:10:58.889" v="779" actId="14100"/>
          <ac:spMkLst>
            <pc:docMk/>
            <pc:sldMk cId="0" sldId="265"/>
            <ac:spMk id="20" creationId="{00000000-0000-0000-0000-000000000000}"/>
          </ac:spMkLst>
        </pc:spChg>
        <pc:picChg chg="mod">
          <ac:chgData name="Alfonso Balandra Antelis" userId="S::abala@tec.mx::28ba9e3f-8dae-4bf5-851d-5bb8a2fa86a5" providerId="AD" clId="Web-{00000000-0000-0000-0000-000000000000}" dt="2026-10-28T15:11:57.608" v="802" actId="1076"/>
          <ac:picMkLst>
            <pc:docMk/>
            <pc:sldMk cId="0" sldId="265"/>
            <ac:picMk id="2" creationId="{00000000-0000-0000-0000-000000000000}"/>
          </ac:picMkLst>
        </pc:picChg>
        <pc:picChg chg="mod">
          <ac:chgData name="Alfonso Balandra Antelis" userId="S::abala@tec.mx::28ba9e3f-8dae-4bf5-851d-5bb8a2fa86a5" providerId="AD" clId="Web-{00000000-0000-0000-0000-000000000000}" dt="2026-10-28T15:08:32.904" v="689" actId="1076"/>
          <ac:picMkLst>
            <pc:docMk/>
            <pc:sldMk cId="0" sldId="265"/>
            <ac:picMk id="15" creationId="{00000000-0000-0000-0000-000000000000}"/>
          </ac:picMkLst>
        </pc:picChg>
        <pc:picChg chg="mod modCrop">
          <ac:chgData name="Alfonso Balandra Antelis" userId="S::abala@tec.mx::28ba9e3f-8dae-4bf5-851d-5bb8a2fa86a5" providerId="AD" clId="Web-{00000000-0000-0000-0000-000000000000}" dt="2026-10-28T15:09:21.967" v="707" actId="14100"/>
          <ac:picMkLst>
            <pc:docMk/>
            <pc:sldMk cId="0" sldId="265"/>
            <ac:picMk id="18" creationId="{00000000-0000-0000-0000-000000000000}"/>
          </ac:picMkLst>
        </pc:picChg>
      </pc:sldChg>
      <pc:sldChg chg="addSp delSp modSp">
        <pc:chgData name="Alfonso Balandra Antelis" userId="S::abala@tec.mx::28ba9e3f-8dae-4bf5-851d-5bb8a2fa86a5" providerId="AD" clId="Web-{00000000-0000-0000-0000-000000000000}" dt="2026-10-28T15:34:49.524" v="957" actId="1076"/>
        <pc:sldMkLst>
          <pc:docMk/>
          <pc:sldMk cId="0" sldId="266"/>
        </pc:sldMkLst>
        <pc:spChg chg="del">
          <ac:chgData name="Alfonso Balandra Antelis" userId="S::abala@tec.mx::28ba9e3f-8dae-4bf5-851d-5bb8a2fa86a5" providerId="AD" clId="Web-{00000000-0000-0000-0000-000000000000}" dt="2026-10-28T15:12:08.546" v="804"/>
          <ac:spMkLst>
            <pc:docMk/>
            <pc:sldMk cId="0" sldId="266"/>
            <ac:spMk id="3" creationId="{00000000-0000-0000-0000-000000000000}"/>
          </ac:spMkLst>
        </pc:spChg>
        <pc:spChg chg="del">
          <ac:chgData name="Alfonso Balandra Antelis" userId="S::abala@tec.mx::28ba9e3f-8dae-4bf5-851d-5bb8a2fa86a5" providerId="AD" clId="Web-{00000000-0000-0000-0000-000000000000}" dt="2026-10-28T15:12:08.546" v="803"/>
          <ac:spMkLst>
            <pc:docMk/>
            <pc:sldMk cId="0" sldId="266"/>
            <ac:spMk id="4" creationId="{00000000-0000-0000-0000-000000000000}"/>
          </ac:spMkLst>
        </pc:spChg>
        <pc:spChg chg="mod">
          <ac:chgData name="Alfonso Balandra Antelis" userId="S::abala@tec.mx::28ba9e3f-8dae-4bf5-851d-5bb8a2fa86a5" providerId="AD" clId="Web-{00000000-0000-0000-0000-000000000000}" dt="2026-10-28T15:16:53.688" v="859" actId="1076"/>
          <ac:spMkLst>
            <pc:docMk/>
            <pc:sldMk cId="0" sldId="266"/>
            <ac:spMk id="5" creationId="{00000000-0000-0000-0000-000000000000}"/>
          </ac:spMkLst>
        </pc:spChg>
        <pc:spChg chg="mod">
          <ac:chgData name="Alfonso Balandra Antelis" userId="S::abala@tec.mx::28ba9e3f-8dae-4bf5-851d-5bb8a2fa86a5" providerId="AD" clId="Web-{00000000-0000-0000-0000-000000000000}" dt="2026-10-28T15:12:15.905" v="806" actId="1076"/>
          <ac:spMkLst>
            <pc:docMk/>
            <pc:sldMk cId="0" sldId="266"/>
            <ac:spMk id="6" creationId="{00000000-0000-0000-0000-000000000000}"/>
          </ac:spMkLst>
        </pc:spChg>
        <pc:spChg chg="del">
          <ac:chgData name="Alfonso Balandra Antelis" userId="S::abala@tec.mx::28ba9e3f-8dae-4bf5-851d-5bb8a2fa86a5" providerId="AD" clId="Web-{00000000-0000-0000-0000-000000000000}" dt="2026-10-28T15:17:32.798" v="868"/>
          <ac:spMkLst>
            <pc:docMk/>
            <pc:sldMk cId="0" sldId="266"/>
            <ac:spMk id="7" creationId="{00000000-0000-0000-0000-000000000000}"/>
          </ac:spMkLst>
        </pc:spChg>
        <pc:spChg chg="del">
          <ac:chgData name="Alfonso Balandra Antelis" userId="S::abala@tec.mx::28ba9e3f-8dae-4bf5-851d-5bb8a2fa86a5" providerId="AD" clId="Web-{00000000-0000-0000-0000-000000000000}" dt="2026-10-28T15:33:51.991" v="929"/>
          <ac:spMkLst>
            <pc:docMk/>
            <pc:sldMk cId="0" sldId="266"/>
            <ac:spMk id="9" creationId="{00000000-0000-0000-0000-000000000000}"/>
          </ac:spMkLst>
        </pc:spChg>
        <pc:spChg chg="del">
          <ac:chgData name="Alfonso Balandra Antelis" userId="S::abala@tec.mx::28ba9e3f-8dae-4bf5-851d-5bb8a2fa86a5" providerId="AD" clId="Web-{00000000-0000-0000-0000-000000000000}" dt="2026-10-28T15:33:50.038" v="928"/>
          <ac:spMkLst>
            <pc:docMk/>
            <pc:sldMk cId="0" sldId="266"/>
            <ac:spMk id="10" creationId="{00000000-0000-0000-0000-000000000000}"/>
          </ac:spMkLst>
        </pc:spChg>
        <pc:spChg chg="mod">
          <ac:chgData name="Alfonso Balandra Antelis" userId="S::abala@tec.mx::28ba9e3f-8dae-4bf5-851d-5bb8a2fa86a5" providerId="AD" clId="Web-{00000000-0000-0000-0000-000000000000}" dt="2026-10-28T15:34:49.399" v="949" actId="1076"/>
          <ac:spMkLst>
            <pc:docMk/>
            <pc:sldMk cId="0" sldId="266"/>
            <ac:spMk id="11" creationId="{00000000-0000-0000-0000-000000000000}"/>
          </ac:spMkLst>
        </pc:spChg>
        <pc:spChg chg="mod">
          <ac:chgData name="Alfonso Balandra Antelis" userId="S::abala@tec.mx::28ba9e3f-8dae-4bf5-851d-5bb8a2fa86a5" providerId="AD" clId="Web-{00000000-0000-0000-0000-000000000000}" dt="2026-10-28T15:34:49.415" v="950" actId="1076"/>
          <ac:spMkLst>
            <pc:docMk/>
            <pc:sldMk cId="0" sldId="266"/>
            <ac:spMk id="12" creationId="{00000000-0000-0000-0000-000000000000}"/>
          </ac:spMkLst>
        </pc:spChg>
        <pc:spChg chg="mod">
          <ac:chgData name="Alfonso Balandra Antelis" userId="S::abala@tec.mx::28ba9e3f-8dae-4bf5-851d-5bb8a2fa86a5" providerId="AD" clId="Web-{00000000-0000-0000-0000-000000000000}" dt="2026-10-28T15:34:49.446" v="951" actId="1076"/>
          <ac:spMkLst>
            <pc:docMk/>
            <pc:sldMk cId="0" sldId="266"/>
            <ac:spMk id="13" creationId="{00000000-0000-0000-0000-000000000000}"/>
          </ac:spMkLst>
        </pc:spChg>
        <pc:spChg chg="mod">
          <ac:chgData name="Alfonso Balandra Antelis" userId="S::abala@tec.mx::28ba9e3f-8dae-4bf5-851d-5bb8a2fa86a5" providerId="AD" clId="Web-{00000000-0000-0000-0000-000000000000}" dt="2026-10-28T15:34:49.446" v="952" actId="1076"/>
          <ac:spMkLst>
            <pc:docMk/>
            <pc:sldMk cId="0" sldId="266"/>
            <ac:spMk id="14" creationId="{00000000-0000-0000-0000-000000000000}"/>
          </ac:spMkLst>
        </pc:spChg>
        <pc:spChg chg="mod">
          <ac:chgData name="Alfonso Balandra Antelis" userId="S::abala@tec.mx::28ba9e3f-8dae-4bf5-851d-5bb8a2fa86a5" providerId="AD" clId="Web-{00000000-0000-0000-0000-000000000000}" dt="2026-10-28T15:34:49.462" v="953" actId="1076"/>
          <ac:spMkLst>
            <pc:docMk/>
            <pc:sldMk cId="0" sldId="266"/>
            <ac:spMk id="15" creationId="{00000000-0000-0000-0000-000000000000}"/>
          </ac:spMkLst>
        </pc:spChg>
        <pc:spChg chg="mod">
          <ac:chgData name="Alfonso Balandra Antelis" userId="S::abala@tec.mx::28ba9e3f-8dae-4bf5-851d-5bb8a2fa86a5" providerId="AD" clId="Web-{00000000-0000-0000-0000-000000000000}" dt="2026-10-28T15:34:49.478" v="954" actId="1076"/>
          <ac:spMkLst>
            <pc:docMk/>
            <pc:sldMk cId="0" sldId="266"/>
            <ac:spMk id="16" creationId="{00000000-0000-0000-0000-000000000000}"/>
          </ac:spMkLst>
        </pc:spChg>
        <pc:spChg chg="mod">
          <ac:chgData name="Alfonso Balandra Antelis" userId="S::abala@tec.mx::28ba9e3f-8dae-4bf5-851d-5bb8a2fa86a5" providerId="AD" clId="Web-{00000000-0000-0000-0000-000000000000}" dt="2026-10-28T15:34:49.493" v="955" actId="1076"/>
          <ac:spMkLst>
            <pc:docMk/>
            <pc:sldMk cId="0" sldId="266"/>
            <ac:spMk id="17" creationId="{00000000-0000-0000-0000-000000000000}"/>
          </ac:spMkLst>
        </pc:spChg>
        <pc:spChg chg="mod">
          <ac:chgData name="Alfonso Balandra Antelis" userId="S::abala@tec.mx::28ba9e3f-8dae-4bf5-851d-5bb8a2fa86a5" providerId="AD" clId="Web-{00000000-0000-0000-0000-000000000000}" dt="2026-10-28T15:34:49.511" v="956" actId="1076"/>
          <ac:spMkLst>
            <pc:docMk/>
            <pc:sldMk cId="0" sldId="266"/>
            <ac:spMk id="18" creationId="{00000000-0000-0000-0000-000000000000}"/>
          </ac:spMkLst>
        </pc:spChg>
        <pc:spChg chg="mod">
          <ac:chgData name="Alfonso Balandra Antelis" userId="S::abala@tec.mx::28ba9e3f-8dae-4bf5-851d-5bb8a2fa86a5" providerId="AD" clId="Web-{00000000-0000-0000-0000-000000000000}" dt="2026-10-28T15:34:49.524" v="957" actId="1076"/>
          <ac:spMkLst>
            <pc:docMk/>
            <pc:sldMk cId="0" sldId="266"/>
            <ac:spMk id="19" creationId="{00000000-0000-0000-0000-000000000000}"/>
          </ac:spMkLst>
        </pc:spChg>
        <pc:spChg chg="del">
          <ac:chgData name="Alfonso Balandra Antelis" userId="S::abala@tec.mx::28ba9e3f-8dae-4bf5-851d-5bb8a2fa86a5" providerId="AD" clId="Web-{00000000-0000-0000-0000-000000000000}" dt="2026-10-28T15:34:11.649" v="939"/>
          <ac:spMkLst>
            <pc:docMk/>
            <pc:sldMk cId="0" sldId="266"/>
            <ac:spMk id="20" creationId="{00000000-0000-0000-0000-000000000000}"/>
          </ac:spMkLst>
        </pc:spChg>
        <pc:spChg chg="del mod">
          <ac:chgData name="Alfonso Balandra Antelis" userId="S::abala@tec.mx::28ba9e3f-8dae-4bf5-851d-5bb8a2fa86a5" providerId="AD" clId="Web-{00000000-0000-0000-0000-000000000000}" dt="2026-10-28T15:34:11.649" v="938"/>
          <ac:spMkLst>
            <pc:docMk/>
            <pc:sldMk cId="0" sldId="266"/>
            <ac:spMk id="21" creationId="{00000000-0000-0000-0000-000000000000}"/>
          </ac:spMkLst>
        </pc:spChg>
        <pc:spChg chg="del mod">
          <ac:chgData name="Alfonso Balandra Antelis" userId="S::abala@tec.mx::28ba9e3f-8dae-4bf5-851d-5bb8a2fa86a5" providerId="AD" clId="Web-{00000000-0000-0000-0000-000000000000}" dt="2026-10-28T15:34:11.649" v="937"/>
          <ac:spMkLst>
            <pc:docMk/>
            <pc:sldMk cId="0" sldId="266"/>
            <ac:spMk id="22" creationId="{00000000-0000-0000-0000-000000000000}"/>
          </ac:spMkLst>
        </pc:spChg>
        <pc:spChg chg="del mod">
          <ac:chgData name="Alfonso Balandra Antelis" userId="S::abala@tec.mx::28ba9e3f-8dae-4bf5-851d-5bb8a2fa86a5" providerId="AD" clId="Web-{00000000-0000-0000-0000-000000000000}" dt="2026-10-28T15:34:16.648" v="942"/>
          <ac:spMkLst>
            <pc:docMk/>
            <pc:sldMk cId="0" sldId="266"/>
            <ac:spMk id="23" creationId="{00000000-0000-0000-0000-000000000000}"/>
          </ac:spMkLst>
        </pc:spChg>
        <pc:spChg chg="del mod">
          <ac:chgData name="Alfonso Balandra Antelis" userId="S::abala@tec.mx::28ba9e3f-8dae-4bf5-851d-5bb8a2fa86a5" providerId="AD" clId="Web-{00000000-0000-0000-0000-000000000000}" dt="2026-10-28T15:34:16.648" v="941"/>
          <ac:spMkLst>
            <pc:docMk/>
            <pc:sldMk cId="0" sldId="266"/>
            <ac:spMk id="24" creationId="{00000000-0000-0000-0000-000000000000}"/>
          </ac:spMkLst>
        </pc:spChg>
        <pc:picChg chg="add del">
          <ac:chgData name="Alfonso Balandra Antelis" userId="S::abala@tec.mx::28ba9e3f-8dae-4bf5-851d-5bb8a2fa86a5" providerId="AD" clId="Web-{00000000-0000-0000-0000-000000000000}" dt="2026-10-28T15:17:35.766" v="870"/>
          <ac:picMkLst>
            <pc:docMk/>
            <pc:sldMk cId="0" sldId="266"/>
            <ac:picMk id="8" creationId="{00000000-0000-0000-0000-000000000000}"/>
          </ac:picMkLst>
        </pc:picChg>
      </pc:sldChg>
      <pc:sldChg chg="delSp modSp">
        <pc:chgData name="Alfonso Balandra Antelis" userId="S::abala@tec.mx::28ba9e3f-8dae-4bf5-851d-5bb8a2fa86a5" providerId="AD" clId="Web-{00000000-0000-0000-0000-000000000000}" dt="2026-10-28T15:37:08.313" v="1008" actId="20577"/>
        <pc:sldMkLst>
          <pc:docMk/>
          <pc:sldMk cId="0" sldId="267"/>
        </pc:sldMkLst>
        <pc:spChg chg="del">
          <ac:chgData name="Alfonso Balandra Antelis" userId="S::abala@tec.mx::28ba9e3f-8dae-4bf5-851d-5bb8a2fa86a5" providerId="AD" clId="Web-{00000000-0000-0000-0000-000000000000}" dt="2026-10-28T15:17:57.204" v="872"/>
          <ac:spMkLst>
            <pc:docMk/>
            <pc:sldMk cId="0" sldId="267"/>
            <ac:spMk id="3" creationId="{00000000-0000-0000-0000-000000000000}"/>
          </ac:spMkLst>
        </pc:spChg>
        <pc:spChg chg="del">
          <ac:chgData name="Alfonso Balandra Antelis" userId="S::abala@tec.mx::28ba9e3f-8dae-4bf5-851d-5bb8a2fa86a5" providerId="AD" clId="Web-{00000000-0000-0000-0000-000000000000}" dt="2026-10-28T15:17:57.204" v="871"/>
          <ac:spMkLst>
            <pc:docMk/>
            <pc:sldMk cId="0" sldId="267"/>
            <ac:spMk id="4" creationId="{00000000-0000-0000-0000-000000000000}"/>
          </ac:spMkLst>
        </pc:spChg>
        <pc:spChg chg="mod">
          <ac:chgData name="Alfonso Balandra Antelis" userId="S::abala@tec.mx::28ba9e3f-8dae-4bf5-851d-5bb8a2fa86a5" providerId="AD" clId="Web-{00000000-0000-0000-0000-000000000000}" dt="2026-10-28T15:37:08.313" v="1008" actId="20577"/>
          <ac:spMkLst>
            <pc:docMk/>
            <pc:sldMk cId="0" sldId="267"/>
            <ac:spMk id="5" creationId="{00000000-0000-0000-0000-000000000000}"/>
          </ac:spMkLst>
        </pc:spChg>
        <pc:spChg chg="mod">
          <ac:chgData name="Alfonso Balandra Antelis" userId="S::abala@tec.mx::28ba9e3f-8dae-4bf5-851d-5bb8a2fa86a5" providerId="AD" clId="Web-{00000000-0000-0000-0000-000000000000}" dt="2026-10-28T15:18:03.235" v="874" actId="1076"/>
          <ac:spMkLst>
            <pc:docMk/>
            <pc:sldMk cId="0" sldId="267"/>
            <ac:spMk id="6" creationId="{00000000-0000-0000-0000-000000000000}"/>
          </ac:spMkLst>
        </pc:spChg>
        <pc:spChg chg="del mod">
          <ac:chgData name="Alfonso Balandra Antelis" userId="S::abala@tec.mx::28ba9e3f-8dae-4bf5-851d-5bb8a2fa86a5" providerId="AD" clId="Web-{00000000-0000-0000-0000-000000000000}" dt="2026-10-28T15:36:12.529" v="989"/>
          <ac:spMkLst>
            <pc:docMk/>
            <pc:sldMk cId="0" sldId="267"/>
            <ac:spMk id="7" creationId="{00000000-0000-0000-0000-000000000000}"/>
          </ac:spMkLst>
        </pc:spChg>
        <pc:spChg chg="mod">
          <ac:chgData name="Alfonso Balandra Antelis" userId="S::abala@tec.mx::28ba9e3f-8dae-4bf5-851d-5bb8a2fa86a5" providerId="AD" clId="Web-{00000000-0000-0000-0000-000000000000}" dt="2026-10-28T15:36:16.982" v="990" actId="1076"/>
          <ac:spMkLst>
            <pc:docMk/>
            <pc:sldMk cId="0" sldId="267"/>
            <ac:spMk id="9" creationId="{00000000-0000-0000-0000-000000000000}"/>
          </ac:spMkLst>
        </pc:spChg>
        <pc:spChg chg="mod">
          <ac:chgData name="Alfonso Balandra Antelis" userId="S::abala@tec.mx::28ba9e3f-8dae-4bf5-851d-5bb8a2fa86a5" providerId="AD" clId="Web-{00000000-0000-0000-0000-000000000000}" dt="2026-10-28T15:34:26.507" v="943" actId="1076"/>
          <ac:spMkLst>
            <pc:docMk/>
            <pc:sldMk cId="0" sldId="267"/>
            <ac:spMk id="11" creationId="{00000000-0000-0000-0000-000000000000}"/>
          </ac:spMkLst>
        </pc:spChg>
        <pc:picChg chg="mod">
          <ac:chgData name="Alfonso Balandra Antelis" userId="S::abala@tec.mx::28ba9e3f-8dae-4bf5-851d-5bb8a2fa86a5" providerId="AD" clId="Web-{00000000-0000-0000-0000-000000000000}" dt="2026-10-28T15:36:10.435" v="988" actId="1076"/>
          <ac:picMkLst>
            <pc:docMk/>
            <pc:sldMk cId="0" sldId="267"/>
            <ac:picMk id="8" creationId="{00000000-0000-0000-0000-000000000000}"/>
          </ac:picMkLst>
        </pc:picChg>
      </pc:sldChg>
      <pc:sldChg chg="delSp modSp">
        <pc:chgData name="Alfonso Balandra Antelis" userId="S::abala@tec.mx::28ba9e3f-8dae-4bf5-851d-5bb8a2fa86a5" providerId="AD" clId="Web-{00000000-0000-0000-0000-000000000000}" dt="2026-10-28T15:42:07.386" v="1115" actId="14100"/>
        <pc:sldMkLst>
          <pc:docMk/>
          <pc:sldMk cId="0" sldId="268"/>
        </pc:sldMkLst>
        <pc:spChg chg="del">
          <ac:chgData name="Alfonso Balandra Antelis" userId="S::abala@tec.mx::28ba9e3f-8dae-4bf5-851d-5bb8a2fa86a5" providerId="AD" clId="Web-{00000000-0000-0000-0000-000000000000}" dt="2026-10-28T15:34:32.429" v="945"/>
          <ac:spMkLst>
            <pc:docMk/>
            <pc:sldMk cId="0" sldId="268"/>
            <ac:spMk id="3" creationId="{00000000-0000-0000-0000-000000000000}"/>
          </ac:spMkLst>
        </pc:spChg>
        <pc:spChg chg="del">
          <ac:chgData name="Alfonso Balandra Antelis" userId="S::abala@tec.mx::28ba9e3f-8dae-4bf5-851d-5bb8a2fa86a5" providerId="AD" clId="Web-{00000000-0000-0000-0000-000000000000}" dt="2026-10-28T15:34:32.429" v="944"/>
          <ac:spMkLst>
            <pc:docMk/>
            <pc:sldMk cId="0" sldId="268"/>
            <ac:spMk id="4" creationId="{00000000-0000-0000-0000-000000000000}"/>
          </ac:spMkLst>
        </pc:spChg>
        <pc:spChg chg="mod">
          <ac:chgData name="Alfonso Balandra Antelis" userId="S::abala@tec.mx::28ba9e3f-8dae-4bf5-851d-5bb8a2fa86a5" providerId="AD" clId="Web-{00000000-0000-0000-0000-000000000000}" dt="2026-10-28T15:34:35.273" v="946" actId="1076"/>
          <ac:spMkLst>
            <pc:docMk/>
            <pc:sldMk cId="0" sldId="268"/>
            <ac:spMk id="5" creationId="{00000000-0000-0000-0000-000000000000}"/>
          </ac:spMkLst>
        </pc:spChg>
        <pc:spChg chg="mod">
          <ac:chgData name="Alfonso Balandra Antelis" userId="S::abala@tec.mx::28ba9e3f-8dae-4bf5-851d-5bb8a2fa86a5" providerId="AD" clId="Web-{00000000-0000-0000-0000-000000000000}" dt="2026-10-28T15:34:40.821" v="948" actId="20577"/>
          <ac:spMkLst>
            <pc:docMk/>
            <pc:sldMk cId="0" sldId="268"/>
            <ac:spMk id="6" creationId="{00000000-0000-0000-0000-000000000000}"/>
          </ac:spMkLst>
        </pc:spChg>
        <pc:spChg chg="mod">
          <ac:chgData name="Alfonso Balandra Antelis" userId="S::abala@tec.mx::28ba9e3f-8dae-4bf5-851d-5bb8a2fa86a5" providerId="AD" clId="Web-{00000000-0000-0000-0000-000000000000}" dt="2026-10-28T15:37:28.376" v="1013"/>
          <ac:spMkLst>
            <pc:docMk/>
            <pc:sldMk cId="0" sldId="268"/>
            <ac:spMk id="7" creationId="{00000000-0000-0000-0000-000000000000}"/>
          </ac:spMkLst>
        </pc:spChg>
        <pc:spChg chg="mod">
          <ac:chgData name="Alfonso Balandra Antelis" userId="S::abala@tec.mx::28ba9e3f-8dae-4bf5-851d-5bb8a2fa86a5" providerId="AD" clId="Web-{00000000-0000-0000-0000-000000000000}" dt="2026-10-28T15:37:28.423" v="1014"/>
          <ac:spMkLst>
            <pc:docMk/>
            <pc:sldMk cId="0" sldId="268"/>
            <ac:spMk id="8" creationId="{00000000-0000-0000-0000-000000000000}"/>
          </ac:spMkLst>
        </pc:spChg>
        <pc:spChg chg="mod">
          <ac:chgData name="Alfonso Balandra Antelis" userId="S::abala@tec.mx::28ba9e3f-8dae-4bf5-851d-5bb8a2fa86a5" providerId="AD" clId="Web-{00000000-0000-0000-0000-000000000000}" dt="2026-10-28T15:37:28.423" v="1015"/>
          <ac:spMkLst>
            <pc:docMk/>
            <pc:sldMk cId="0" sldId="268"/>
            <ac:spMk id="9" creationId="{00000000-0000-0000-0000-000000000000}"/>
          </ac:spMkLst>
        </pc:spChg>
        <pc:spChg chg="mod">
          <ac:chgData name="Alfonso Balandra Antelis" userId="S::abala@tec.mx::28ba9e3f-8dae-4bf5-851d-5bb8a2fa86a5" providerId="AD" clId="Web-{00000000-0000-0000-0000-000000000000}" dt="2026-10-28T15:37:28.579" v="1016"/>
          <ac:spMkLst>
            <pc:docMk/>
            <pc:sldMk cId="0" sldId="268"/>
            <ac:spMk id="10" creationId="{00000000-0000-0000-0000-000000000000}"/>
          </ac:spMkLst>
        </pc:spChg>
        <pc:spChg chg="mod">
          <ac:chgData name="Alfonso Balandra Antelis" userId="S::abala@tec.mx::28ba9e3f-8dae-4bf5-851d-5bb8a2fa86a5" providerId="AD" clId="Web-{00000000-0000-0000-0000-000000000000}" dt="2026-10-28T15:37:46.752" v="1039"/>
          <ac:spMkLst>
            <pc:docMk/>
            <pc:sldMk cId="0" sldId="268"/>
            <ac:spMk id="11" creationId="{00000000-0000-0000-0000-000000000000}"/>
          </ac:spMkLst>
        </pc:spChg>
        <pc:spChg chg="mod">
          <ac:chgData name="Alfonso Balandra Antelis" userId="S::abala@tec.mx::28ba9e3f-8dae-4bf5-851d-5bb8a2fa86a5" providerId="AD" clId="Web-{00000000-0000-0000-0000-000000000000}" dt="2026-10-28T15:37:46.752" v="1040"/>
          <ac:spMkLst>
            <pc:docMk/>
            <pc:sldMk cId="0" sldId="268"/>
            <ac:spMk id="12" creationId="{00000000-0000-0000-0000-000000000000}"/>
          </ac:spMkLst>
        </pc:spChg>
        <pc:spChg chg="mod">
          <ac:chgData name="Alfonso Balandra Antelis" userId="S::abala@tec.mx::28ba9e3f-8dae-4bf5-851d-5bb8a2fa86a5" providerId="AD" clId="Web-{00000000-0000-0000-0000-000000000000}" dt="2026-10-28T15:37:46.752" v="1041"/>
          <ac:spMkLst>
            <pc:docMk/>
            <pc:sldMk cId="0" sldId="268"/>
            <ac:spMk id="13" creationId="{00000000-0000-0000-0000-000000000000}"/>
          </ac:spMkLst>
        </pc:spChg>
        <pc:spChg chg="mod">
          <ac:chgData name="Alfonso Balandra Antelis" userId="S::abala@tec.mx::28ba9e3f-8dae-4bf5-851d-5bb8a2fa86a5" providerId="AD" clId="Web-{00000000-0000-0000-0000-000000000000}" dt="2026-10-28T15:37:46.767" v="1042"/>
          <ac:spMkLst>
            <pc:docMk/>
            <pc:sldMk cId="0" sldId="268"/>
            <ac:spMk id="14" creationId="{00000000-0000-0000-0000-000000000000}"/>
          </ac:spMkLst>
        </pc:spChg>
        <pc:spChg chg="mod">
          <ac:chgData name="Alfonso Balandra Antelis" userId="S::abala@tec.mx::28ba9e3f-8dae-4bf5-851d-5bb8a2fa86a5" providerId="AD" clId="Web-{00000000-0000-0000-0000-000000000000}" dt="2026-10-28T15:37:46.767" v="1043"/>
          <ac:spMkLst>
            <pc:docMk/>
            <pc:sldMk cId="0" sldId="268"/>
            <ac:spMk id="15" creationId="{00000000-0000-0000-0000-000000000000}"/>
          </ac:spMkLst>
        </pc:spChg>
        <pc:spChg chg="mod">
          <ac:chgData name="Alfonso Balandra Antelis" userId="S::abala@tec.mx::28ba9e3f-8dae-4bf5-851d-5bb8a2fa86a5" providerId="AD" clId="Web-{00000000-0000-0000-0000-000000000000}" dt="2026-10-28T15:37:46.767" v="1044"/>
          <ac:spMkLst>
            <pc:docMk/>
            <pc:sldMk cId="0" sldId="268"/>
            <ac:spMk id="16" creationId="{00000000-0000-0000-0000-000000000000}"/>
          </ac:spMkLst>
        </pc:spChg>
        <pc:spChg chg="mod">
          <ac:chgData name="Alfonso Balandra Antelis" userId="S::abala@tec.mx::28ba9e3f-8dae-4bf5-851d-5bb8a2fa86a5" providerId="AD" clId="Web-{00000000-0000-0000-0000-000000000000}" dt="2026-10-28T15:37:46.767" v="1045"/>
          <ac:spMkLst>
            <pc:docMk/>
            <pc:sldMk cId="0" sldId="268"/>
            <ac:spMk id="17" creationId="{00000000-0000-0000-0000-000000000000}"/>
          </ac:spMkLst>
        </pc:spChg>
        <pc:spChg chg="mod">
          <ac:chgData name="Alfonso Balandra Antelis" userId="S::abala@tec.mx::28ba9e3f-8dae-4bf5-851d-5bb8a2fa86a5" providerId="AD" clId="Web-{00000000-0000-0000-0000-000000000000}" dt="2026-10-28T15:37:46.767" v="1046"/>
          <ac:spMkLst>
            <pc:docMk/>
            <pc:sldMk cId="0" sldId="268"/>
            <ac:spMk id="18" creationId="{00000000-0000-0000-0000-000000000000}"/>
          </ac:spMkLst>
        </pc:spChg>
        <pc:spChg chg="mod">
          <ac:chgData name="Alfonso Balandra Antelis" userId="S::abala@tec.mx::28ba9e3f-8dae-4bf5-851d-5bb8a2fa86a5" providerId="AD" clId="Web-{00000000-0000-0000-0000-000000000000}" dt="2026-10-28T15:37:46.767" v="1047"/>
          <ac:spMkLst>
            <pc:docMk/>
            <pc:sldMk cId="0" sldId="268"/>
            <ac:spMk id="19" creationId="{00000000-0000-0000-0000-000000000000}"/>
          </ac:spMkLst>
        </pc:spChg>
        <pc:spChg chg="mod">
          <ac:chgData name="Alfonso Balandra Antelis" userId="S::abala@tec.mx::28ba9e3f-8dae-4bf5-851d-5bb8a2fa86a5" providerId="AD" clId="Web-{00000000-0000-0000-0000-000000000000}" dt="2026-10-28T15:37:46.767" v="1048"/>
          <ac:spMkLst>
            <pc:docMk/>
            <pc:sldMk cId="0" sldId="268"/>
            <ac:spMk id="20" creationId="{00000000-0000-0000-0000-000000000000}"/>
          </ac:spMkLst>
        </pc:spChg>
        <pc:spChg chg="mod">
          <ac:chgData name="Alfonso Balandra Antelis" userId="S::abala@tec.mx::28ba9e3f-8dae-4bf5-851d-5bb8a2fa86a5" providerId="AD" clId="Web-{00000000-0000-0000-0000-000000000000}" dt="2026-10-28T15:37:46.767" v="1049"/>
          <ac:spMkLst>
            <pc:docMk/>
            <pc:sldMk cId="0" sldId="268"/>
            <ac:spMk id="21" creationId="{00000000-0000-0000-0000-000000000000}"/>
          </ac:spMkLst>
        </pc:spChg>
        <pc:spChg chg="mod">
          <ac:chgData name="Alfonso Balandra Antelis" userId="S::abala@tec.mx::28ba9e3f-8dae-4bf5-851d-5bb8a2fa86a5" providerId="AD" clId="Web-{00000000-0000-0000-0000-000000000000}" dt="2026-10-28T15:37:46.767" v="1050"/>
          <ac:spMkLst>
            <pc:docMk/>
            <pc:sldMk cId="0" sldId="268"/>
            <ac:spMk id="22" creationId="{00000000-0000-0000-0000-000000000000}"/>
          </ac:spMkLst>
        </pc:spChg>
        <pc:spChg chg="mod">
          <ac:chgData name="Alfonso Balandra Antelis" userId="S::abala@tec.mx::28ba9e3f-8dae-4bf5-851d-5bb8a2fa86a5" providerId="AD" clId="Web-{00000000-0000-0000-0000-000000000000}" dt="2026-10-28T15:37:46.767" v="1051"/>
          <ac:spMkLst>
            <pc:docMk/>
            <pc:sldMk cId="0" sldId="268"/>
            <ac:spMk id="23" creationId="{00000000-0000-0000-0000-000000000000}"/>
          </ac:spMkLst>
        </pc:spChg>
        <pc:spChg chg="mod">
          <ac:chgData name="Alfonso Balandra Antelis" userId="S::abala@tec.mx::28ba9e3f-8dae-4bf5-851d-5bb8a2fa86a5" providerId="AD" clId="Web-{00000000-0000-0000-0000-000000000000}" dt="2026-10-28T15:37:46.767" v="1052"/>
          <ac:spMkLst>
            <pc:docMk/>
            <pc:sldMk cId="0" sldId="268"/>
            <ac:spMk id="24" creationId="{00000000-0000-0000-0000-000000000000}"/>
          </ac:spMkLst>
        </pc:spChg>
        <pc:spChg chg="mod">
          <ac:chgData name="Alfonso Balandra Antelis" userId="S::abala@tec.mx::28ba9e3f-8dae-4bf5-851d-5bb8a2fa86a5" providerId="AD" clId="Web-{00000000-0000-0000-0000-000000000000}" dt="2026-10-28T15:37:46.767" v="1053"/>
          <ac:spMkLst>
            <pc:docMk/>
            <pc:sldMk cId="0" sldId="268"/>
            <ac:spMk id="25" creationId="{00000000-0000-0000-0000-000000000000}"/>
          </ac:spMkLst>
        </pc:spChg>
        <pc:spChg chg="mod">
          <ac:chgData name="Alfonso Balandra Antelis" userId="S::abala@tec.mx::28ba9e3f-8dae-4bf5-851d-5bb8a2fa86a5" providerId="AD" clId="Web-{00000000-0000-0000-0000-000000000000}" dt="2026-10-28T15:37:46.767" v="1054"/>
          <ac:spMkLst>
            <pc:docMk/>
            <pc:sldMk cId="0" sldId="268"/>
            <ac:spMk id="26" creationId="{00000000-0000-0000-0000-000000000000}"/>
          </ac:spMkLst>
        </pc:spChg>
        <pc:spChg chg="mod">
          <ac:chgData name="Alfonso Balandra Antelis" userId="S::abala@tec.mx::28ba9e3f-8dae-4bf5-851d-5bb8a2fa86a5" providerId="AD" clId="Web-{00000000-0000-0000-0000-000000000000}" dt="2026-10-28T15:37:46.767" v="1055"/>
          <ac:spMkLst>
            <pc:docMk/>
            <pc:sldMk cId="0" sldId="268"/>
            <ac:spMk id="27" creationId="{00000000-0000-0000-0000-000000000000}"/>
          </ac:spMkLst>
        </pc:spChg>
        <pc:spChg chg="mod">
          <ac:chgData name="Alfonso Balandra Antelis" userId="S::abala@tec.mx::28ba9e3f-8dae-4bf5-851d-5bb8a2fa86a5" providerId="AD" clId="Web-{00000000-0000-0000-0000-000000000000}" dt="2026-10-28T15:37:46.767" v="1056"/>
          <ac:spMkLst>
            <pc:docMk/>
            <pc:sldMk cId="0" sldId="268"/>
            <ac:spMk id="28" creationId="{00000000-0000-0000-0000-000000000000}"/>
          </ac:spMkLst>
        </pc:spChg>
        <pc:spChg chg="mod">
          <ac:chgData name="Alfonso Balandra Antelis" userId="S::abala@tec.mx::28ba9e3f-8dae-4bf5-851d-5bb8a2fa86a5" providerId="AD" clId="Web-{00000000-0000-0000-0000-000000000000}" dt="2026-10-28T15:37:46.767" v="1057"/>
          <ac:spMkLst>
            <pc:docMk/>
            <pc:sldMk cId="0" sldId="268"/>
            <ac:spMk id="29" creationId="{00000000-0000-0000-0000-000000000000}"/>
          </ac:spMkLst>
        </pc:spChg>
        <pc:spChg chg="mod">
          <ac:chgData name="Alfonso Balandra Antelis" userId="S::abala@tec.mx::28ba9e3f-8dae-4bf5-851d-5bb8a2fa86a5" providerId="AD" clId="Web-{00000000-0000-0000-0000-000000000000}" dt="2026-10-28T15:37:46.767" v="1058"/>
          <ac:spMkLst>
            <pc:docMk/>
            <pc:sldMk cId="0" sldId="268"/>
            <ac:spMk id="30" creationId="{00000000-0000-0000-0000-000000000000}"/>
          </ac:spMkLst>
        </pc:spChg>
        <pc:spChg chg="mod">
          <ac:chgData name="Alfonso Balandra Antelis" userId="S::abala@tec.mx::28ba9e3f-8dae-4bf5-851d-5bb8a2fa86a5" providerId="AD" clId="Web-{00000000-0000-0000-0000-000000000000}" dt="2026-10-28T15:37:46.767" v="1059"/>
          <ac:spMkLst>
            <pc:docMk/>
            <pc:sldMk cId="0" sldId="268"/>
            <ac:spMk id="31" creationId="{00000000-0000-0000-0000-000000000000}"/>
          </ac:spMkLst>
        </pc:spChg>
        <pc:spChg chg="mod">
          <ac:chgData name="Alfonso Balandra Antelis" userId="S::abala@tec.mx::28ba9e3f-8dae-4bf5-851d-5bb8a2fa86a5" providerId="AD" clId="Web-{00000000-0000-0000-0000-000000000000}" dt="2026-10-28T15:37:47.439" v="1060"/>
          <ac:spMkLst>
            <pc:docMk/>
            <pc:sldMk cId="0" sldId="268"/>
            <ac:spMk id="32" creationId="{00000000-0000-0000-0000-000000000000}"/>
          </ac:spMkLst>
        </pc:spChg>
        <pc:spChg chg="del">
          <ac:chgData name="Alfonso Balandra Antelis" userId="S::abala@tec.mx::28ba9e3f-8dae-4bf5-851d-5bb8a2fa86a5" providerId="AD" clId="Web-{00000000-0000-0000-0000-000000000000}" dt="2026-10-28T15:38:00.408" v="1062"/>
          <ac:spMkLst>
            <pc:docMk/>
            <pc:sldMk cId="0" sldId="268"/>
            <ac:spMk id="33" creationId="{00000000-0000-0000-0000-000000000000}"/>
          </ac:spMkLst>
        </pc:spChg>
        <pc:spChg chg="mod">
          <ac:chgData name="Alfonso Balandra Antelis" userId="S::abala@tec.mx::28ba9e3f-8dae-4bf5-851d-5bb8a2fa86a5" providerId="AD" clId="Web-{00000000-0000-0000-0000-000000000000}" dt="2026-10-28T15:42:00.152" v="1109" actId="1076"/>
          <ac:spMkLst>
            <pc:docMk/>
            <pc:sldMk cId="0" sldId="268"/>
            <ac:spMk id="35" creationId="{00000000-0000-0000-0000-000000000000}"/>
          </ac:spMkLst>
        </pc:spChg>
        <pc:spChg chg="mod">
          <ac:chgData name="Alfonso Balandra Antelis" userId="S::abala@tec.mx::28ba9e3f-8dae-4bf5-851d-5bb8a2fa86a5" providerId="AD" clId="Web-{00000000-0000-0000-0000-000000000000}" dt="2026-10-28T15:42:00.183" v="1110" actId="1076"/>
          <ac:spMkLst>
            <pc:docMk/>
            <pc:sldMk cId="0" sldId="268"/>
            <ac:spMk id="36" creationId="{00000000-0000-0000-0000-000000000000}"/>
          </ac:spMkLst>
        </pc:spChg>
        <pc:spChg chg="mod">
          <ac:chgData name="Alfonso Balandra Antelis" userId="S::abala@tec.mx::28ba9e3f-8dae-4bf5-851d-5bb8a2fa86a5" providerId="AD" clId="Web-{00000000-0000-0000-0000-000000000000}" dt="2026-10-28T15:42:00.230" v="1111" actId="1076"/>
          <ac:spMkLst>
            <pc:docMk/>
            <pc:sldMk cId="0" sldId="268"/>
            <ac:spMk id="37" creationId="{00000000-0000-0000-0000-000000000000}"/>
          </ac:spMkLst>
        </pc:spChg>
        <pc:spChg chg="mod">
          <ac:chgData name="Alfonso Balandra Antelis" userId="S::abala@tec.mx::28ba9e3f-8dae-4bf5-851d-5bb8a2fa86a5" providerId="AD" clId="Web-{00000000-0000-0000-0000-000000000000}" dt="2026-10-28T15:42:00.277" v="1112" actId="1076"/>
          <ac:spMkLst>
            <pc:docMk/>
            <pc:sldMk cId="0" sldId="268"/>
            <ac:spMk id="38" creationId="{00000000-0000-0000-0000-000000000000}"/>
          </ac:spMkLst>
        </pc:spChg>
        <pc:spChg chg="mod">
          <ac:chgData name="Alfonso Balandra Antelis" userId="S::abala@tec.mx::28ba9e3f-8dae-4bf5-851d-5bb8a2fa86a5" providerId="AD" clId="Web-{00000000-0000-0000-0000-000000000000}" dt="2026-10-28T15:42:07.386" v="1115" actId="14100"/>
          <ac:spMkLst>
            <pc:docMk/>
            <pc:sldMk cId="0" sldId="268"/>
            <ac:spMk id="39" creationId="{00000000-0000-0000-0000-000000000000}"/>
          </ac:spMkLst>
        </pc:spChg>
        <pc:spChg chg="mod">
          <ac:chgData name="Alfonso Balandra Antelis" userId="S::abala@tec.mx::28ba9e3f-8dae-4bf5-851d-5bb8a2fa86a5" providerId="AD" clId="Web-{00000000-0000-0000-0000-000000000000}" dt="2026-10-28T15:42:03.339" v="1113" actId="1076"/>
          <ac:spMkLst>
            <pc:docMk/>
            <pc:sldMk cId="0" sldId="268"/>
            <ac:spMk id="40" creationId="{00000000-0000-0000-0000-000000000000}"/>
          </ac:spMkLst>
        </pc:spChg>
        <pc:picChg chg="mod">
          <ac:chgData name="Alfonso Balandra Antelis" userId="S::abala@tec.mx::28ba9e3f-8dae-4bf5-851d-5bb8a2fa86a5" providerId="AD" clId="Web-{00000000-0000-0000-0000-000000000000}" dt="2026-10-28T15:41:04.102" v="1065" actId="1076"/>
          <ac:picMkLst>
            <pc:docMk/>
            <pc:sldMk cId="0" sldId="268"/>
            <ac:picMk id="34" creationId="{00000000-0000-0000-0000-000000000000}"/>
          </ac:picMkLst>
        </pc:picChg>
      </pc:sldChg>
      <pc:sldChg chg="delSp modSp">
        <pc:chgData name="Alfonso Balandra Antelis" userId="S::abala@tec.mx::28ba9e3f-8dae-4bf5-851d-5bb8a2fa86a5" providerId="AD" clId="Web-{00000000-0000-0000-0000-000000000000}" dt="2026-10-28T15:58:29.191" v="1168" actId="14100"/>
        <pc:sldMkLst>
          <pc:docMk/>
          <pc:sldMk cId="0" sldId="269"/>
        </pc:sldMkLst>
        <pc:spChg chg="del">
          <ac:chgData name="Alfonso Balandra Antelis" userId="S::abala@tec.mx::28ba9e3f-8dae-4bf5-851d-5bb8a2fa86a5" providerId="AD" clId="Web-{00000000-0000-0000-0000-000000000000}" dt="2026-10-28T15:42:21.778" v="1117"/>
          <ac:spMkLst>
            <pc:docMk/>
            <pc:sldMk cId="0" sldId="269"/>
            <ac:spMk id="3" creationId="{00000000-0000-0000-0000-000000000000}"/>
          </ac:spMkLst>
        </pc:spChg>
        <pc:spChg chg="del">
          <ac:chgData name="Alfonso Balandra Antelis" userId="S::abala@tec.mx::28ba9e3f-8dae-4bf5-851d-5bb8a2fa86a5" providerId="AD" clId="Web-{00000000-0000-0000-0000-000000000000}" dt="2026-10-28T15:42:21.778" v="1116"/>
          <ac:spMkLst>
            <pc:docMk/>
            <pc:sldMk cId="0" sldId="269"/>
            <ac:spMk id="4" creationId="{00000000-0000-0000-0000-000000000000}"/>
          </ac:spMkLst>
        </pc:spChg>
        <pc:spChg chg="mod">
          <ac:chgData name="Alfonso Balandra Antelis" userId="S::abala@tec.mx::28ba9e3f-8dae-4bf5-851d-5bb8a2fa86a5" providerId="AD" clId="Web-{00000000-0000-0000-0000-000000000000}" dt="2026-10-28T15:57:40.324" v="1147" actId="20577"/>
          <ac:spMkLst>
            <pc:docMk/>
            <pc:sldMk cId="0" sldId="269"/>
            <ac:spMk id="8" creationId="{00000000-0000-0000-0000-000000000000}"/>
          </ac:spMkLst>
        </pc:spChg>
        <pc:spChg chg="mod">
          <ac:chgData name="Alfonso Balandra Antelis" userId="S::abala@tec.mx::28ba9e3f-8dae-4bf5-851d-5bb8a2fa86a5" providerId="AD" clId="Web-{00000000-0000-0000-0000-000000000000}" dt="2026-10-28T15:57:45.855" v="1148" actId="1076"/>
          <ac:spMkLst>
            <pc:docMk/>
            <pc:sldMk cId="0" sldId="269"/>
            <ac:spMk id="9" creationId="{00000000-0000-0000-0000-000000000000}"/>
          </ac:spMkLst>
        </pc:spChg>
        <pc:spChg chg="mod">
          <ac:chgData name="Alfonso Balandra Antelis" userId="S::abala@tec.mx::28ba9e3f-8dae-4bf5-851d-5bb8a2fa86a5" providerId="AD" clId="Web-{00000000-0000-0000-0000-000000000000}" dt="2026-10-28T15:58:15.419" v="1164" actId="1076"/>
          <ac:spMkLst>
            <pc:docMk/>
            <pc:sldMk cId="0" sldId="269"/>
            <ac:spMk id="10" creationId="{00000000-0000-0000-0000-000000000000}"/>
          </ac:spMkLst>
        </pc:spChg>
        <pc:spChg chg="mod">
          <ac:chgData name="Alfonso Balandra Antelis" userId="S::abala@tec.mx::28ba9e3f-8dae-4bf5-851d-5bb8a2fa86a5" providerId="AD" clId="Web-{00000000-0000-0000-0000-000000000000}" dt="2026-10-28T15:58:29.191" v="1168" actId="14100"/>
          <ac:spMkLst>
            <pc:docMk/>
            <pc:sldMk cId="0" sldId="269"/>
            <ac:spMk id="11" creationId="{00000000-0000-0000-0000-000000000000}"/>
          </ac:spMkLst>
        </pc:spChg>
        <pc:spChg chg="del mod">
          <ac:chgData name="Alfonso Balandra Antelis" userId="S::abala@tec.mx::28ba9e3f-8dae-4bf5-851d-5bb8a2fa86a5" providerId="AD" clId="Web-{00000000-0000-0000-0000-000000000000}" dt="2026-10-28T15:58:24.732" v="1167"/>
          <ac:spMkLst>
            <pc:docMk/>
            <pc:sldMk cId="0" sldId="269"/>
            <ac:spMk id="26" creationId="{00000000-0000-0000-0000-000000000000}"/>
          </ac:spMkLst>
        </pc:spChg>
      </pc:sldChg>
      <pc:sldChg chg="delSp modSp">
        <pc:chgData name="Alfonso Balandra Antelis" userId="S::abala@tec.mx::28ba9e3f-8dae-4bf5-851d-5bb8a2fa86a5" providerId="AD" clId="Web-{00000000-0000-0000-0000-000000000000}" dt="2026-10-28T16:04:02.372" v="1360" actId="20577"/>
        <pc:sldMkLst>
          <pc:docMk/>
          <pc:sldMk cId="0" sldId="270"/>
        </pc:sldMkLst>
        <pc:spChg chg="del">
          <ac:chgData name="Alfonso Balandra Antelis" userId="S::abala@tec.mx::28ba9e3f-8dae-4bf5-851d-5bb8a2fa86a5" providerId="AD" clId="Web-{00000000-0000-0000-0000-000000000000}" dt="2026-10-28T15:58:32.311" v="1170"/>
          <ac:spMkLst>
            <pc:docMk/>
            <pc:sldMk cId="0" sldId="270"/>
            <ac:spMk id="3" creationId="{00000000-0000-0000-0000-000000000000}"/>
          </ac:spMkLst>
        </pc:spChg>
        <pc:spChg chg="del">
          <ac:chgData name="Alfonso Balandra Antelis" userId="S::abala@tec.mx::28ba9e3f-8dae-4bf5-851d-5bb8a2fa86a5" providerId="AD" clId="Web-{00000000-0000-0000-0000-000000000000}" dt="2026-10-28T15:58:32.311" v="1169"/>
          <ac:spMkLst>
            <pc:docMk/>
            <pc:sldMk cId="0" sldId="270"/>
            <ac:spMk id="4" creationId="{00000000-0000-0000-0000-000000000000}"/>
          </ac:spMkLst>
        </pc:spChg>
        <pc:spChg chg="mod">
          <ac:chgData name="Alfonso Balandra Antelis" userId="S::abala@tec.mx::28ba9e3f-8dae-4bf5-851d-5bb8a2fa86a5" providerId="AD" clId="Web-{00000000-0000-0000-0000-000000000000}" dt="2026-10-28T15:58:36.092" v="1171" actId="1076"/>
          <ac:spMkLst>
            <pc:docMk/>
            <pc:sldMk cId="0" sldId="270"/>
            <ac:spMk id="5" creationId="{00000000-0000-0000-0000-000000000000}"/>
          </ac:spMkLst>
        </pc:spChg>
        <pc:spChg chg="mod">
          <ac:chgData name="Alfonso Balandra Antelis" userId="S::abala@tec.mx::28ba9e3f-8dae-4bf5-851d-5bb8a2fa86a5" providerId="AD" clId="Web-{00000000-0000-0000-0000-000000000000}" dt="2026-10-28T15:58:38.983" v="1172" actId="1076"/>
          <ac:spMkLst>
            <pc:docMk/>
            <pc:sldMk cId="0" sldId="270"/>
            <ac:spMk id="6" creationId="{00000000-0000-0000-0000-000000000000}"/>
          </ac:spMkLst>
        </pc:spChg>
        <pc:spChg chg="mod">
          <ac:chgData name="Alfonso Balandra Antelis" userId="S::abala@tec.mx::28ba9e3f-8dae-4bf5-851d-5bb8a2fa86a5" providerId="AD" clId="Web-{00000000-0000-0000-0000-000000000000}" dt="2026-10-28T16:03:11.761" v="1344"/>
          <ac:spMkLst>
            <pc:docMk/>
            <pc:sldMk cId="0" sldId="270"/>
            <ac:spMk id="9" creationId="{00000000-0000-0000-0000-000000000000}"/>
          </ac:spMkLst>
        </pc:spChg>
        <pc:spChg chg="mod">
          <ac:chgData name="Alfonso Balandra Antelis" userId="S::abala@tec.mx::28ba9e3f-8dae-4bf5-851d-5bb8a2fa86a5" providerId="AD" clId="Web-{00000000-0000-0000-0000-000000000000}" dt="2026-10-28T15:59:45.612" v="1193" actId="20577"/>
          <ac:spMkLst>
            <pc:docMk/>
            <pc:sldMk cId="0" sldId="270"/>
            <ac:spMk id="11" creationId="{00000000-0000-0000-0000-000000000000}"/>
          </ac:spMkLst>
        </pc:spChg>
        <pc:spChg chg="mod">
          <ac:chgData name="Alfonso Balandra Antelis" userId="S::abala@tec.mx::28ba9e3f-8dae-4bf5-851d-5bb8a2fa86a5" providerId="AD" clId="Web-{00000000-0000-0000-0000-000000000000}" dt="2026-10-28T16:03:11.761" v="1345"/>
          <ac:spMkLst>
            <pc:docMk/>
            <pc:sldMk cId="0" sldId="270"/>
            <ac:spMk id="12" creationId="{00000000-0000-0000-0000-000000000000}"/>
          </ac:spMkLst>
        </pc:spChg>
        <pc:spChg chg="mod">
          <ac:chgData name="Alfonso Balandra Antelis" userId="S::abala@tec.mx::28ba9e3f-8dae-4bf5-851d-5bb8a2fa86a5" providerId="AD" clId="Web-{00000000-0000-0000-0000-000000000000}" dt="2026-10-28T16:04:02.372" v="1360" actId="20577"/>
          <ac:spMkLst>
            <pc:docMk/>
            <pc:sldMk cId="0" sldId="270"/>
            <ac:spMk id="13" creationId="{00000000-0000-0000-0000-000000000000}"/>
          </ac:spMkLst>
        </pc:spChg>
        <pc:spChg chg="mod">
          <ac:chgData name="Alfonso Balandra Antelis" userId="S::abala@tec.mx::28ba9e3f-8dae-4bf5-851d-5bb8a2fa86a5" providerId="AD" clId="Web-{00000000-0000-0000-0000-000000000000}" dt="2026-10-28T16:03:11.823" v="1346"/>
          <ac:spMkLst>
            <pc:docMk/>
            <pc:sldMk cId="0" sldId="270"/>
            <ac:spMk id="14" creationId="{00000000-0000-0000-0000-000000000000}"/>
          </ac:spMkLst>
        </pc:spChg>
        <pc:spChg chg="mod">
          <ac:chgData name="Alfonso Balandra Antelis" userId="S::abala@tec.mx::28ba9e3f-8dae-4bf5-851d-5bb8a2fa86a5" providerId="AD" clId="Web-{00000000-0000-0000-0000-000000000000}" dt="2026-10-28T16:03:04.511" v="1343" actId="1076"/>
          <ac:spMkLst>
            <pc:docMk/>
            <pc:sldMk cId="0" sldId="270"/>
            <ac:spMk id="15" creationId="{00000000-0000-0000-0000-000000000000}"/>
          </ac:spMkLst>
        </pc:spChg>
        <pc:spChg chg="mod">
          <ac:chgData name="Alfonso Balandra Antelis" userId="S::abala@tec.mx::28ba9e3f-8dae-4bf5-851d-5bb8a2fa86a5" providerId="AD" clId="Web-{00000000-0000-0000-0000-000000000000}" dt="2026-10-28T16:03:18.652" v="1347"/>
          <ac:spMkLst>
            <pc:docMk/>
            <pc:sldMk cId="0" sldId="270"/>
            <ac:spMk id="18" creationId="{00000000-0000-0000-0000-000000000000}"/>
          </ac:spMkLst>
        </pc:spChg>
        <pc:spChg chg="mod">
          <ac:chgData name="Alfonso Balandra Antelis" userId="S::abala@tec.mx::28ba9e3f-8dae-4bf5-851d-5bb8a2fa86a5" providerId="AD" clId="Web-{00000000-0000-0000-0000-000000000000}" dt="2026-10-28T16:03:40.215" v="1353"/>
          <ac:spMkLst>
            <pc:docMk/>
            <pc:sldMk cId="0" sldId="270"/>
            <ac:spMk id="20" creationId="{00000000-0000-0000-0000-000000000000}"/>
          </ac:spMkLst>
        </pc:spChg>
        <pc:spChg chg="mod">
          <ac:chgData name="Alfonso Balandra Antelis" userId="S::abala@tec.mx::28ba9e3f-8dae-4bf5-851d-5bb8a2fa86a5" providerId="AD" clId="Web-{00000000-0000-0000-0000-000000000000}" dt="2026-10-28T16:03:18.652" v="1348"/>
          <ac:spMkLst>
            <pc:docMk/>
            <pc:sldMk cId="0" sldId="270"/>
            <ac:spMk id="21" creationId="{00000000-0000-0000-0000-000000000000}"/>
          </ac:spMkLst>
        </pc:spChg>
        <pc:spChg chg="mod">
          <ac:chgData name="Alfonso Balandra Antelis" userId="S::abala@tec.mx::28ba9e3f-8dae-4bf5-851d-5bb8a2fa86a5" providerId="AD" clId="Web-{00000000-0000-0000-0000-000000000000}" dt="2026-10-28T16:03:40.215" v="1354"/>
          <ac:spMkLst>
            <pc:docMk/>
            <pc:sldMk cId="0" sldId="270"/>
            <ac:spMk id="22" creationId="{00000000-0000-0000-0000-000000000000}"/>
          </ac:spMkLst>
        </pc:spChg>
        <pc:spChg chg="mod">
          <ac:chgData name="Alfonso Balandra Antelis" userId="S::abala@tec.mx::28ba9e3f-8dae-4bf5-851d-5bb8a2fa86a5" providerId="AD" clId="Web-{00000000-0000-0000-0000-000000000000}" dt="2026-10-28T16:03:18.714" v="1349"/>
          <ac:spMkLst>
            <pc:docMk/>
            <pc:sldMk cId="0" sldId="270"/>
            <ac:spMk id="23" creationId="{00000000-0000-0000-0000-000000000000}"/>
          </ac:spMkLst>
        </pc:spChg>
        <pc:spChg chg="mod">
          <ac:chgData name="Alfonso Balandra Antelis" userId="S::abala@tec.mx::28ba9e3f-8dae-4bf5-851d-5bb8a2fa86a5" providerId="AD" clId="Web-{00000000-0000-0000-0000-000000000000}" dt="2026-10-28T16:03:57.903" v="1357" actId="20577"/>
          <ac:spMkLst>
            <pc:docMk/>
            <pc:sldMk cId="0" sldId="270"/>
            <ac:spMk id="24" creationId="{00000000-0000-0000-0000-000000000000}"/>
          </ac:spMkLst>
        </pc:spChg>
        <pc:spChg chg="del">
          <ac:chgData name="Alfonso Balandra Antelis" userId="S::abala@tec.mx::28ba9e3f-8dae-4bf5-851d-5bb8a2fa86a5" providerId="AD" clId="Web-{00000000-0000-0000-0000-000000000000}" dt="2026-10-28T16:02:48.073" v="1338"/>
          <ac:spMkLst>
            <pc:docMk/>
            <pc:sldMk cId="0" sldId="270"/>
            <ac:spMk id="25" creationId="{00000000-0000-0000-0000-000000000000}"/>
          </ac:spMkLst>
        </pc:spChg>
        <pc:spChg chg="del mod">
          <ac:chgData name="Alfonso Balandra Antelis" userId="S::abala@tec.mx::28ba9e3f-8dae-4bf5-851d-5bb8a2fa86a5" providerId="AD" clId="Web-{00000000-0000-0000-0000-000000000000}" dt="2026-10-28T16:02:48.073" v="1337"/>
          <ac:spMkLst>
            <pc:docMk/>
            <pc:sldMk cId="0" sldId="270"/>
            <ac:spMk id="26" creationId="{00000000-0000-0000-0000-000000000000}"/>
          </ac:spMkLst>
        </pc:spChg>
      </pc:sldChg>
      <pc:sldChg chg="delSp modSp">
        <pc:chgData name="Alfonso Balandra Antelis" userId="S::abala@tec.mx::28ba9e3f-8dae-4bf5-851d-5bb8a2fa86a5" providerId="AD" clId="Web-{00000000-0000-0000-0000-000000000000}" dt="2026-10-28T16:05:45.874" v="1418" actId="1076"/>
        <pc:sldMkLst>
          <pc:docMk/>
          <pc:sldMk cId="0" sldId="271"/>
        </pc:sldMkLst>
        <pc:spChg chg="del">
          <ac:chgData name="Alfonso Balandra Antelis" userId="S::abala@tec.mx::28ba9e3f-8dae-4bf5-851d-5bb8a2fa86a5" providerId="AD" clId="Web-{00000000-0000-0000-0000-000000000000}" dt="2026-10-28T16:04:08.294" v="1362"/>
          <ac:spMkLst>
            <pc:docMk/>
            <pc:sldMk cId="0" sldId="271"/>
            <ac:spMk id="3" creationId="{00000000-0000-0000-0000-000000000000}"/>
          </ac:spMkLst>
        </pc:spChg>
        <pc:spChg chg="del">
          <ac:chgData name="Alfonso Balandra Antelis" userId="S::abala@tec.mx::28ba9e3f-8dae-4bf5-851d-5bb8a2fa86a5" providerId="AD" clId="Web-{00000000-0000-0000-0000-000000000000}" dt="2026-10-28T16:04:08.278" v="1361"/>
          <ac:spMkLst>
            <pc:docMk/>
            <pc:sldMk cId="0" sldId="271"/>
            <ac:spMk id="4" creationId="{00000000-0000-0000-0000-000000000000}"/>
          </ac:spMkLst>
        </pc:spChg>
        <pc:spChg chg="mod">
          <ac:chgData name="Alfonso Balandra Antelis" userId="S::abala@tec.mx::28ba9e3f-8dae-4bf5-851d-5bb8a2fa86a5" providerId="AD" clId="Web-{00000000-0000-0000-0000-000000000000}" dt="2026-10-28T16:04:15.731" v="1363" actId="1076"/>
          <ac:spMkLst>
            <pc:docMk/>
            <pc:sldMk cId="0" sldId="271"/>
            <ac:spMk id="5" creationId="{00000000-0000-0000-0000-000000000000}"/>
          </ac:spMkLst>
        </pc:spChg>
        <pc:spChg chg="mod">
          <ac:chgData name="Alfonso Balandra Antelis" userId="S::abala@tec.mx::28ba9e3f-8dae-4bf5-851d-5bb8a2fa86a5" providerId="AD" clId="Web-{00000000-0000-0000-0000-000000000000}" dt="2026-10-28T16:04:15.747" v="1364" actId="1076"/>
          <ac:spMkLst>
            <pc:docMk/>
            <pc:sldMk cId="0" sldId="271"/>
            <ac:spMk id="6" creationId="{00000000-0000-0000-0000-000000000000}"/>
          </ac:spMkLst>
        </pc:spChg>
        <pc:spChg chg="mod">
          <ac:chgData name="Alfonso Balandra Antelis" userId="S::abala@tec.mx::28ba9e3f-8dae-4bf5-851d-5bb8a2fa86a5" providerId="AD" clId="Web-{00000000-0000-0000-0000-000000000000}" dt="2026-10-28T16:05:29.702" v="1409"/>
          <ac:spMkLst>
            <pc:docMk/>
            <pc:sldMk cId="0" sldId="271"/>
            <ac:spMk id="9" creationId="{00000000-0000-0000-0000-000000000000}"/>
          </ac:spMkLst>
        </pc:spChg>
        <pc:spChg chg="mod">
          <ac:chgData name="Alfonso Balandra Antelis" userId="S::abala@tec.mx::28ba9e3f-8dae-4bf5-851d-5bb8a2fa86a5" providerId="AD" clId="Web-{00000000-0000-0000-0000-000000000000}" dt="2026-10-28T16:04:21.278" v="1366" actId="20577"/>
          <ac:spMkLst>
            <pc:docMk/>
            <pc:sldMk cId="0" sldId="271"/>
            <ac:spMk id="10" creationId="{00000000-0000-0000-0000-000000000000}"/>
          </ac:spMkLst>
        </pc:spChg>
        <pc:spChg chg="mod">
          <ac:chgData name="Alfonso Balandra Antelis" userId="S::abala@tec.mx::28ba9e3f-8dae-4bf5-851d-5bb8a2fa86a5" providerId="AD" clId="Web-{00000000-0000-0000-0000-000000000000}" dt="2026-10-28T16:04:40.498" v="1374" actId="20577"/>
          <ac:spMkLst>
            <pc:docMk/>
            <pc:sldMk cId="0" sldId="271"/>
            <ac:spMk id="11" creationId="{00000000-0000-0000-0000-000000000000}"/>
          </ac:spMkLst>
        </pc:spChg>
        <pc:spChg chg="mod">
          <ac:chgData name="Alfonso Balandra Antelis" userId="S::abala@tec.mx::28ba9e3f-8dae-4bf5-851d-5bb8a2fa86a5" providerId="AD" clId="Web-{00000000-0000-0000-0000-000000000000}" dt="2026-10-28T16:05:29.702" v="1410"/>
          <ac:spMkLst>
            <pc:docMk/>
            <pc:sldMk cId="0" sldId="271"/>
            <ac:spMk id="12" creationId="{00000000-0000-0000-0000-000000000000}"/>
          </ac:spMkLst>
        </pc:spChg>
        <pc:spChg chg="mod">
          <ac:chgData name="Alfonso Balandra Antelis" userId="S::abala@tec.mx::28ba9e3f-8dae-4bf5-851d-5bb8a2fa86a5" providerId="AD" clId="Web-{00000000-0000-0000-0000-000000000000}" dt="2026-10-28T16:04:34.997" v="1368"/>
          <ac:spMkLst>
            <pc:docMk/>
            <pc:sldMk cId="0" sldId="271"/>
            <ac:spMk id="13" creationId="{00000000-0000-0000-0000-000000000000}"/>
          </ac:spMkLst>
        </pc:spChg>
        <pc:spChg chg="mod">
          <ac:chgData name="Alfonso Balandra Antelis" userId="S::abala@tec.mx::28ba9e3f-8dae-4bf5-851d-5bb8a2fa86a5" providerId="AD" clId="Web-{00000000-0000-0000-0000-000000000000}" dt="2026-10-28T16:05:45.843" v="1417" actId="1076"/>
          <ac:spMkLst>
            <pc:docMk/>
            <pc:sldMk cId="0" sldId="271"/>
            <ac:spMk id="14" creationId="{00000000-0000-0000-0000-000000000000}"/>
          </ac:spMkLst>
        </pc:spChg>
        <pc:spChg chg="mod">
          <ac:chgData name="Alfonso Balandra Antelis" userId="S::abala@tec.mx::28ba9e3f-8dae-4bf5-851d-5bb8a2fa86a5" providerId="AD" clId="Web-{00000000-0000-0000-0000-000000000000}" dt="2026-10-28T16:05:45.874" v="1418" actId="1076"/>
          <ac:spMkLst>
            <pc:docMk/>
            <pc:sldMk cId="0" sldId="271"/>
            <ac:spMk id="15" creationId="{00000000-0000-0000-0000-000000000000}"/>
          </ac:spMkLst>
        </pc:spChg>
        <pc:spChg chg="mod">
          <ac:chgData name="Alfonso Balandra Antelis" userId="S::abala@tec.mx::28ba9e3f-8dae-4bf5-851d-5bb8a2fa86a5" providerId="AD" clId="Web-{00000000-0000-0000-0000-000000000000}" dt="2026-10-28T16:05:29.733" v="1412"/>
          <ac:spMkLst>
            <pc:docMk/>
            <pc:sldMk cId="0" sldId="271"/>
            <ac:spMk id="18" creationId="{00000000-0000-0000-0000-000000000000}"/>
          </ac:spMkLst>
        </pc:spChg>
        <pc:spChg chg="mod">
          <ac:chgData name="Alfonso Balandra Antelis" userId="S::abala@tec.mx::28ba9e3f-8dae-4bf5-851d-5bb8a2fa86a5" providerId="AD" clId="Web-{00000000-0000-0000-0000-000000000000}" dt="2026-10-28T16:05:21.498" v="1408" actId="20577"/>
          <ac:spMkLst>
            <pc:docMk/>
            <pc:sldMk cId="0" sldId="271"/>
            <ac:spMk id="20" creationId="{00000000-0000-0000-0000-000000000000}"/>
          </ac:spMkLst>
        </pc:spChg>
        <pc:spChg chg="mod">
          <ac:chgData name="Alfonso Balandra Antelis" userId="S::abala@tec.mx::28ba9e3f-8dae-4bf5-851d-5bb8a2fa86a5" providerId="AD" clId="Web-{00000000-0000-0000-0000-000000000000}" dt="2026-10-28T16:05:29.733" v="1413"/>
          <ac:spMkLst>
            <pc:docMk/>
            <pc:sldMk cId="0" sldId="271"/>
            <ac:spMk id="21" creationId="{00000000-0000-0000-0000-000000000000}"/>
          </ac:spMkLst>
        </pc:spChg>
        <pc:spChg chg="mod">
          <ac:chgData name="Alfonso Balandra Antelis" userId="S::abala@tec.mx::28ba9e3f-8dae-4bf5-851d-5bb8a2fa86a5" providerId="AD" clId="Web-{00000000-0000-0000-0000-000000000000}" dt="2026-10-28T16:04:34.997" v="1371"/>
          <ac:spMkLst>
            <pc:docMk/>
            <pc:sldMk cId="0" sldId="271"/>
            <ac:spMk id="22" creationId="{00000000-0000-0000-0000-000000000000}"/>
          </ac:spMkLst>
        </pc:spChg>
        <pc:spChg chg="mod">
          <ac:chgData name="Alfonso Balandra Antelis" userId="S::abala@tec.mx::28ba9e3f-8dae-4bf5-851d-5bb8a2fa86a5" providerId="AD" clId="Web-{00000000-0000-0000-0000-000000000000}" dt="2026-10-28T16:05:42.983" v="1415" actId="1076"/>
          <ac:spMkLst>
            <pc:docMk/>
            <pc:sldMk cId="0" sldId="271"/>
            <ac:spMk id="23" creationId="{00000000-0000-0000-0000-000000000000}"/>
          </ac:spMkLst>
        </pc:spChg>
        <pc:spChg chg="mod">
          <ac:chgData name="Alfonso Balandra Antelis" userId="S::abala@tec.mx::28ba9e3f-8dae-4bf5-851d-5bb8a2fa86a5" providerId="AD" clId="Web-{00000000-0000-0000-0000-000000000000}" dt="2026-10-28T16:05:43.014" v="1416" actId="1076"/>
          <ac:spMkLst>
            <pc:docMk/>
            <pc:sldMk cId="0" sldId="271"/>
            <ac:spMk id="24" creationId="{00000000-0000-0000-0000-000000000000}"/>
          </ac:spMkLst>
        </pc:spChg>
      </pc:sldChg>
      <pc:sldChg chg="addSp modSp new">
        <pc:chgData name="Alfonso Balandra Antelis" userId="S::abala@tec.mx::28ba9e3f-8dae-4bf5-851d-5bb8a2fa86a5" providerId="AD" clId="Web-{00000000-0000-0000-0000-000000000000}" dt="2026-10-28T15:07:57.513" v="667" actId="20577"/>
        <pc:sldMkLst>
          <pc:docMk/>
          <pc:sldMk cId="468754864" sldId="276"/>
        </pc:sldMkLst>
        <pc:spChg chg="add mod">
          <ac:chgData name="Alfonso Balandra Antelis" userId="S::abala@tec.mx::28ba9e3f-8dae-4bf5-851d-5bb8a2fa86a5" providerId="AD" clId="Web-{00000000-0000-0000-0000-000000000000}" dt="2026-10-28T15:07:57.513" v="667" actId="20577"/>
          <ac:spMkLst>
            <pc:docMk/>
            <pc:sldMk cId="468754864" sldId="276"/>
            <ac:spMk id="5" creationId="{AB87A8E3-3266-C050-6A29-F3FA2DBD1D41}"/>
          </ac:spMkLst>
        </pc:spChg>
        <pc:picChg chg="add">
          <ac:chgData name="Alfonso Balandra Antelis" userId="S::abala@tec.mx::28ba9e3f-8dae-4bf5-851d-5bb8a2fa86a5" providerId="AD" clId="Web-{00000000-0000-0000-0000-000000000000}" dt="2026-10-28T15:04:16.590" v="578"/>
          <ac:picMkLst>
            <pc:docMk/>
            <pc:sldMk cId="468754864" sldId="276"/>
            <ac:picMk id="3" creationId="{63C579EA-15B3-1AB8-EDC3-D919D4D32DAB}"/>
          </ac:picMkLst>
        </pc:picChg>
        <pc:picChg chg="add mod">
          <ac:chgData name="Alfonso Balandra Antelis" userId="S::abala@tec.mx::28ba9e3f-8dae-4bf5-851d-5bb8a2fa86a5" providerId="AD" clId="Web-{00000000-0000-0000-0000-000000000000}" dt="2026-10-28T15:05:28.043" v="590" actId="1076"/>
          <ac:picMkLst>
            <pc:docMk/>
            <pc:sldMk cId="468754864" sldId="276"/>
            <ac:picMk id="6" creationId="{03597248-C279-252A-2B9B-08EC6C74B324}"/>
          </ac:picMkLst>
        </pc:picChg>
        <pc:picChg chg="add mod">
          <ac:chgData name="Alfonso Balandra Antelis" userId="S::abala@tec.mx::28ba9e3f-8dae-4bf5-851d-5bb8a2fa86a5" providerId="AD" clId="Web-{00000000-0000-0000-0000-000000000000}" dt="2026-10-28T15:05:26.626" v="589" actId="1076"/>
          <ac:picMkLst>
            <pc:docMk/>
            <pc:sldMk cId="468754864" sldId="276"/>
            <ac:picMk id="7" creationId="{03DACDB2-3EDD-0779-DB2F-18AD28D542F6}"/>
          </ac:picMkLst>
        </pc:picChg>
      </pc:sldChg>
      <pc:sldChg chg="addSp delSp modSp new">
        <pc:chgData name="Alfonso Balandra Antelis" userId="S::abala@tec.mx::28ba9e3f-8dae-4bf5-851d-5bb8a2fa86a5" providerId="AD" clId="Web-{00000000-0000-0000-0000-000000000000}" dt="2026-10-28T15:27:49.796" v="888" actId="1076"/>
        <pc:sldMkLst>
          <pc:docMk/>
          <pc:sldMk cId="3977012523" sldId="277"/>
        </pc:sldMkLst>
        <pc:spChg chg="add mod">
          <ac:chgData name="Alfonso Balandra Antelis" userId="S::abala@tec.mx::28ba9e3f-8dae-4bf5-851d-5bb8a2fa86a5" providerId="AD" clId="Web-{00000000-0000-0000-0000-000000000000}" dt="2026-10-28T15:16:20.094" v="853" actId="14100"/>
          <ac:spMkLst>
            <pc:docMk/>
            <pc:sldMk cId="3977012523" sldId="277"/>
            <ac:spMk id="5" creationId="{B0C8C09B-4A31-0360-6033-CB1A1D7E93C6}"/>
          </ac:spMkLst>
        </pc:spChg>
        <pc:picChg chg="add">
          <ac:chgData name="Alfonso Balandra Antelis" userId="S::abala@tec.mx::28ba9e3f-8dae-4bf5-851d-5bb8a2fa86a5" providerId="AD" clId="Web-{00000000-0000-0000-0000-000000000000}" dt="2026-10-28T15:15:22.141" v="808"/>
          <ac:picMkLst>
            <pc:docMk/>
            <pc:sldMk cId="3977012523" sldId="277"/>
            <ac:picMk id="3" creationId="{F6CBB697-EFC3-4956-1888-E1AADE611633}"/>
          </ac:picMkLst>
        </pc:picChg>
        <pc:picChg chg="add mod">
          <ac:chgData name="Alfonso Balandra Antelis" userId="S::abala@tec.mx::28ba9e3f-8dae-4bf5-851d-5bb8a2fa86a5" providerId="AD" clId="Web-{00000000-0000-0000-0000-000000000000}" dt="2026-10-28T15:27:30.373" v="883" actId="1076"/>
          <ac:picMkLst>
            <pc:docMk/>
            <pc:sldMk cId="3977012523" sldId="277"/>
            <ac:picMk id="4" creationId="{CD7DED94-165F-A2A2-D671-3E9AD86FABA0}"/>
          </ac:picMkLst>
        </pc:picChg>
        <pc:picChg chg="add mod">
          <ac:chgData name="Alfonso Balandra Antelis" userId="S::abala@tec.mx::28ba9e3f-8dae-4bf5-851d-5bb8a2fa86a5" providerId="AD" clId="Web-{00000000-0000-0000-0000-000000000000}" dt="2026-10-28T15:16:41.688" v="858" actId="1076"/>
          <ac:picMkLst>
            <pc:docMk/>
            <pc:sldMk cId="3977012523" sldId="277"/>
            <ac:picMk id="6" creationId="{C64CE0F2-3FA4-CF68-B5A1-D8C07103D012}"/>
          </ac:picMkLst>
        </pc:picChg>
        <pc:picChg chg="add del">
          <ac:chgData name="Alfonso Balandra Antelis" userId="S::abala@tec.mx::28ba9e3f-8dae-4bf5-851d-5bb8a2fa86a5" providerId="AD" clId="Web-{00000000-0000-0000-0000-000000000000}" dt="2026-10-28T15:27:33.639" v="884"/>
          <ac:picMkLst>
            <pc:docMk/>
            <pc:sldMk cId="3977012523" sldId="277"/>
            <ac:picMk id="8" creationId="{0592542D-9099-43B6-EE1F-AA5B00317DAC}"/>
          </ac:picMkLst>
        </pc:picChg>
        <pc:picChg chg="add mod">
          <ac:chgData name="Alfonso Balandra Antelis" userId="S::abala@tec.mx::28ba9e3f-8dae-4bf5-851d-5bb8a2fa86a5" providerId="AD" clId="Web-{00000000-0000-0000-0000-000000000000}" dt="2026-10-28T15:27:49.796" v="888" actId="1076"/>
          <ac:picMkLst>
            <pc:docMk/>
            <pc:sldMk cId="3977012523" sldId="277"/>
            <ac:picMk id="10" creationId="{2A16054C-358A-5DD1-C08D-07660A86BE18}"/>
          </ac:picMkLst>
        </pc:picChg>
      </pc:sldChg>
      <pc:sldChg chg="addSp modSp new">
        <pc:chgData name="Alfonso Balandra Antelis" userId="S::abala@tec.mx::28ba9e3f-8dae-4bf5-851d-5bb8a2fa86a5" providerId="AD" clId="Web-{00000000-0000-0000-0000-000000000000}" dt="2026-10-28T15:28:31.188" v="903" actId="1076"/>
        <pc:sldMkLst>
          <pc:docMk/>
          <pc:sldMk cId="106819545" sldId="278"/>
        </pc:sldMkLst>
        <pc:spChg chg="add mod">
          <ac:chgData name="Alfonso Balandra Antelis" userId="S::abala@tec.mx::28ba9e3f-8dae-4bf5-851d-5bb8a2fa86a5" providerId="AD" clId="Web-{00000000-0000-0000-0000-000000000000}" dt="2026-10-28T15:28:05.531" v="900" actId="20577"/>
          <ac:spMkLst>
            <pc:docMk/>
            <pc:sldMk cId="106819545" sldId="278"/>
            <ac:spMk id="7" creationId="{89A23D52-6A7D-83E0-78D2-C115830ADCBA}"/>
          </ac:spMkLst>
        </pc:spChg>
        <pc:picChg chg="add">
          <ac:chgData name="Alfonso Balandra Antelis" userId="S::abala@tec.mx::28ba9e3f-8dae-4bf5-851d-5bb8a2fa86a5" providerId="AD" clId="Web-{00000000-0000-0000-0000-000000000000}" dt="2026-10-28T15:27:05.919" v="877"/>
          <ac:picMkLst>
            <pc:docMk/>
            <pc:sldMk cId="106819545" sldId="278"/>
            <ac:picMk id="3" creationId="{155D1D0B-C697-FEAC-721F-E64D8261A369}"/>
          </ac:picMkLst>
        </pc:picChg>
        <pc:picChg chg="add mod">
          <ac:chgData name="Alfonso Balandra Antelis" userId="S::abala@tec.mx::28ba9e3f-8dae-4bf5-851d-5bb8a2fa86a5" providerId="AD" clId="Web-{00000000-0000-0000-0000-000000000000}" dt="2026-10-28T15:27:13.982" v="879" actId="1076"/>
          <ac:picMkLst>
            <pc:docMk/>
            <pc:sldMk cId="106819545" sldId="278"/>
            <ac:picMk id="5" creationId="{29AF05B9-EFE6-25D4-BEA8-305635FC379A}"/>
          </ac:picMkLst>
        </pc:picChg>
        <pc:picChg chg="add mod">
          <ac:chgData name="Alfonso Balandra Antelis" userId="S::abala@tec.mx::28ba9e3f-8dae-4bf5-851d-5bb8a2fa86a5" providerId="AD" clId="Web-{00000000-0000-0000-0000-000000000000}" dt="2026-10-28T15:28:31.188" v="903" actId="1076"/>
          <ac:picMkLst>
            <pc:docMk/>
            <pc:sldMk cId="106819545" sldId="278"/>
            <ac:picMk id="8" creationId="{42B58DC5-0B56-747C-5AD3-08B2A5294CAB}"/>
          </ac:picMkLst>
        </pc:picChg>
      </pc:sldChg>
      <pc:sldChg chg="addSp modSp new">
        <pc:chgData name="Alfonso Balandra Antelis" userId="S::abala@tec.mx::28ba9e3f-8dae-4bf5-851d-5bb8a2fa86a5" providerId="AD" clId="Web-{00000000-0000-0000-0000-000000000000}" dt="2026-10-28T15:57:19.964" v="1144" actId="1076"/>
        <pc:sldMkLst>
          <pc:docMk/>
          <pc:sldMk cId="1772868816" sldId="279"/>
        </pc:sldMkLst>
        <pc:spChg chg="add mod">
          <ac:chgData name="Alfonso Balandra Antelis" userId="S::abala@tec.mx::28ba9e3f-8dae-4bf5-851d-5bb8a2fa86a5" providerId="AD" clId="Web-{00000000-0000-0000-0000-000000000000}" dt="2026-10-28T15:57:19.964" v="1144" actId="1076"/>
          <ac:spMkLst>
            <pc:docMk/>
            <pc:sldMk cId="1772868816" sldId="279"/>
            <ac:spMk id="5" creationId="{4AE258AC-E4CD-00BB-F381-6479F947B452}"/>
          </ac:spMkLst>
        </pc:spChg>
        <pc:picChg chg="add">
          <ac:chgData name="Alfonso Balandra Antelis" userId="S::abala@tec.mx::28ba9e3f-8dae-4bf5-851d-5bb8a2fa86a5" providerId="AD" clId="Web-{00000000-0000-0000-0000-000000000000}" dt="2026-10-28T15:49:38.057" v="1119"/>
          <ac:picMkLst>
            <pc:docMk/>
            <pc:sldMk cId="1772868816" sldId="279"/>
            <ac:picMk id="3" creationId="{CA1A6CE0-FCAC-70F2-3A9F-90D6A2DF1AE7}"/>
          </ac:picMkLst>
        </pc:picChg>
        <pc:picChg chg="add mod">
          <ac:chgData name="Alfonso Balandra Antelis" userId="S::abala@tec.mx::28ba9e3f-8dae-4bf5-851d-5bb8a2fa86a5" providerId="AD" clId="Web-{00000000-0000-0000-0000-000000000000}" dt="2026-10-28T15:57:19.839" v="1143" actId="1076"/>
          <ac:picMkLst>
            <pc:docMk/>
            <pc:sldMk cId="1772868816" sldId="279"/>
            <ac:picMk id="6" creationId="{3F80FC28-E6CE-4E50-A2E7-5F62E5FC93A3}"/>
          </ac:picMkLst>
        </pc:picChg>
      </pc:sldChg>
    </pc:docChg>
  </pc:docChgLst>
  <pc:docChgLst>
    <pc:chgData name="Alfonso Balandra Antelis" userId="S::abala@tec.mx::28ba9e3f-8dae-4bf5-851d-5bb8a2fa86a5" providerId="AD" clId="Web-{D63B6AA8-A56E-3261-3148-FA59A008458E}"/>
    <pc:docChg chg="addSld delSld modSld sldOrd">
      <pc:chgData name="Alfonso Balandra Antelis" userId="S::abala@tec.mx::28ba9e3f-8dae-4bf5-851d-5bb8a2fa86a5" providerId="AD" clId="Web-{D63B6AA8-A56E-3261-3148-FA59A008458E}" dt="2026-10-28T17:39:41.142" v="474" actId="1076"/>
      <pc:docMkLst>
        <pc:docMk/>
      </pc:docMkLst>
      <pc:sldChg chg="modSp">
        <pc:chgData name="Alfonso Balandra Antelis" userId="S::abala@tec.mx::28ba9e3f-8dae-4bf5-851d-5bb8a2fa86a5" providerId="AD" clId="Web-{D63B6AA8-A56E-3261-3148-FA59A008458E}" dt="2026-10-28T17:32:30.332" v="269" actId="1076"/>
        <pc:sldMkLst>
          <pc:docMk/>
          <pc:sldMk cId="0" sldId="270"/>
        </pc:sldMkLst>
        <pc:spChg chg="mod">
          <ac:chgData name="Alfonso Balandra Antelis" userId="S::abala@tec.mx::28ba9e3f-8dae-4bf5-851d-5bb8a2fa86a5" providerId="AD" clId="Web-{D63B6AA8-A56E-3261-3148-FA59A008458E}" dt="2026-10-28T17:32:30.098" v="261" actId="1076"/>
          <ac:spMkLst>
            <pc:docMk/>
            <pc:sldMk cId="0" sldId="270"/>
            <ac:spMk id="7" creationId="{00000000-0000-0000-0000-000000000000}"/>
          </ac:spMkLst>
        </pc:spChg>
        <pc:spChg chg="mod">
          <ac:chgData name="Alfonso Balandra Antelis" userId="S::abala@tec.mx::28ba9e3f-8dae-4bf5-851d-5bb8a2fa86a5" providerId="AD" clId="Web-{D63B6AA8-A56E-3261-3148-FA59A008458E}" dt="2026-10-28T17:32:30.129" v="262" actId="1076"/>
          <ac:spMkLst>
            <pc:docMk/>
            <pc:sldMk cId="0" sldId="270"/>
            <ac:spMk id="8" creationId="{00000000-0000-0000-0000-000000000000}"/>
          </ac:spMkLst>
        </pc:spChg>
        <pc:spChg chg="mod">
          <ac:chgData name="Alfonso Balandra Antelis" userId="S::abala@tec.mx::28ba9e3f-8dae-4bf5-851d-5bb8a2fa86a5" providerId="AD" clId="Web-{D63B6AA8-A56E-3261-3148-FA59A008458E}" dt="2026-10-28T17:32:30.161" v="263" actId="1076"/>
          <ac:spMkLst>
            <pc:docMk/>
            <pc:sldMk cId="0" sldId="270"/>
            <ac:spMk id="9" creationId="{00000000-0000-0000-0000-000000000000}"/>
          </ac:spMkLst>
        </pc:spChg>
        <pc:spChg chg="mod">
          <ac:chgData name="Alfonso Balandra Antelis" userId="S::abala@tec.mx::28ba9e3f-8dae-4bf5-851d-5bb8a2fa86a5" providerId="AD" clId="Web-{D63B6AA8-A56E-3261-3148-FA59A008458E}" dt="2026-10-28T17:32:30.192" v="264" actId="1076"/>
          <ac:spMkLst>
            <pc:docMk/>
            <pc:sldMk cId="0" sldId="270"/>
            <ac:spMk id="10" creationId="{00000000-0000-0000-0000-000000000000}"/>
          </ac:spMkLst>
        </pc:spChg>
        <pc:spChg chg="mod">
          <ac:chgData name="Alfonso Balandra Antelis" userId="S::abala@tec.mx::28ba9e3f-8dae-4bf5-851d-5bb8a2fa86a5" providerId="AD" clId="Web-{D63B6AA8-A56E-3261-3148-FA59A008458E}" dt="2026-10-28T17:32:30.223" v="265" actId="1076"/>
          <ac:spMkLst>
            <pc:docMk/>
            <pc:sldMk cId="0" sldId="270"/>
            <ac:spMk id="11" creationId="{00000000-0000-0000-0000-000000000000}"/>
          </ac:spMkLst>
        </pc:spChg>
        <pc:spChg chg="mod">
          <ac:chgData name="Alfonso Balandra Antelis" userId="S::abala@tec.mx::28ba9e3f-8dae-4bf5-851d-5bb8a2fa86a5" providerId="AD" clId="Web-{D63B6AA8-A56E-3261-3148-FA59A008458E}" dt="2026-10-28T17:32:30.254" v="266" actId="1076"/>
          <ac:spMkLst>
            <pc:docMk/>
            <pc:sldMk cId="0" sldId="270"/>
            <ac:spMk id="12" creationId="{00000000-0000-0000-0000-000000000000}"/>
          </ac:spMkLst>
        </pc:spChg>
        <pc:spChg chg="mod">
          <ac:chgData name="Alfonso Balandra Antelis" userId="S::abala@tec.mx::28ba9e3f-8dae-4bf5-851d-5bb8a2fa86a5" providerId="AD" clId="Web-{D63B6AA8-A56E-3261-3148-FA59A008458E}" dt="2026-10-28T17:32:30.286" v="267" actId="1076"/>
          <ac:spMkLst>
            <pc:docMk/>
            <pc:sldMk cId="0" sldId="270"/>
            <ac:spMk id="13" creationId="{00000000-0000-0000-0000-000000000000}"/>
          </ac:spMkLst>
        </pc:spChg>
        <pc:spChg chg="mod">
          <ac:chgData name="Alfonso Balandra Antelis" userId="S::abala@tec.mx::28ba9e3f-8dae-4bf5-851d-5bb8a2fa86a5" providerId="AD" clId="Web-{D63B6AA8-A56E-3261-3148-FA59A008458E}" dt="2026-10-28T17:32:30.301" v="268" actId="1076"/>
          <ac:spMkLst>
            <pc:docMk/>
            <pc:sldMk cId="0" sldId="270"/>
            <ac:spMk id="14" creationId="{00000000-0000-0000-0000-000000000000}"/>
          </ac:spMkLst>
        </pc:spChg>
        <pc:spChg chg="mod">
          <ac:chgData name="Alfonso Balandra Antelis" userId="S::abala@tec.mx::28ba9e3f-8dae-4bf5-851d-5bb8a2fa86a5" providerId="AD" clId="Web-{D63B6AA8-A56E-3261-3148-FA59A008458E}" dt="2026-10-28T17:32:30.332" v="269" actId="1076"/>
          <ac:spMkLst>
            <pc:docMk/>
            <pc:sldMk cId="0" sldId="270"/>
            <ac:spMk id="15" creationId="{00000000-0000-0000-0000-000000000000}"/>
          </ac:spMkLst>
        </pc:spChg>
      </pc:sldChg>
      <pc:sldChg chg="addSp delSp modSp">
        <pc:chgData name="Alfonso Balandra Antelis" userId="S::abala@tec.mx::28ba9e3f-8dae-4bf5-851d-5bb8a2fa86a5" providerId="AD" clId="Web-{D63B6AA8-A56E-3261-3148-FA59A008458E}" dt="2026-10-28T17:37:45.703" v="415" actId="20577"/>
        <pc:sldMkLst>
          <pc:docMk/>
          <pc:sldMk cId="0" sldId="271"/>
        </pc:sldMkLst>
        <pc:spChg chg="add del mod">
          <ac:chgData name="Alfonso Balandra Antelis" userId="S::abala@tec.mx::28ba9e3f-8dae-4bf5-851d-5bb8a2fa86a5" providerId="AD" clId="Web-{D63B6AA8-A56E-3261-3148-FA59A008458E}" dt="2026-10-28T17:32:13.394" v="248"/>
          <ac:spMkLst>
            <pc:docMk/>
            <pc:sldMk cId="0" sldId="271"/>
            <ac:spMk id="3" creationId="{992BC228-5DD9-BFAE-2398-2DABE8A7B991}"/>
          </ac:spMkLst>
        </pc:spChg>
        <pc:spChg chg="add del mod">
          <ac:chgData name="Alfonso Balandra Antelis" userId="S::abala@tec.mx::28ba9e3f-8dae-4bf5-851d-5bb8a2fa86a5" providerId="AD" clId="Web-{D63B6AA8-A56E-3261-3148-FA59A008458E}" dt="2026-10-28T17:32:13.394" v="248"/>
          <ac:spMkLst>
            <pc:docMk/>
            <pc:sldMk cId="0" sldId="271"/>
            <ac:spMk id="4" creationId="{5B58E3A2-864A-02DF-A5A4-C44ADFA84FB8}"/>
          </ac:spMkLst>
        </pc:spChg>
        <pc:spChg chg="mod">
          <ac:chgData name="Alfonso Balandra Antelis" userId="S::abala@tec.mx::28ba9e3f-8dae-4bf5-851d-5bb8a2fa86a5" providerId="AD" clId="Web-{D63B6AA8-A56E-3261-3148-FA59A008458E}" dt="2026-10-28T17:33:52.977" v="339" actId="14100"/>
          <ac:spMkLst>
            <pc:docMk/>
            <pc:sldMk cId="0" sldId="271"/>
            <ac:spMk id="7" creationId="{00000000-0000-0000-0000-000000000000}"/>
          </ac:spMkLst>
        </pc:spChg>
        <pc:spChg chg="mod">
          <ac:chgData name="Alfonso Balandra Antelis" userId="S::abala@tec.mx::28ba9e3f-8dae-4bf5-851d-5bb8a2fa86a5" providerId="AD" clId="Web-{D63B6AA8-A56E-3261-3148-FA59A008458E}" dt="2026-10-28T17:33:49.618" v="331" actId="1076"/>
          <ac:spMkLst>
            <pc:docMk/>
            <pc:sldMk cId="0" sldId="271"/>
            <ac:spMk id="8" creationId="{00000000-0000-0000-0000-000000000000}"/>
          </ac:spMkLst>
        </pc:spChg>
        <pc:spChg chg="mod">
          <ac:chgData name="Alfonso Balandra Antelis" userId="S::abala@tec.mx::28ba9e3f-8dae-4bf5-851d-5bb8a2fa86a5" providerId="AD" clId="Web-{D63B6AA8-A56E-3261-3148-FA59A008458E}" dt="2026-10-28T17:33:49.633" v="332" actId="1076"/>
          <ac:spMkLst>
            <pc:docMk/>
            <pc:sldMk cId="0" sldId="271"/>
            <ac:spMk id="9" creationId="{00000000-0000-0000-0000-000000000000}"/>
          </ac:spMkLst>
        </pc:spChg>
        <pc:spChg chg="mod">
          <ac:chgData name="Alfonso Balandra Antelis" userId="S::abala@tec.mx::28ba9e3f-8dae-4bf5-851d-5bb8a2fa86a5" providerId="AD" clId="Web-{D63B6AA8-A56E-3261-3148-FA59A008458E}" dt="2026-10-28T17:33:49.649" v="333" actId="1076"/>
          <ac:spMkLst>
            <pc:docMk/>
            <pc:sldMk cId="0" sldId="271"/>
            <ac:spMk id="10" creationId="{00000000-0000-0000-0000-000000000000}"/>
          </ac:spMkLst>
        </pc:spChg>
        <pc:spChg chg="mod">
          <ac:chgData name="Alfonso Balandra Antelis" userId="S::abala@tec.mx::28ba9e3f-8dae-4bf5-851d-5bb8a2fa86a5" providerId="AD" clId="Web-{D63B6AA8-A56E-3261-3148-FA59A008458E}" dt="2026-10-28T17:33:49.649" v="334" actId="1076"/>
          <ac:spMkLst>
            <pc:docMk/>
            <pc:sldMk cId="0" sldId="271"/>
            <ac:spMk id="11" creationId="{00000000-0000-0000-0000-000000000000}"/>
          </ac:spMkLst>
        </pc:spChg>
        <pc:spChg chg="mod">
          <ac:chgData name="Alfonso Balandra Antelis" userId="S::abala@tec.mx::28ba9e3f-8dae-4bf5-851d-5bb8a2fa86a5" providerId="AD" clId="Web-{D63B6AA8-A56E-3261-3148-FA59A008458E}" dt="2026-10-28T17:33:49.665" v="335" actId="1076"/>
          <ac:spMkLst>
            <pc:docMk/>
            <pc:sldMk cId="0" sldId="271"/>
            <ac:spMk id="12" creationId="{00000000-0000-0000-0000-000000000000}"/>
          </ac:spMkLst>
        </pc:spChg>
        <pc:spChg chg="mod">
          <ac:chgData name="Alfonso Balandra Antelis" userId="S::abala@tec.mx::28ba9e3f-8dae-4bf5-851d-5bb8a2fa86a5" providerId="AD" clId="Web-{D63B6AA8-A56E-3261-3148-FA59A008458E}" dt="2026-10-28T17:33:49.665" v="336" actId="1076"/>
          <ac:spMkLst>
            <pc:docMk/>
            <pc:sldMk cId="0" sldId="271"/>
            <ac:spMk id="13" creationId="{00000000-0000-0000-0000-000000000000}"/>
          </ac:spMkLst>
        </pc:spChg>
        <pc:spChg chg="mod">
          <ac:chgData name="Alfonso Balandra Antelis" userId="S::abala@tec.mx::28ba9e3f-8dae-4bf5-851d-5bb8a2fa86a5" providerId="AD" clId="Web-{D63B6AA8-A56E-3261-3148-FA59A008458E}" dt="2026-10-28T17:33:49.680" v="337" actId="1076"/>
          <ac:spMkLst>
            <pc:docMk/>
            <pc:sldMk cId="0" sldId="271"/>
            <ac:spMk id="14" creationId="{00000000-0000-0000-0000-000000000000}"/>
          </ac:spMkLst>
        </pc:spChg>
        <pc:spChg chg="mod">
          <ac:chgData name="Alfonso Balandra Antelis" userId="S::abala@tec.mx::28ba9e3f-8dae-4bf5-851d-5bb8a2fa86a5" providerId="AD" clId="Web-{D63B6AA8-A56E-3261-3148-FA59A008458E}" dt="2026-10-28T17:33:49.680" v="338" actId="1076"/>
          <ac:spMkLst>
            <pc:docMk/>
            <pc:sldMk cId="0" sldId="271"/>
            <ac:spMk id="15" creationId="{00000000-0000-0000-0000-000000000000}"/>
          </ac:spMkLst>
        </pc:spChg>
        <pc:spChg chg="del mod">
          <ac:chgData name="Alfonso Balandra Antelis" userId="S::abala@tec.mx::28ba9e3f-8dae-4bf5-851d-5bb8a2fa86a5" providerId="AD" clId="Web-{D63B6AA8-A56E-3261-3148-FA59A008458E}" dt="2026-10-28T17:31:14.608" v="165"/>
          <ac:spMkLst>
            <pc:docMk/>
            <pc:sldMk cId="0" sldId="271"/>
            <ac:spMk id="16" creationId="{00000000-0000-0000-0000-000000000000}"/>
          </ac:spMkLst>
        </pc:spChg>
        <pc:spChg chg="del mod">
          <ac:chgData name="Alfonso Balandra Antelis" userId="S::abala@tec.mx::28ba9e3f-8dae-4bf5-851d-5bb8a2fa86a5" providerId="AD" clId="Web-{D63B6AA8-A56E-3261-3148-FA59A008458E}" dt="2026-10-28T17:31:16.436" v="166"/>
          <ac:spMkLst>
            <pc:docMk/>
            <pc:sldMk cId="0" sldId="271"/>
            <ac:spMk id="17" creationId="{00000000-0000-0000-0000-000000000000}"/>
          </ac:spMkLst>
        </pc:spChg>
        <pc:spChg chg="del mod">
          <ac:chgData name="Alfonso Balandra Antelis" userId="S::abala@tec.mx::28ba9e3f-8dae-4bf5-851d-5bb8a2fa86a5" providerId="AD" clId="Web-{D63B6AA8-A56E-3261-3148-FA59A008458E}" dt="2026-10-28T17:31:14.608" v="164"/>
          <ac:spMkLst>
            <pc:docMk/>
            <pc:sldMk cId="0" sldId="271"/>
            <ac:spMk id="18" creationId="{00000000-0000-0000-0000-000000000000}"/>
          </ac:spMkLst>
        </pc:spChg>
        <pc:spChg chg="del mod">
          <ac:chgData name="Alfonso Balandra Antelis" userId="S::abala@tec.mx::28ba9e3f-8dae-4bf5-851d-5bb8a2fa86a5" providerId="AD" clId="Web-{D63B6AA8-A56E-3261-3148-FA59A008458E}" dt="2026-10-28T17:31:14.608" v="163"/>
          <ac:spMkLst>
            <pc:docMk/>
            <pc:sldMk cId="0" sldId="271"/>
            <ac:spMk id="19" creationId="{00000000-0000-0000-0000-000000000000}"/>
          </ac:spMkLst>
        </pc:spChg>
        <pc:spChg chg="del mod">
          <ac:chgData name="Alfonso Balandra Antelis" userId="S::abala@tec.mx::28ba9e3f-8dae-4bf5-851d-5bb8a2fa86a5" providerId="AD" clId="Web-{D63B6AA8-A56E-3261-3148-FA59A008458E}" dt="2026-10-28T17:31:14.608" v="162"/>
          <ac:spMkLst>
            <pc:docMk/>
            <pc:sldMk cId="0" sldId="271"/>
            <ac:spMk id="20" creationId="{00000000-0000-0000-0000-000000000000}"/>
          </ac:spMkLst>
        </pc:spChg>
        <pc:spChg chg="del mod">
          <ac:chgData name="Alfonso Balandra Antelis" userId="S::abala@tec.mx::28ba9e3f-8dae-4bf5-851d-5bb8a2fa86a5" providerId="AD" clId="Web-{D63B6AA8-A56E-3261-3148-FA59A008458E}" dt="2026-10-28T17:31:14.608" v="161"/>
          <ac:spMkLst>
            <pc:docMk/>
            <pc:sldMk cId="0" sldId="271"/>
            <ac:spMk id="21" creationId="{00000000-0000-0000-0000-000000000000}"/>
          </ac:spMkLst>
        </pc:spChg>
        <pc:spChg chg="del mod">
          <ac:chgData name="Alfonso Balandra Antelis" userId="S::abala@tec.mx::28ba9e3f-8dae-4bf5-851d-5bb8a2fa86a5" providerId="AD" clId="Web-{D63B6AA8-A56E-3261-3148-FA59A008458E}" dt="2026-10-28T17:31:14.608" v="160"/>
          <ac:spMkLst>
            <pc:docMk/>
            <pc:sldMk cId="0" sldId="271"/>
            <ac:spMk id="22" creationId="{00000000-0000-0000-0000-000000000000}"/>
          </ac:spMkLst>
        </pc:spChg>
        <pc:spChg chg="del mod">
          <ac:chgData name="Alfonso Balandra Antelis" userId="S::abala@tec.mx::28ba9e3f-8dae-4bf5-851d-5bb8a2fa86a5" providerId="AD" clId="Web-{D63B6AA8-A56E-3261-3148-FA59A008458E}" dt="2026-10-28T17:31:14.608" v="159"/>
          <ac:spMkLst>
            <pc:docMk/>
            <pc:sldMk cId="0" sldId="271"/>
            <ac:spMk id="23" creationId="{00000000-0000-0000-0000-000000000000}"/>
          </ac:spMkLst>
        </pc:spChg>
        <pc:spChg chg="del mod">
          <ac:chgData name="Alfonso Balandra Antelis" userId="S::abala@tec.mx::28ba9e3f-8dae-4bf5-851d-5bb8a2fa86a5" providerId="AD" clId="Web-{D63B6AA8-A56E-3261-3148-FA59A008458E}" dt="2026-10-28T17:31:14.608" v="158"/>
          <ac:spMkLst>
            <pc:docMk/>
            <pc:sldMk cId="0" sldId="271"/>
            <ac:spMk id="24" creationId="{00000000-0000-0000-0000-000000000000}"/>
          </ac:spMkLst>
        </pc:spChg>
        <pc:spChg chg="del mod">
          <ac:chgData name="Alfonso Balandra Antelis" userId="S::abala@tec.mx::28ba9e3f-8dae-4bf5-851d-5bb8a2fa86a5" providerId="AD" clId="Web-{D63B6AA8-A56E-3261-3148-FA59A008458E}" dt="2026-10-28T17:31:14.608" v="156"/>
          <ac:spMkLst>
            <pc:docMk/>
            <pc:sldMk cId="0" sldId="271"/>
            <ac:spMk id="26" creationId="{00000000-0000-0000-0000-000000000000}"/>
          </ac:spMkLst>
        </pc:spChg>
        <pc:spChg chg="del mod">
          <ac:chgData name="Alfonso Balandra Antelis" userId="S::abala@tec.mx::28ba9e3f-8dae-4bf5-851d-5bb8a2fa86a5" providerId="AD" clId="Web-{D63B6AA8-A56E-3261-3148-FA59A008458E}" dt="2026-10-28T17:31:19.390" v="168"/>
          <ac:spMkLst>
            <pc:docMk/>
            <pc:sldMk cId="0" sldId="271"/>
            <ac:spMk id="27" creationId="{00000000-0000-0000-0000-000000000000}"/>
          </ac:spMkLst>
        </pc:spChg>
        <pc:spChg chg="del mod">
          <ac:chgData name="Alfonso Balandra Antelis" userId="S::abala@tec.mx::28ba9e3f-8dae-4bf5-851d-5bb8a2fa86a5" providerId="AD" clId="Web-{D63B6AA8-A56E-3261-3148-FA59A008458E}" dt="2026-10-28T17:31:19.390" v="167"/>
          <ac:spMkLst>
            <pc:docMk/>
            <pc:sldMk cId="0" sldId="271"/>
            <ac:spMk id="28" creationId="{00000000-0000-0000-0000-000000000000}"/>
          </ac:spMkLst>
        </pc:spChg>
        <pc:spChg chg="mod">
          <ac:chgData name="Alfonso Balandra Antelis" userId="S::abala@tec.mx::28ba9e3f-8dae-4bf5-851d-5bb8a2fa86a5" providerId="AD" clId="Web-{D63B6AA8-A56E-3261-3148-FA59A008458E}" dt="2026-10-28T17:32:13.331" v="247" actId="20577"/>
          <ac:spMkLst>
            <pc:docMk/>
            <pc:sldMk cId="0" sldId="271"/>
            <ac:spMk id="29" creationId="{4228AF99-72A2-1056-50CA-C1326BB50415}"/>
          </ac:spMkLst>
        </pc:spChg>
        <pc:spChg chg="add del mod">
          <ac:chgData name="Alfonso Balandra Antelis" userId="S::abala@tec.mx::28ba9e3f-8dae-4bf5-851d-5bb8a2fa86a5" providerId="AD" clId="Web-{D63B6AA8-A56E-3261-3148-FA59A008458E}" dt="2026-10-28T17:32:13.394" v="248"/>
          <ac:spMkLst>
            <pc:docMk/>
            <pc:sldMk cId="0" sldId="271"/>
            <ac:spMk id="30" creationId="{770C1A15-8273-0FD0-D23F-67C5715F3554}"/>
          </ac:spMkLst>
        </pc:spChg>
        <pc:spChg chg="add del mod">
          <ac:chgData name="Alfonso Balandra Antelis" userId="S::abala@tec.mx::28ba9e3f-8dae-4bf5-851d-5bb8a2fa86a5" providerId="AD" clId="Web-{D63B6AA8-A56E-3261-3148-FA59A008458E}" dt="2026-10-28T17:32:13.394" v="248"/>
          <ac:spMkLst>
            <pc:docMk/>
            <pc:sldMk cId="0" sldId="271"/>
            <ac:spMk id="31" creationId="{445672A9-D795-4BDC-BEB5-34BBEDD42BE0}"/>
          </ac:spMkLst>
        </pc:spChg>
        <pc:spChg chg="add del mod">
          <ac:chgData name="Alfonso Balandra Antelis" userId="S::abala@tec.mx::28ba9e3f-8dae-4bf5-851d-5bb8a2fa86a5" providerId="AD" clId="Web-{D63B6AA8-A56E-3261-3148-FA59A008458E}" dt="2026-10-28T17:32:13.394" v="248"/>
          <ac:spMkLst>
            <pc:docMk/>
            <pc:sldMk cId="0" sldId="271"/>
            <ac:spMk id="32" creationId="{F28E56D2-A6B9-95F0-1D82-59ED781E1916}"/>
          </ac:spMkLst>
        </pc:spChg>
        <pc:spChg chg="add del mod">
          <ac:chgData name="Alfonso Balandra Antelis" userId="S::abala@tec.mx::28ba9e3f-8dae-4bf5-851d-5bb8a2fa86a5" providerId="AD" clId="Web-{D63B6AA8-A56E-3261-3148-FA59A008458E}" dt="2026-10-28T17:32:13.394" v="248"/>
          <ac:spMkLst>
            <pc:docMk/>
            <pc:sldMk cId="0" sldId="271"/>
            <ac:spMk id="33" creationId="{5E6F268D-98A5-2C41-B32B-B19AF9E3E76C}"/>
          </ac:spMkLst>
        </pc:spChg>
        <pc:spChg chg="add del mod">
          <ac:chgData name="Alfonso Balandra Antelis" userId="S::abala@tec.mx::28ba9e3f-8dae-4bf5-851d-5bb8a2fa86a5" providerId="AD" clId="Web-{D63B6AA8-A56E-3261-3148-FA59A008458E}" dt="2026-10-28T17:32:13.394" v="248"/>
          <ac:spMkLst>
            <pc:docMk/>
            <pc:sldMk cId="0" sldId="271"/>
            <ac:spMk id="34" creationId="{B8B385A5-94B4-78D7-E6F6-EB1852057B9D}"/>
          </ac:spMkLst>
        </pc:spChg>
        <pc:spChg chg="add del mod">
          <ac:chgData name="Alfonso Balandra Antelis" userId="S::abala@tec.mx::28ba9e3f-8dae-4bf5-851d-5bb8a2fa86a5" providerId="AD" clId="Web-{D63B6AA8-A56E-3261-3148-FA59A008458E}" dt="2026-10-28T17:32:13.394" v="248"/>
          <ac:spMkLst>
            <pc:docMk/>
            <pc:sldMk cId="0" sldId="271"/>
            <ac:spMk id="35" creationId="{5EEBE2B9-43D8-B56F-341F-2154B9830A8E}"/>
          </ac:spMkLst>
        </pc:spChg>
        <pc:spChg chg="add del mod">
          <ac:chgData name="Alfonso Balandra Antelis" userId="S::abala@tec.mx::28ba9e3f-8dae-4bf5-851d-5bb8a2fa86a5" providerId="AD" clId="Web-{D63B6AA8-A56E-3261-3148-FA59A008458E}" dt="2026-10-28T17:32:13.394" v="248"/>
          <ac:spMkLst>
            <pc:docMk/>
            <pc:sldMk cId="0" sldId="271"/>
            <ac:spMk id="36" creationId="{FF86F5CA-6E49-C3F5-02D0-C5FA6D685AF0}"/>
          </ac:spMkLst>
        </pc:spChg>
        <pc:spChg chg="mod">
          <ac:chgData name="Alfonso Balandra Antelis" userId="S::abala@tec.mx::28ba9e3f-8dae-4bf5-851d-5bb8a2fa86a5" providerId="AD" clId="Web-{D63B6AA8-A56E-3261-3148-FA59A008458E}" dt="2026-10-28T17:32:12.691" v="230" actId="1076"/>
          <ac:spMkLst>
            <pc:docMk/>
            <pc:sldMk cId="0" sldId="271"/>
            <ac:spMk id="37" creationId="{56A95B33-EE82-AE8A-2314-C102E9CEF4D7}"/>
          </ac:spMkLst>
        </pc:spChg>
        <pc:spChg chg="add del mod">
          <ac:chgData name="Alfonso Balandra Antelis" userId="S::abala@tec.mx::28ba9e3f-8dae-4bf5-851d-5bb8a2fa86a5" providerId="AD" clId="Web-{D63B6AA8-A56E-3261-3148-FA59A008458E}" dt="2026-10-28T17:32:13.394" v="248"/>
          <ac:spMkLst>
            <pc:docMk/>
            <pc:sldMk cId="0" sldId="271"/>
            <ac:spMk id="38" creationId="{E3A9D637-7680-255F-E170-3F991774186F}"/>
          </ac:spMkLst>
        </pc:spChg>
        <pc:spChg chg="add del">
          <ac:chgData name="Alfonso Balandra Antelis" userId="S::abala@tec.mx::28ba9e3f-8dae-4bf5-851d-5bb8a2fa86a5" providerId="AD" clId="Web-{D63B6AA8-A56E-3261-3148-FA59A008458E}" dt="2026-10-28T17:33:22.054" v="284"/>
          <ac:spMkLst>
            <pc:docMk/>
            <pc:sldMk cId="0" sldId="271"/>
            <ac:spMk id="40" creationId="{C6BA5793-0C0A-BC69-34ED-8CD4A9597BF4}"/>
          </ac:spMkLst>
        </pc:spChg>
        <pc:spChg chg="add del">
          <ac:chgData name="Alfonso Balandra Antelis" userId="S::abala@tec.mx::28ba9e3f-8dae-4bf5-851d-5bb8a2fa86a5" providerId="AD" clId="Web-{D63B6AA8-A56E-3261-3148-FA59A008458E}" dt="2026-10-28T17:33:22.054" v="284"/>
          <ac:spMkLst>
            <pc:docMk/>
            <pc:sldMk cId="0" sldId="271"/>
            <ac:spMk id="41" creationId="{5FF9A04C-FE0D-A5E2-67AC-C4A13536D174}"/>
          </ac:spMkLst>
        </pc:spChg>
        <pc:spChg chg="add del">
          <ac:chgData name="Alfonso Balandra Antelis" userId="S::abala@tec.mx::28ba9e3f-8dae-4bf5-851d-5bb8a2fa86a5" providerId="AD" clId="Web-{D63B6AA8-A56E-3261-3148-FA59A008458E}" dt="2026-10-28T17:33:22.054" v="284"/>
          <ac:spMkLst>
            <pc:docMk/>
            <pc:sldMk cId="0" sldId="271"/>
            <ac:spMk id="42" creationId="{13AF87D4-9212-DA59-6FA8-3583941D2797}"/>
          </ac:spMkLst>
        </pc:spChg>
        <pc:spChg chg="add del">
          <ac:chgData name="Alfonso Balandra Antelis" userId="S::abala@tec.mx::28ba9e3f-8dae-4bf5-851d-5bb8a2fa86a5" providerId="AD" clId="Web-{D63B6AA8-A56E-3261-3148-FA59A008458E}" dt="2026-10-28T17:33:22.054" v="284"/>
          <ac:spMkLst>
            <pc:docMk/>
            <pc:sldMk cId="0" sldId="271"/>
            <ac:spMk id="43" creationId="{73DAE36D-18CF-D130-4388-4F1BD95CE589}"/>
          </ac:spMkLst>
        </pc:spChg>
        <pc:spChg chg="add del">
          <ac:chgData name="Alfonso Balandra Antelis" userId="S::abala@tec.mx::28ba9e3f-8dae-4bf5-851d-5bb8a2fa86a5" providerId="AD" clId="Web-{D63B6AA8-A56E-3261-3148-FA59A008458E}" dt="2026-10-28T17:33:22.054" v="284"/>
          <ac:spMkLst>
            <pc:docMk/>
            <pc:sldMk cId="0" sldId="271"/>
            <ac:spMk id="44" creationId="{A10D678E-C098-A628-FDEE-8A1D10DA1F31}"/>
          </ac:spMkLst>
        </pc:spChg>
        <pc:spChg chg="add del">
          <ac:chgData name="Alfonso Balandra Antelis" userId="S::abala@tec.mx::28ba9e3f-8dae-4bf5-851d-5bb8a2fa86a5" providerId="AD" clId="Web-{D63B6AA8-A56E-3261-3148-FA59A008458E}" dt="2026-10-28T17:33:22.054" v="284"/>
          <ac:spMkLst>
            <pc:docMk/>
            <pc:sldMk cId="0" sldId="271"/>
            <ac:spMk id="45" creationId="{0450E2C6-08E2-513D-F54D-FE28011B438E}"/>
          </ac:spMkLst>
        </pc:spChg>
        <pc:spChg chg="add del">
          <ac:chgData name="Alfonso Balandra Antelis" userId="S::abala@tec.mx::28ba9e3f-8dae-4bf5-851d-5bb8a2fa86a5" providerId="AD" clId="Web-{D63B6AA8-A56E-3261-3148-FA59A008458E}" dt="2026-10-28T17:33:22.054" v="284"/>
          <ac:spMkLst>
            <pc:docMk/>
            <pc:sldMk cId="0" sldId="271"/>
            <ac:spMk id="46" creationId="{18A25A48-4065-7259-80DE-52F9DED1F09B}"/>
          </ac:spMkLst>
        </pc:spChg>
        <pc:spChg chg="add del">
          <ac:chgData name="Alfonso Balandra Antelis" userId="S::abala@tec.mx::28ba9e3f-8dae-4bf5-851d-5bb8a2fa86a5" providerId="AD" clId="Web-{D63B6AA8-A56E-3261-3148-FA59A008458E}" dt="2026-10-28T17:33:22.054" v="284"/>
          <ac:spMkLst>
            <pc:docMk/>
            <pc:sldMk cId="0" sldId="271"/>
            <ac:spMk id="47" creationId="{2256929C-9406-5A51-9F6B-6F176C754715}"/>
          </ac:spMkLst>
        </pc:spChg>
        <pc:spChg chg="add del">
          <ac:chgData name="Alfonso Balandra Antelis" userId="S::abala@tec.mx::28ba9e3f-8dae-4bf5-851d-5bb8a2fa86a5" providerId="AD" clId="Web-{D63B6AA8-A56E-3261-3148-FA59A008458E}" dt="2026-10-28T17:33:22.054" v="284"/>
          <ac:spMkLst>
            <pc:docMk/>
            <pc:sldMk cId="0" sldId="271"/>
            <ac:spMk id="48" creationId="{FA5268A7-0007-0CD5-9AE6-71BF9703C9E2}"/>
          </ac:spMkLst>
        </pc:spChg>
        <pc:spChg chg="add del">
          <ac:chgData name="Alfonso Balandra Antelis" userId="S::abala@tec.mx::28ba9e3f-8dae-4bf5-851d-5bb8a2fa86a5" providerId="AD" clId="Web-{D63B6AA8-A56E-3261-3148-FA59A008458E}" dt="2026-10-28T17:33:22.054" v="284"/>
          <ac:spMkLst>
            <pc:docMk/>
            <pc:sldMk cId="0" sldId="271"/>
            <ac:spMk id="49" creationId="{9CFAD497-1803-61DE-4F45-BDB6D7AE782D}"/>
          </ac:spMkLst>
        </pc:spChg>
        <pc:spChg chg="add del">
          <ac:chgData name="Alfonso Balandra Antelis" userId="S::abala@tec.mx::28ba9e3f-8dae-4bf5-851d-5bb8a2fa86a5" providerId="AD" clId="Web-{D63B6AA8-A56E-3261-3148-FA59A008458E}" dt="2026-10-28T17:33:13.319" v="283"/>
          <ac:spMkLst>
            <pc:docMk/>
            <pc:sldMk cId="0" sldId="271"/>
            <ac:spMk id="50" creationId="{63F400F3-717B-B7E3-8FE9-087FBB228C13}"/>
          </ac:spMkLst>
        </pc:spChg>
        <pc:spChg chg="add del">
          <ac:chgData name="Alfonso Balandra Antelis" userId="S::abala@tec.mx::28ba9e3f-8dae-4bf5-851d-5bb8a2fa86a5" providerId="AD" clId="Web-{D63B6AA8-A56E-3261-3148-FA59A008458E}" dt="2026-10-28T17:33:13.319" v="283"/>
          <ac:spMkLst>
            <pc:docMk/>
            <pc:sldMk cId="0" sldId="271"/>
            <ac:spMk id="51" creationId="{AFEC61D6-3D6F-2BFC-1C2C-5D30D416A2C5}"/>
          </ac:spMkLst>
        </pc:spChg>
        <pc:spChg chg="add del">
          <ac:chgData name="Alfonso Balandra Antelis" userId="S::abala@tec.mx::28ba9e3f-8dae-4bf5-851d-5bb8a2fa86a5" providerId="AD" clId="Web-{D63B6AA8-A56E-3261-3148-FA59A008458E}" dt="2026-10-28T17:33:13.319" v="283"/>
          <ac:spMkLst>
            <pc:docMk/>
            <pc:sldMk cId="0" sldId="271"/>
            <ac:spMk id="53" creationId="{C73A9E3A-9631-628A-7353-88CB0AB399E9}"/>
          </ac:spMkLst>
        </pc:spChg>
        <pc:spChg chg="add del">
          <ac:chgData name="Alfonso Balandra Antelis" userId="S::abala@tec.mx::28ba9e3f-8dae-4bf5-851d-5bb8a2fa86a5" providerId="AD" clId="Web-{D63B6AA8-A56E-3261-3148-FA59A008458E}" dt="2026-10-28T17:33:13.319" v="283"/>
          <ac:spMkLst>
            <pc:docMk/>
            <pc:sldMk cId="0" sldId="271"/>
            <ac:spMk id="54" creationId="{2F4244E5-A179-2F39-1E18-F441B170F9CD}"/>
          </ac:spMkLst>
        </pc:spChg>
        <pc:spChg chg="add del">
          <ac:chgData name="Alfonso Balandra Antelis" userId="S::abala@tec.mx::28ba9e3f-8dae-4bf5-851d-5bb8a2fa86a5" providerId="AD" clId="Web-{D63B6AA8-A56E-3261-3148-FA59A008458E}" dt="2026-10-28T17:33:13.319" v="283"/>
          <ac:spMkLst>
            <pc:docMk/>
            <pc:sldMk cId="0" sldId="271"/>
            <ac:spMk id="55" creationId="{EF6B6524-8B39-1314-2633-17D7103EF726}"/>
          </ac:spMkLst>
        </pc:spChg>
        <pc:spChg chg="add del">
          <ac:chgData name="Alfonso Balandra Antelis" userId="S::abala@tec.mx::28ba9e3f-8dae-4bf5-851d-5bb8a2fa86a5" providerId="AD" clId="Web-{D63B6AA8-A56E-3261-3148-FA59A008458E}" dt="2026-10-28T17:33:13.319" v="283"/>
          <ac:spMkLst>
            <pc:docMk/>
            <pc:sldMk cId="0" sldId="271"/>
            <ac:spMk id="56" creationId="{AC79F69C-2520-19B1-D126-CF548814E0D2}"/>
          </ac:spMkLst>
        </pc:spChg>
        <pc:spChg chg="add del">
          <ac:chgData name="Alfonso Balandra Antelis" userId="S::abala@tec.mx::28ba9e3f-8dae-4bf5-851d-5bb8a2fa86a5" providerId="AD" clId="Web-{D63B6AA8-A56E-3261-3148-FA59A008458E}" dt="2026-10-28T17:33:13.319" v="283"/>
          <ac:spMkLst>
            <pc:docMk/>
            <pc:sldMk cId="0" sldId="271"/>
            <ac:spMk id="57" creationId="{C60E8A20-F5B8-6F20-3343-5A511C8D1744}"/>
          </ac:spMkLst>
        </pc:spChg>
        <pc:spChg chg="add del">
          <ac:chgData name="Alfonso Balandra Antelis" userId="S::abala@tec.mx::28ba9e3f-8dae-4bf5-851d-5bb8a2fa86a5" providerId="AD" clId="Web-{D63B6AA8-A56E-3261-3148-FA59A008458E}" dt="2026-10-28T17:33:13.319" v="283"/>
          <ac:spMkLst>
            <pc:docMk/>
            <pc:sldMk cId="0" sldId="271"/>
            <ac:spMk id="58" creationId="{721FBAD8-760C-D359-A87C-FCFBEB6D9684}"/>
          </ac:spMkLst>
        </pc:spChg>
        <pc:spChg chg="add del">
          <ac:chgData name="Alfonso Balandra Antelis" userId="S::abala@tec.mx::28ba9e3f-8dae-4bf5-851d-5bb8a2fa86a5" providerId="AD" clId="Web-{D63B6AA8-A56E-3261-3148-FA59A008458E}" dt="2026-10-28T17:33:13.319" v="283"/>
          <ac:spMkLst>
            <pc:docMk/>
            <pc:sldMk cId="0" sldId="271"/>
            <ac:spMk id="59" creationId="{E1F7F0C0-FBF6-A349-8659-55482EBDFBE3}"/>
          </ac:spMkLst>
        </pc:spChg>
        <pc:spChg chg="add del">
          <ac:chgData name="Alfonso Balandra Antelis" userId="S::abala@tec.mx::28ba9e3f-8dae-4bf5-851d-5bb8a2fa86a5" providerId="AD" clId="Web-{D63B6AA8-A56E-3261-3148-FA59A008458E}" dt="2026-10-28T17:33:13.319" v="283"/>
          <ac:spMkLst>
            <pc:docMk/>
            <pc:sldMk cId="0" sldId="271"/>
            <ac:spMk id="60" creationId="{CCA5D81D-B95A-7DAF-1B49-47E391BFD25D}"/>
          </ac:spMkLst>
        </pc:spChg>
        <pc:spChg chg="add mod">
          <ac:chgData name="Alfonso Balandra Antelis" userId="S::abala@tec.mx::28ba9e3f-8dae-4bf5-851d-5bb8a2fa86a5" providerId="AD" clId="Web-{D63B6AA8-A56E-3261-3148-FA59A008458E}" dt="2026-10-28T17:35:33.309" v="370" actId="14100"/>
          <ac:spMkLst>
            <pc:docMk/>
            <pc:sldMk cId="0" sldId="271"/>
            <ac:spMk id="61" creationId="{0D7DA932-015F-1F5C-6730-3308515D89A4}"/>
          </ac:spMkLst>
        </pc:spChg>
        <pc:spChg chg="add mod">
          <ac:chgData name="Alfonso Balandra Antelis" userId="S::abala@tec.mx::28ba9e3f-8dae-4bf5-851d-5bb8a2fa86a5" providerId="AD" clId="Web-{D63B6AA8-A56E-3261-3148-FA59A008458E}" dt="2026-10-28T17:35:42.950" v="372" actId="1076"/>
          <ac:spMkLst>
            <pc:docMk/>
            <pc:sldMk cId="0" sldId="271"/>
            <ac:spMk id="62" creationId="{5CCAEEE6-858F-6ED1-D54E-66CBCE008C2C}"/>
          </ac:spMkLst>
        </pc:spChg>
        <pc:spChg chg="add mod">
          <ac:chgData name="Alfonso Balandra Antelis" userId="S::abala@tec.mx::28ba9e3f-8dae-4bf5-851d-5bb8a2fa86a5" providerId="AD" clId="Web-{D63B6AA8-A56E-3261-3148-FA59A008458E}" dt="2026-10-28T17:34:19.854" v="355"/>
          <ac:spMkLst>
            <pc:docMk/>
            <pc:sldMk cId="0" sldId="271"/>
            <ac:spMk id="63" creationId="{99A0BCE1-C809-F918-3B3A-B4D465E0F78A}"/>
          </ac:spMkLst>
        </pc:spChg>
        <pc:spChg chg="mod">
          <ac:chgData name="Alfonso Balandra Antelis" userId="S::abala@tec.mx::28ba9e3f-8dae-4bf5-851d-5bb8a2fa86a5" providerId="AD" clId="Web-{D63B6AA8-A56E-3261-3148-FA59A008458E}" dt="2026-10-28T17:36:02.263" v="376" actId="1076"/>
          <ac:spMkLst>
            <pc:docMk/>
            <pc:sldMk cId="0" sldId="271"/>
            <ac:spMk id="64" creationId="{AD020500-CA97-E3A1-0966-4A845B5121CF}"/>
          </ac:spMkLst>
        </pc:spChg>
        <pc:spChg chg="add mod">
          <ac:chgData name="Alfonso Balandra Antelis" userId="S::abala@tec.mx::28ba9e3f-8dae-4bf5-851d-5bb8a2fa86a5" providerId="AD" clId="Web-{D63B6AA8-A56E-3261-3148-FA59A008458E}" dt="2026-10-28T17:36:05.232" v="378" actId="20577"/>
          <ac:spMkLst>
            <pc:docMk/>
            <pc:sldMk cId="0" sldId="271"/>
            <ac:spMk id="65" creationId="{8741F127-2547-0A17-8ADA-6F3774B04A3D}"/>
          </ac:spMkLst>
        </pc:spChg>
        <pc:spChg chg="mod">
          <ac:chgData name="Alfonso Balandra Antelis" userId="S::abala@tec.mx::28ba9e3f-8dae-4bf5-851d-5bb8a2fa86a5" providerId="AD" clId="Web-{D63B6AA8-A56E-3261-3148-FA59A008458E}" dt="2026-10-28T17:36:15.795" v="383" actId="1076"/>
          <ac:spMkLst>
            <pc:docMk/>
            <pc:sldMk cId="0" sldId="271"/>
            <ac:spMk id="66" creationId="{74FBC49A-2B92-7852-2417-FB6733585CB9}"/>
          </ac:spMkLst>
        </pc:spChg>
        <pc:spChg chg="add mod">
          <ac:chgData name="Alfonso Balandra Antelis" userId="S::abala@tec.mx::28ba9e3f-8dae-4bf5-851d-5bb8a2fa86a5" providerId="AD" clId="Web-{D63B6AA8-A56E-3261-3148-FA59A008458E}" dt="2026-10-28T17:36:47.936" v="388" actId="20577"/>
          <ac:spMkLst>
            <pc:docMk/>
            <pc:sldMk cId="0" sldId="271"/>
            <ac:spMk id="67" creationId="{7763CC5B-7C08-2455-6946-7282D6EDFF8B}"/>
          </ac:spMkLst>
        </pc:spChg>
        <pc:spChg chg="add mod">
          <ac:chgData name="Alfonso Balandra Antelis" userId="S::abala@tec.mx::28ba9e3f-8dae-4bf5-851d-5bb8a2fa86a5" providerId="AD" clId="Web-{D63B6AA8-A56E-3261-3148-FA59A008458E}" dt="2026-10-28T17:36:13.482" v="381" actId="1076"/>
          <ac:spMkLst>
            <pc:docMk/>
            <pc:sldMk cId="0" sldId="271"/>
            <ac:spMk id="68" creationId="{608027BF-D4CA-D7EF-5C0F-39671F746506}"/>
          </ac:spMkLst>
        </pc:spChg>
        <pc:spChg chg="add mod">
          <ac:chgData name="Alfonso Balandra Antelis" userId="S::abala@tec.mx::28ba9e3f-8dae-4bf5-851d-5bb8a2fa86a5" providerId="AD" clId="Web-{D63B6AA8-A56E-3261-3148-FA59A008458E}" dt="2026-10-28T17:37:45.703" v="415" actId="20577"/>
          <ac:spMkLst>
            <pc:docMk/>
            <pc:sldMk cId="0" sldId="271"/>
            <ac:spMk id="69" creationId="{C37B563F-3C19-417D-ED05-2DD2649A8C28}"/>
          </ac:spMkLst>
        </pc:spChg>
        <pc:spChg chg="add mod">
          <ac:chgData name="Alfonso Balandra Antelis" userId="S::abala@tec.mx::28ba9e3f-8dae-4bf5-851d-5bb8a2fa86a5" providerId="AD" clId="Web-{D63B6AA8-A56E-3261-3148-FA59A008458E}" dt="2026-10-28T17:35:56.372" v="375" actId="1076"/>
          <ac:spMkLst>
            <pc:docMk/>
            <pc:sldMk cId="0" sldId="271"/>
            <ac:spMk id="70" creationId="{750E08CF-279B-B1AC-72A0-76256F47829C}"/>
          </ac:spMkLst>
        </pc:spChg>
        <pc:spChg chg="add mod ord">
          <ac:chgData name="Alfonso Balandra Antelis" userId="S::abala@tec.mx::28ba9e3f-8dae-4bf5-851d-5bb8a2fa86a5" providerId="AD" clId="Web-{D63B6AA8-A56E-3261-3148-FA59A008458E}" dt="2026-10-28T17:35:56.357" v="374" actId="1076"/>
          <ac:spMkLst>
            <pc:docMk/>
            <pc:sldMk cId="0" sldId="271"/>
            <ac:spMk id="71" creationId="{48474D14-99B7-0066-3B44-E13F1B670C09}"/>
          </ac:spMkLst>
        </pc:spChg>
        <pc:spChg chg="add del mod">
          <ac:chgData name="Alfonso Balandra Antelis" userId="S::abala@tec.mx::28ba9e3f-8dae-4bf5-851d-5bb8a2fa86a5" providerId="AD" clId="Web-{D63B6AA8-A56E-3261-3148-FA59A008458E}" dt="2026-10-28T17:35:04.355" v="364"/>
          <ac:spMkLst>
            <pc:docMk/>
            <pc:sldMk cId="0" sldId="271"/>
            <ac:spMk id="72" creationId="{8382CB68-2DFE-D2C5-3E85-284F3CF56593}"/>
          </ac:spMkLst>
        </pc:spChg>
        <pc:picChg chg="mod">
          <ac:chgData name="Alfonso Balandra Antelis" userId="S::abala@tec.mx::28ba9e3f-8dae-4bf5-851d-5bb8a2fa86a5" providerId="AD" clId="Web-{D63B6AA8-A56E-3261-3148-FA59A008458E}" dt="2026-10-28T17:32:12.691" v="246" actId="1076"/>
          <ac:picMkLst>
            <pc:docMk/>
            <pc:sldMk cId="0" sldId="271"/>
            <ac:picMk id="2" creationId="{00000000-0000-0000-0000-000000000000}"/>
          </ac:picMkLst>
        </pc:picChg>
        <pc:picChg chg="del mod">
          <ac:chgData name="Alfonso Balandra Antelis" userId="S::abala@tec.mx::28ba9e3f-8dae-4bf5-851d-5bb8a2fa86a5" providerId="AD" clId="Web-{D63B6AA8-A56E-3261-3148-FA59A008458E}" dt="2026-10-28T17:31:14.608" v="157"/>
          <ac:picMkLst>
            <pc:docMk/>
            <pc:sldMk cId="0" sldId="271"/>
            <ac:picMk id="25" creationId="{00000000-0000-0000-0000-000000000000}"/>
          </ac:picMkLst>
        </pc:picChg>
      </pc:sldChg>
      <pc:sldChg chg="addSp delSp modSp del ord">
        <pc:chgData name="Alfonso Balandra Antelis" userId="S::abala@tec.mx::28ba9e3f-8dae-4bf5-851d-5bb8a2fa86a5" providerId="AD" clId="Web-{D63B6AA8-A56E-3261-3148-FA59A008458E}" dt="2026-10-28T17:37:49.344" v="416"/>
        <pc:sldMkLst>
          <pc:docMk/>
          <pc:sldMk cId="0" sldId="272"/>
        </pc:sldMkLst>
        <pc:spChg chg="del">
          <ac:chgData name="Alfonso Balandra Antelis" userId="S::abala@tec.mx::28ba9e3f-8dae-4bf5-851d-5bb8a2fa86a5" providerId="AD" clId="Web-{D63B6AA8-A56E-3261-3148-FA59A008458E}" dt="2026-10-28T16:50:21.696" v="83"/>
          <ac:spMkLst>
            <pc:docMk/>
            <pc:sldMk cId="0" sldId="272"/>
            <ac:spMk id="3" creationId="{00000000-0000-0000-0000-000000000000}"/>
          </ac:spMkLst>
        </pc:spChg>
        <pc:spChg chg="del">
          <ac:chgData name="Alfonso Balandra Antelis" userId="S::abala@tec.mx::28ba9e3f-8dae-4bf5-851d-5bb8a2fa86a5" providerId="AD" clId="Web-{D63B6AA8-A56E-3261-3148-FA59A008458E}" dt="2026-10-28T16:50:21.696" v="82"/>
          <ac:spMkLst>
            <pc:docMk/>
            <pc:sldMk cId="0" sldId="272"/>
            <ac:spMk id="4" creationId="{00000000-0000-0000-0000-000000000000}"/>
          </ac:spMkLst>
        </pc:spChg>
        <pc:spChg chg="mod">
          <ac:chgData name="Alfonso Balandra Antelis" userId="S::abala@tec.mx::28ba9e3f-8dae-4bf5-851d-5bb8a2fa86a5" providerId="AD" clId="Web-{D63B6AA8-A56E-3261-3148-FA59A008458E}" dt="2026-10-28T17:28:40.748" v="87" actId="1076"/>
          <ac:spMkLst>
            <pc:docMk/>
            <pc:sldMk cId="0" sldId="272"/>
            <ac:spMk id="5" creationId="{00000000-0000-0000-0000-000000000000}"/>
          </ac:spMkLst>
        </pc:spChg>
        <pc:spChg chg="mod">
          <ac:chgData name="Alfonso Balandra Antelis" userId="S::abala@tec.mx::28ba9e3f-8dae-4bf5-851d-5bb8a2fa86a5" providerId="AD" clId="Web-{D63B6AA8-A56E-3261-3148-FA59A008458E}" dt="2026-10-28T16:50:26.665" v="85" actId="1076"/>
          <ac:spMkLst>
            <pc:docMk/>
            <pc:sldMk cId="0" sldId="272"/>
            <ac:spMk id="6" creationId="{00000000-0000-0000-0000-000000000000}"/>
          </ac:spMkLst>
        </pc:spChg>
        <pc:spChg chg="add del">
          <ac:chgData name="Alfonso Balandra Antelis" userId="S::abala@tec.mx::28ba9e3f-8dae-4bf5-851d-5bb8a2fa86a5" providerId="AD" clId="Web-{D63B6AA8-A56E-3261-3148-FA59A008458E}" dt="2026-10-28T17:33:40.774" v="329"/>
          <ac:spMkLst>
            <pc:docMk/>
            <pc:sldMk cId="0" sldId="272"/>
            <ac:spMk id="7" creationId="{00000000-0000-0000-0000-000000000000}"/>
          </ac:spMkLst>
        </pc:spChg>
        <pc:spChg chg="add del">
          <ac:chgData name="Alfonso Balandra Antelis" userId="S::abala@tec.mx::28ba9e3f-8dae-4bf5-851d-5bb8a2fa86a5" providerId="AD" clId="Web-{D63B6AA8-A56E-3261-3148-FA59A008458E}" dt="2026-10-28T17:33:40.774" v="328"/>
          <ac:spMkLst>
            <pc:docMk/>
            <pc:sldMk cId="0" sldId="272"/>
            <ac:spMk id="8" creationId="{00000000-0000-0000-0000-000000000000}"/>
          </ac:spMkLst>
        </pc:spChg>
        <pc:spChg chg="add del">
          <ac:chgData name="Alfonso Balandra Antelis" userId="S::abala@tec.mx::28ba9e3f-8dae-4bf5-851d-5bb8a2fa86a5" providerId="AD" clId="Web-{D63B6AA8-A56E-3261-3148-FA59A008458E}" dt="2026-10-28T17:33:40.774" v="327"/>
          <ac:spMkLst>
            <pc:docMk/>
            <pc:sldMk cId="0" sldId="272"/>
            <ac:spMk id="9" creationId="{00000000-0000-0000-0000-000000000000}"/>
          </ac:spMkLst>
        </pc:spChg>
        <pc:spChg chg="add del mod">
          <ac:chgData name="Alfonso Balandra Antelis" userId="S::abala@tec.mx::28ba9e3f-8dae-4bf5-851d-5bb8a2fa86a5" providerId="AD" clId="Web-{D63B6AA8-A56E-3261-3148-FA59A008458E}" dt="2026-10-28T17:33:40.774" v="326"/>
          <ac:spMkLst>
            <pc:docMk/>
            <pc:sldMk cId="0" sldId="272"/>
            <ac:spMk id="10" creationId="{00000000-0000-0000-0000-000000000000}"/>
          </ac:spMkLst>
        </pc:spChg>
        <pc:spChg chg="add del">
          <ac:chgData name="Alfonso Balandra Antelis" userId="S::abala@tec.mx::28ba9e3f-8dae-4bf5-851d-5bb8a2fa86a5" providerId="AD" clId="Web-{D63B6AA8-A56E-3261-3148-FA59A008458E}" dt="2026-10-28T17:33:40.774" v="325"/>
          <ac:spMkLst>
            <pc:docMk/>
            <pc:sldMk cId="0" sldId="272"/>
            <ac:spMk id="11" creationId="{00000000-0000-0000-0000-000000000000}"/>
          </ac:spMkLst>
        </pc:spChg>
        <pc:spChg chg="add del">
          <ac:chgData name="Alfonso Balandra Antelis" userId="S::abala@tec.mx::28ba9e3f-8dae-4bf5-851d-5bb8a2fa86a5" providerId="AD" clId="Web-{D63B6AA8-A56E-3261-3148-FA59A008458E}" dt="2026-10-28T17:33:40.774" v="324"/>
          <ac:spMkLst>
            <pc:docMk/>
            <pc:sldMk cId="0" sldId="272"/>
            <ac:spMk id="12" creationId="{00000000-0000-0000-0000-000000000000}"/>
          </ac:spMkLst>
        </pc:spChg>
        <pc:spChg chg="add del">
          <ac:chgData name="Alfonso Balandra Antelis" userId="S::abala@tec.mx::28ba9e3f-8dae-4bf5-851d-5bb8a2fa86a5" providerId="AD" clId="Web-{D63B6AA8-A56E-3261-3148-FA59A008458E}" dt="2026-10-28T17:33:40.774" v="323"/>
          <ac:spMkLst>
            <pc:docMk/>
            <pc:sldMk cId="0" sldId="272"/>
            <ac:spMk id="13" creationId="{00000000-0000-0000-0000-000000000000}"/>
          </ac:spMkLst>
        </pc:spChg>
        <pc:spChg chg="add del">
          <ac:chgData name="Alfonso Balandra Antelis" userId="S::abala@tec.mx::28ba9e3f-8dae-4bf5-851d-5bb8a2fa86a5" providerId="AD" clId="Web-{D63B6AA8-A56E-3261-3148-FA59A008458E}" dt="2026-10-28T17:33:40.774" v="322"/>
          <ac:spMkLst>
            <pc:docMk/>
            <pc:sldMk cId="0" sldId="272"/>
            <ac:spMk id="14" creationId="{00000000-0000-0000-0000-000000000000}"/>
          </ac:spMkLst>
        </pc:spChg>
        <pc:spChg chg="add del">
          <ac:chgData name="Alfonso Balandra Antelis" userId="S::abala@tec.mx::28ba9e3f-8dae-4bf5-851d-5bb8a2fa86a5" providerId="AD" clId="Web-{D63B6AA8-A56E-3261-3148-FA59A008458E}" dt="2026-10-28T17:33:40.774" v="321"/>
          <ac:spMkLst>
            <pc:docMk/>
            <pc:sldMk cId="0" sldId="272"/>
            <ac:spMk id="15" creationId="{00000000-0000-0000-0000-000000000000}"/>
          </ac:spMkLst>
        </pc:spChg>
        <pc:spChg chg="del">
          <ac:chgData name="Alfonso Balandra Antelis" userId="S::abala@tec.mx::28ba9e3f-8dae-4bf5-851d-5bb8a2fa86a5" providerId="AD" clId="Web-{D63B6AA8-A56E-3261-3148-FA59A008458E}" dt="2026-10-28T17:28:59.141" v="101"/>
          <ac:spMkLst>
            <pc:docMk/>
            <pc:sldMk cId="0" sldId="272"/>
            <ac:spMk id="16" creationId="{00000000-0000-0000-0000-000000000000}"/>
          </ac:spMkLst>
        </pc:spChg>
        <pc:spChg chg="del">
          <ac:chgData name="Alfonso Balandra Antelis" userId="S::abala@tec.mx::28ba9e3f-8dae-4bf5-851d-5bb8a2fa86a5" providerId="AD" clId="Web-{D63B6AA8-A56E-3261-3148-FA59A008458E}" dt="2026-10-28T17:28:59.125" v="100"/>
          <ac:spMkLst>
            <pc:docMk/>
            <pc:sldMk cId="0" sldId="272"/>
            <ac:spMk id="17" creationId="{00000000-0000-0000-0000-000000000000}"/>
          </ac:spMkLst>
        </pc:spChg>
        <pc:spChg chg="del">
          <ac:chgData name="Alfonso Balandra Antelis" userId="S::abala@tec.mx::28ba9e3f-8dae-4bf5-851d-5bb8a2fa86a5" providerId="AD" clId="Web-{D63B6AA8-A56E-3261-3148-FA59A008458E}" dt="2026-10-28T17:28:59.125" v="99"/>
          <ac:spMkLst>
            <pc:docMk/>
            <pc:sldMk cId="0" sldId="272"/>
            <ac:spMk id="18" creationId="{00000000-0000-0000-0000-000000000000}"/>
          </ac:spMkLst>
        </pc:spChg>
        <pc:spChg chg="del">
          <ac:chgData name="Alfonso Balandra Antelis" userId="S::abala@tec.mx::28ba9e3f-8dae-4bf5-851d-5bb8a2fa86a5" providerId="AD" clId="Web-{D63B6AA8-A56E-3261-3148-FA59A008458E}" dt="2026-10-28T17:28:59.125" v="98"/>
          <ac:spMkLst>
            <pc:docMk/>
            <pc:sldMk cId="0" sldId="272"/>
            <ac:spMk id="19" creationId="{00000000-0000-0000-0000-000000000000}"/>
          </ac:spMkLst>
        </pc:spChg>
        <pc:spChg chg="del">
          <ac:chgData name="Alfonso Balandra Antelis" userId="S::abala@tec.mx::28ba9e3f-8dae-4bf5-851d-5bb8a2fa86a5" providerId="AD" clId="Web-{D63B6AA8-A56E-3261-3148-FA59A008458E}" dt="2026-10-28T17:28:59.125" v="97"/>
          <ac:spMkLst>
            <pc:docMk/>
            <pc:sldMk cId="0" sldId="272"/>
            <ac:spMk id="20" creationId="{00000000-0000-0000-0000-000000000000}"/>
          </ac:spMkLst>
        </pc:spChg>
        <pc:spChg chg="del">
          <ac:chgData name="Alfonso Balandra Antelis" userId="S::abala@tec.mx::28ba9e3f-8dae-4bf5-851d-5bb8a2fa86a5" providerId="AD" clId="Web-{D63B6AA8-A56E-3261-3148-FA59A008458E}" dt="2026-10-28T17:28:59.125" v="96"/>
          <ac:spMkLst>
            <pc:docMk/>
            <pc:sldMk cId="0" sldId="272"/>
            <ac:spMk id="21" creationId="{00000000-0000-0000-0000-000000000000}"/>
          </ac:spMkLst>
        </pc:spChg>
        <pc:spChg chg="del">
          <ac:chgData name="Alfonso Balandra Antelis" userId="S::abala@tec.mx::28ba9e3f-8dae-4bf5-851d-5bb8a2fa86a5" providerId="AD" clId="Web-{D63B6AA8-A56E-3261-3148-FA59A008458E}" dt="2026-10-28T17:28:59.125" v="95"/>
          <ac:spMkLst>
            <pc:docMk/>
            <pc:sldMk cId="0" sldId="272"/>
            <ac:spMk id="22" creationId="{00000000-0000-0000-0000-000000000000}"/>
          </ac:spMkLst>
        </pc:spChg>
        <pc:spChg chg="del">
          <ac:chgData name="Alfonso Balandra Antelis" userId="S::abala@tec.mx::28ba9e3f-8dae-4bf5-851d-5bb8a2fa86a5" providerId="AD" clId="Web-{D63B6AA8-A56E-3261-3148-FA59A008458E}" dt="2026-10-28T17:28:59.125" v="94"/>
          <ac:spMkLst>
            <pc:docMk/>
            <pc:sldMk cId="0" sldId="272"/>
            <ac:spMk id="23" creationId="{00000000-0000-0000-0000-000000000000}"/>
          </ac:spMkLst>
        </pc:spChg>
        <pc:spChg chg="del">
          <ac:chgData name="Alfonso Balandra Antelis" userId="S::abala@tec.mx::28ba9e3f-8dae-4bf5-851d-5bb8a2fa86a5" providerId="AD" clId="Web-{D63B6AA8-A56E-3261-3148-FA59A008458E}" dt="2026-10-28T17:28:59.125" v="93"/>
          <ac:spMkLst>
            <pc:docMk/>
            <pc:sldMk cId="0" sldId="272"/>
            <ac:spMk id="24" creationId="{00000000-0000-0000-0000-000000000000}"/>
          </ac:spMkLst>
        </pc:spChg>
        <pc:spChg chg="del">
          <ac:chgData name="Alfonso Balandra Antelis" userId="S::abala@tec.mx::28ba9e3f-8dae-4bf5-851d-5bb8a2fa86a5" providerId="AD" clId="Web-{D63B6AA8-A56E-3261-3148-FA59A008458E}" dt="2026-10-28T17:28:59.125" v="92"/>
          <ac:spMkLst>
            <pc:docMk/>
            <pc:sldMk cId="0" sldId="272"/>
            <ac:spMk id="25" creationId="{00000000-0000-0000-0000-000000000000}"/>
          </ac:spMkLst>
        </pc:spChg>
        <pc:spChg chg="del">
          <ac:chgData name="Alfonso Balandra Antelis" userId="S::abala@tec.mx::28ba9e3f-8dae-4bf5-851d-5bb8a2fa86a5" providerId="AD" clId="Web-{D63B6AA8-A56E-3261-3148-FA59A008458E}" dt="2026-10-28T17:28:59.125" v="91"/>
          <ac:spMkLst>
            <pc:docMk/>
            <pc:sldMk cId="0" sldId="272"/>
            <ac:spMk id="26" creationId="{00000000-0000-0000-0000-000000000000}"/>
          </ac:spMkLst>
        </pc:spChg>
        <pc:spChg chg="del">
          <ac:chgData name="Alfonso Balandra Antelis" userId="S::abala@tec.mx::28ba9e3f-8dae-4bf5-851d-5bb8a2fa86a5" providerId="AD" clId="Web-{D63B6AA8-A56E-3261-3148-FA59A008458E}" dt="2026-10-28T17:28:59.125" v="90"/>
          <ac:spMkLst>
            <pc:docMk/>
            <pc:sldMk cId="0" sldId="272"/>
            <ac:spMk id="27" creationId="{00000000-0000-0000-0000-000000000000}"/>
          </ac:spMkLst>
        </pc:spChg>
        <pc:spChg chg="del">
          <ac:chgData name="Alfonso Balandra Antelis" userId="S::abala@tec.mx::28ba9e3f-8dae-4bf5-851d-5bb8a2fa86a5" providerId="AD" clId="Web-{D63B6AA8-A56E-3261-3148-FA59A008458E}" dt="2026-10-28T17:28:59.125" v="89"/>
          <ac:spMkLst>
            <pc:docMk/>
            <pc:sldMk cId="0" sldId="272"/>
            <ac:spMk id="28" creationId="{00000000-0000-0000-0000-000000000000}"/>
          </ac:spMkLst>
        </pc:spChg>
        <pc:spChg chg="add del mod">
          <ac:chgData name="Alfonso Balandra Antelis" userId="S::abala@tec.mx::28ba9e3f-8dae-4bf5-851d-5bb8a2fa86a5" providerId="AD" clId="Web-{D63B6AA8-A56E-3261-3148-FA59A008458E}" dt="2026-10-28T17:33:40.774" v="320"/>
          <ac:spMkLst>
            <pc:docMk/>
            <pc:sldMk cId="0" sldId="272"/>
            <ac:spMk id="29" creationId="{00000000-0000-0000-0000-000000000000}"/>
          </ac:spMkLst>
        </pc:spChg>
        <pc:spChg chg="add del mod">
          <ac:chgData name="Alfonso Balandra Antelis" userId="S::abala@tec.mx::28ba9e3f-8dae-4bf5-851d-5bb8a2fa86a5" providerId="AD" clId="Web-{D63B6AA8-A56E-3261-3148-FA59A008458E}" dt="2026-10-28T17:33:40.774" v="319"/>
          <ac:spMkLst>
            <pc:docMk/>
            <pc:sldMk cId="0" sldId="272"/>
            <ac:spMk id="30" creationId="{00000000-0000-0000-0000-000000000000}"/>
          </ac:spMkLst>
        </pc:spChg>
        <pc:spChg chg="add del mod">
          <ac:chgData name="Alfonso Balandra Antelis" userId="S::abala@tec.mx::28ba9e3f-8dae-4bf5-851d-5bb8a2fa86a5" providerId="AD" clId="Web-{D63B6AA8-A56E-3261-3148-FA59A008458E}" dt="2026-10-28T17:33:40.774" v="318"/>
          <ac:spMkLst>
            <pc:docMk/>
            <pc:sldMk cId="0" sldId="272"/>
            <ac:spMk id="31" creationId="{00000000-0000-0000-0000-000000000000}"/>
          </ac:spMkLst>
        </pc:spChg>
      </pc:sldChg>
      <pc:sldChg chg="delSp modSp del">
        <pc:chgData name="Alfonso Balandra Antelis" userId="S::abala@tec.mx::28ba9e3f-8dae-4bf5-851d-5bb8a2fa86a5" providerId="AD" clId="Web-{D63B6AA8-A56E-3261-3148-FA59A008458E}" dt="2026-10-28T17:38:54.735" v="441"/>
        <pc:sldMkLst>
          <pc:docMk/>
          <pc:sldMk cId="0" sldId="273"/>
        </pc:sldMkLst>
        <pc:spChg chg="del">
          <ac:chgData name="Alfonso Balandra Antelis" userId="S::abala@tec.mx::28ba9e3f-8dae-4bf5-851d-5bb8a2fa86a5" providerId="AD" clId="Web-{D63B6AA8-A56E-3261-3148-FA59A008458E}" dt="2026-10-28T17:38:04.703" v="419"/>
          <ac:spMkLst>
            <pc:docMk/>
            <pc:sldMk cId="0" sldId="273"/>
            <ac:spMk id="3" creationId="{00000000-0000-0000-0000-000000000000}"/>
          </ac:spMkLst>
        </pc:spChg>
        <pc:spChg chg="del">
          <ac:chgData name="Alfonso Balandra Antelis" userId="S::abala@tec.mx::28ba9e3f-8dae-4bf5-851d-5bb8a2fa86a5" providerId="AD" clId="Web-{D63B6AA8-A56E-3261-3148-FA59A008458E}" dt="2026-10-28T17:38:04.703" v="418"/>
          <ac:spMkLst>
            <pc:docMk/>
            <pc:sldMk cId="0" sldId="273"/>
            <ac:spMk id="4" creationId="{00000000-0000-0000-0000-000000000000}"/>
          </ac:spMkLst>
        </pc:spChg>
        <pc:spChg chg="mod">
          <ac:chgData name="Alfonso Balandra Antelis" userId="S::abala@tec.mx::28ba9e3f-8dae-4bf5-851d-5bb8a2fa86a5" providerId="AD" clId="Web-{D63B6AA8-A56E-3261-3148-FA59A008458E}" dt="2026-10-28T17:38:30.829" v="439" actId="20577"/>
          <ac:spMkLst>
            <pc:docMk/>
            <pc:sldMk cId="0" sldId="273"/>
            <ac:spMk id="5" creationId="{00000000-0000-0000-0000-000000000000}"/>
          </ac:spMkLst>
        </pc:spChg>
        <pc:spChg chg="del mod">
          <ac:chgData name="Alfonso Balandra Antelis" userId="S::abala@tec.mx::28ba9e3f-8dae-4bf5-851d-5bb8a2fa86a5" providerId="AD" clId="Web-{D63B6AA8-A56E-3261-3148-FA59A008458E}" dt="2026-10-28T17:38:36.610" v="440"/>
          <ac:spMkLst>
            <pc:docMk/>
            <pc:sldMk cId="0" sldId="273"/>
            <ac:spMk id="6" creationId="{00000000-0000-0000-0000-000000000000}"/>
          </ac:spMkLst>
        </pc:spChg>
      </pc:sldChg>
      <pc:sldChg chg="del">
        <pc:chgData name="Alfonso Balandra Antelis" userId="S::abala@tec.mx::28ba9e3f-8dae-4bf5-851d-5bb8a2fa86a5" providerId="AD" clId="Web-{D63B6AA8-A56E-3261-3148-FA59A008458E}" dt="2026-10-28T17:38:57.970" v="442"/>
        <pc:sldMkLst>
          <pc:docMk/>
          <pc:sldMk cId="0" sldId="274"/>
        </pc:sldMkLst>
      </pc:sldChg>
      <pc:sldChg chg="modSp">
        <pc:chgData name="Alfonso Balandra Antelis" userId="S::abala@tec.mx::28ba9e3f-8dae-4bf5-851d-5bb8a2fa86a5" providerId="AD" clId="Web-{D63B6AA8-A56E-3261-3148-FA59A008458E}" dt="2026-10-28T17:39:41.142" v="474" actId="1076"/>
        <pc:sldMkLst>
          <pc:docMk/>
          <pc:sldMk cId="0" sldId="275"/>
        </pc:sldMkLst>
        <pc:spChg chg="mod">
          <ac:chgData name="Alfonso Balandra Antelis" userId="S::abala@tec.mx::28ba9e3f-8dae-4bf5-851d-5bb8a2fa86a5" providerId="AD" clId="Web-{D63B6AA8-A56E-3261-3148-FA59A008458E}" dt="2026-10-28T17:39:41.142" v="474" actId="1076"/>
          <ac:spMkLst>
            <pc:docMk/>
            <pc:sldMk cId="0" sldId="275"/>
            <ac:spMk id="5" creationId="{00000000-0000-0000-0000-000000000000}"/>
          </ac:spMkLst>
        </pc:spChg>
      </pc:sldChg>
      <pc:sldChg chg="delSp modSp add replId">
        <pc:chgData name="Alfonso Balandra Antelis" userId="S::abala@tec.mx::28ba9e3f-8dae-4bf5-851d-5bb8a2fa86a5" providerId="AD" clId="Web-{D63B6AA8-A56E-3261-3148-FA59A008458E}" dt="2026-10-28T17:37:59.391" v="417" actId="20577"/>
        <pc:sldMkLst>
          <pc:docMk/>
          <pc:sldMk cId="458501406" sldId="280"/>
        </pc:sldMkLst>
        <pc:spChg chg="mod">
          <ac:chgData name="Alfonso Balandra Antelis" userId="S::abala@tec.mx::28ba9e3f-8dae-4bf5-851d-5bb8a2fa86a5" providerId="AD" clId="Web-{D63B6AA8-A56E-3261-3148-FA59A008458E}" dt="2026-10-28T17:30:48.059" v="154" actId="1076"/>
          <ac:spMkLst>
            <pc:docMk/>
            <pc:sldMk cId="458501406" sldId="280"/>
            <ac:spMk id="5" creationId="{5F6AC15B-8F95-1FF7-B18A-15051D06D1BC}"/>
          </ac:spMkLst>
        </pc:spChg>
        <pc:spChg chg="del">
          <ac:chgData name="Alfonso Balandra Antelis" userId="S::abala@tec.mx::28ba9e3f-8dae-4bf5-851d-5bb8a2fa86a5" providerId="AD" clId="Web-{D63B6AA8-A56E-3261-3148-FA59A008458E}" dt="2026-10-28T17:29:56.710" v="119"/>
          <ac:spMkLst>
            <pc:docMk/>
            <pc:sldMk cId="458501406" sldId="280"/>
            <ac:spMk id="7" creationId="{2AD59BA3-57E3-F358-FA68-9CFE56CB88D4}"/>
          </ac:spMkLst>
        </pc:spChg>
        <pc:spChg chg="del">
          <ac:chgData name="Alfonso Balandra Antelis" userId="S::abala@tec.mx::28ba9e3f-8dae-4bf5-851d-5bb8a2fa86a5" providerId="AD" clId="Web-{D63B6AA8-A56E-3261-3148-FA59A008458E}" dt="2026-10-28T17:29:56.710" v="118"/>
          <ac:spMkLst>
            <pc:docMk/>
            <pc:sldMk cId="458501406" sldId="280"/>
            <ac:spMk id="8" creationId="{97718D36-B484-411F-369C-45498E01730B}"/>
          </ac:spMkLst>
        </pc:spChg>
        <pc:spChg chg="del">
          <ac:chgData name="Alfonso Balandra Antelis" userId="S::abala@tec.mx::28ba9e3f-8dae-4bf5-851d-5bb8a2fa86a5" providerId="AD" clId="Web-{D63B6AA8-A56E-3261-3148-FA59A008458E}" dt="2026-10-28T17:29:56.710" v="117"/>
          <ac:spMkLst>
            <pc:docMk/>
            <pc:sldMk cId="458501406" sldId="280"/>
            <ac:spMk id="9" creationId="{9D373FEE-5E1B-02F7-62BA-78E9D9AB38B9}"/>
          </ac:spMkLst>
        </pc:spChg>
        <pc:spChg chg="del">
          <ac:chgData name="Alfonso Balandra Antelis" userId="S::abala@tec.mx::28ba9e3f-8dae-4bf5-851d-5bb8a2fa86a5" providerId="AD" clId="Web-{D63B6AA8-A56E-3261-3148-FA59A008458E}" dt="2026-10-28T17:29:56.710" v="116"/>
          <ac:spMkLst>
            <pc:docMk/>
            <pc:sldMk cId="458501406" sldId="280"/>
            <ac:spMk id="10" creationId="{3128214A-C565-7F1A-D23C-43AC2B2D535D}"/>
          </ac:spMkLst>
        </pc:spChg>
        <pc:spChg chg="del">
          <ac:chgData name="Alfonso Balandra Antelis" userId="S::abala@tec.mx::28ba9e3f-8dae-4bf5-851d-5bb8a2fa86a5" providerId="AD" clId="Web-{D63B6AA8-A56E-3261-3148-FA59A008458E}" dt="2026-10-28T17:29:56.710" v="115"/>
          <ac:spMkLst>
            <pc:docMk/>
            <pc:sldMk cId="458501406" sldId="280"/>
            <ac:spMk id="11" creationId="{C76D055A-176E-2D84-AE8F-FBE4FFBB384A}"/>
          </ac:spMkLst>
        </pc:spChg>
        <pc:spChg chg="del">
          <ac:chgData name="Alfonso Balandra Antelis" userId="S::abala@tec.mx::28ba9e3f-8dae-4bf5-851d-5bb8a2fa86a5" providerId="AD" clId="Web-{D63B6AA8-A56E-3261-3148-FA59A008458E}" dt="2026-10-28T17:29:56.710" v="114"/>
          <ac:spMkLst>
            <pc:docMk/>
            <pc:sldMk cId="458501406" sldId="280"/>
            <ac:spMk id="12" creationId="{23B5658A-3E94-7865-B060-5C2AE26FD620}"/>
          </ac:spMkLst>
        </pc:spChg>
        <pc:spChg chg="del">
          <ac:chgData name="Alfonso Balandra Antelis" userId="S::abala@tec.mx::28ba9e3f-8dae-4bf5-851d-5bb8a2fa86a5" providerId="AD" clId="Web-{D63B6AA8-A56E-3261-3148-FA59A008458E}" dt="2026-10-28T17:29:56.710" v="113"/>
          <ac:spMkLst>
            <pc:docMk/>
            <pc:sldMk cId="458501406" sldId="280"/>
            <ac:spMk id="13" creationId="{730E482F-4E78-2EA3-7A28-0C6CB22AA4F0}"/>
          </ac:spMkLst>
        </pc:spChg>
        <pc:spChg chg="del">
          <ac:chgData name="Alfonso Balandra Antelis" userId="S::abala@tec.mx::28ba9e3f-8dae-4bf5-851d-5bb8a2fa86a5" providerId="AD" clId="Web-{D63B6AA8-A56E-3261-3148-FA59A008458E}" dt="2026-10-28T17:29:56.710" v="112"/>
          <ac:spMkLst>
            <pc:docMk/>
            <pc:sldMk cId="458501406" sldId="280"/>
            <ac:spMk id="14" creationId="{8B4F7C80-5FDF-B1AF-54D9-56F0F52BE618}"/>
          </ac:spMkLst>
        </pc:spChg>
        <pc:spChg chg="del">
          <ac:chgData name="Alfonso Balandra Antelis" userId="S::abala@tec.mx::28ba9e3f-8dae-4bf5-851d-5bb8a2fa86a5" providerId="AD" clId="Web-{D63B6AA8-A56E-3261-3148-FA59A008458E}" dt="2026-10-28T17:29:56.710" v="111"/>
          <ac:spMkLst>
            <pc:docMk/>
            <pc:sldMk cId="458501406" sldId="280"/>
            <ac:spMk id="15" creationId="{079055E4-91A9-ABC8-D0D2-E6FACA257EC3}"/>
          </ac:spMkLst>
        </pc:spChg>
        <pc:spChg chg="mod">
          <ac:chgData name="Alfonso Balandra Antelis" userId="S::abala@tec.mx::28ba9e3f-8dae-4bf5-851d-5bb8a2fa86a5" providerId="AD" clId="Web-{D63B6AA8-A56E-3261-3148-FA59A008458E}" dt="2026-10-28T17:30:31.401" v="139" actId="1076"/>
          <ac:spMkLst>
            <pc:docMk/>
            <pc:sldMk cId="458501406" sldId="280"/>
            <ac:spMk id="16" creationId="{23B0CDC1-DB63-5245-FEE1-8F4769D87F25}"/>
          </ac:spMkLst>
        </pc:spChg>
        <pc:spChg chg="mod">
          <ac:chgData name="Alfonso Balandra Antelis" userId="S::abala@tec.mx::28ba9e3f-8dae-4bf5-851d-5bb8a2fa86a5" providerId="AD" clId="Web-{D63B6AA8-A56E-3261-3148-FA59A008458E}" dt="2026-10-28T17:30:31.433" v="140" actId="1076"/>
          <ac:spMkLst>
            <pc:docMk/>
            <pc:sldMk cId="458501406" sldId="280"/>
            <ac:spMk id="17" creationId="{BE73FD6E-0A78-7E13-2DC5-A8424889A542}"/>
          </ac:spMkLst>
        </pc:spChg>
        <pc:spChg chg="mod">
          <ac:chgData name="Alfonso Balandra Antelis" userId="S::abala@tec.mx::28ba9e3f-8dae-4bf5-851d-5bb8a2fa86a5" providerId="AD" clId="Web-{D63B6AA8-A56E-3261-3148-FA59A008458E}" dt="2026-10-28T17:37:59.391" v="417" actId="20577"/>
          <ac:spMkLst>
            <pc:docMk/>
            <pc:sldMk cId="458501406" sldId="280"/>
            <ac:spMk id="18" creationId="{5416B11B-8A13-8610-AA42-B53592EBE7E8}"/>
          </ac:spMkLst>
        </pc:spChg>
        <pc:spChg chg="mod">
          <ac:chgData name="Alfonso Balandra Antelis" userId="S::abala@tec.mx::28ba9e3f-8dae-4bf5-851d-5bb8a2fa86a5" providerId="AD" clId="Web-{D63B6AA8-A56E-3261-3148-FA59A008458E}" dt="2026-10-28T17:30:31.480" v="142" actId="1076"/>
          <ac:spMkLst>
            <pc:docMk/>
            <pc:sldMk cId="458501406" sldId="280"/>
            <ac:spMk id="19" creationId="{ED60FBF6-0CA4-297D-2E0A-F1B2C11E3334}"/>
          </ac:spMkLst>
        </pc:spChg>
        <pc:spChg chg="mod">
          <ac:chgData name="Alfonso Balandra Antelis" userId="S::abala@tec.mx::28ba9e3f-8dae-4bf5-851d-5bb8a2fa86a5" providerId="AD" clId="Web-{D63B6AA8-A56E-3261-3148-FA59A008458E}" dt="2026-10-28T17:30:31.526" v="143" actId="1076"/>
          <ac:spMkLst>
            <pc:docMk/>
            <pc:sldMk cId="458501406" sldId="280"/>
            <ac:spMk id="20" creationId="{9429FD2A-0A5C-5A69-4917-C50686D232F3}"/>
          </ac:spMkLst>
        </pc:spChg>
        <pc:spChg chg="mod">
          <ac:chgData name="Alfonso Balandra Antelis" userId="S::abala@tec.mx::28ba9e3f-8dae-4bf5-851d-5bb8a2fa86a5" providerId="AD" clId="Web-{D63B6AA8-A56E-3261-3148-FA59A008458E}" dt="2026-10-28T17:30:31.558" v="144" actId="1076"/>
          <ac:spMkLst>
            <pc:docMk/>
            <pc:sldMk cId="458501406" sldId="280"/>
            <ac:spMk id="21" creationId="{0430FDD9-8B99-8E5B-C3DC-504964D6B05A}"/>
          </ac:spMkLst>
        </pc:spChg>
        <pc:spChg chg="mod">
          <ac:chgData name="Alfonso Balandra Antelis" userId="S::abala@tec.mx::28ba9e3f-8dae-4bf5-851d-5bb8a2fa86a5" providerId="AD" clId="Web-{D63B6AA8-A56E-3261-3148-FA59A008458E}" dt="2026-10-28T17:30:31.573" v="145" actId="1076"/>
          <ac:spMkLst>
            <pc:docMk/>
            <pc:sldMk cId="458501406" sldId="280"/>
            <ac:spMk id="22" creationId="{9AE9C2D4-9943-3DF5-ABE3-0C6F171AB7E2}"/>
          </ac:spMkLst>
        </pc:spChg>
        <pc:spChg chg="mod">
          <ac:chgData name="Alfonso Balandra Antelis" userId="S::abala@tec.mx::28ba9e3f-8dae-4bf5-851d-5bb8a2fa86a5" providerId="AD" clId="Web-{D63B6AA8-A56E-3261-3148-FA59A008458E}" dt="2026-10-28T17:30:31.605" v="146" actId="1076"/>
          <ac:spMkLst>
            <pc:docMk/>
            <pc:sldMk cId="458501406" sldId="280"/>
            <ac:spMk id="23" creationId="{8C0F1E71-3C52-3E8E-8CB1-4BE515BF492A}"/>
          </ac:spMkLst>
        </pc:spChg>
        <pc:spChg chg="mod">
          <ac:chgData name="Alfonso Balandra Antelis" userId="S::abala@tec.mx::28ba9e3f-8dae-4bf5-851d-5bb8a2fa86a5" providerId="AD" clId="Web-{D63B6AA8-A56E-3261-3148-FA59A008458E}" dt="2026-10-28T17:30:31.636" v="147" actId="1076"/>
          <ac:spMkLst>
            <pc:docMk/>
            <pc:sldMk cId="458501406" sldId="280"/>
            <ac:spMk id="24" creationId="{59DAE82E-95D1-58E7-804C-28BAB5C432B5}"/>
          </ac:spMkLst>
        </pc:spChg>
        <pc:spChg chg="mod">
          <ac:chgData name="Alfonso Balandra Antelis" userId="S::abala@tec.mx::28ba9e3f-8dae-4bf5-851d-5bb8a2fa86a5" providerId="AD" clId="Web-{D63B6AA8-A56E-3261-3148-FA59A008458E}" dt="2026-10-28T17:30:23.557" v="137" actId="1076"/>
          <ac:spMkLst>
            <pc:docMk/>
            <pc:sldMk cId="458501406" sldId="280"/>
            <ac:spMk id="26" creationId="{94EDF042-40F9-61F6-CD8F-E1E424517B22}"/>
          </ac:spMkLst>
        </pc:spChg>
        <pc:spChg chg="mod">
          <ac:chgData name="Alfonso Balandra Antelis" userId="S::abala@tec.mx::28ba9e3f-8dae-4bf5-851d-5bb8a2fa86a5" providerId="AD" clId="Web-{D63B6AA8-A56E-3261-3148-FA59A008458E}" dt="2026-10-28T17:30:40.293" v="151" actId="1076"/>
          <ac:spMkLst>
            <pc:docMk/>
            <pc:sldMk cId="458501406" sldId="280"/>
            <ac:spMk id="27" creationId="{3B1CCB33-B2CD-04E5-9822-F3D8BE0A08CD}"/>
          </ac:spMkLst>
        </pc:spChg>
        <pc:spChg chg="mod">
          <ac:chgData name="Alfonso Balandra Antelis" userId="S::abala@tec.mx::28ba9e3f-8dae-4bf5-851d-5bb8a2fa86a5" providerId="AD" clId="Web-{D63B6AA8-A56E-3261-3148-FA59A008458E}" dt="2026-10-28T17:30:40.324" v="152" actId="1076"/>
          <ac:spMkLst>
            <pc:docMk/>
            <pc:sldMk cId="458501406" sldId="280"/>
            <ac:spMk id="28" creationId="{1CF4764E-BB0D-49B1-B89E-BBBE24773FC3}"/>
          </ac:spMkLst>
        </pc:spChg>
        <pc:picChg chg="mod">
          <ac:chgData name="Alfonso Balandra Antelis" userId="S::abala@tec.mx::28ba9e3f-8dae-4bf5-851d-5bb8a2fa86a5" providerId="AD" clId="Web-{D63B6AA8-A56E-3261-3148-FA59A008458E}" dt="2026-10-28T17:30:43.653" v="153" actId="1076"/>
          <ac:picMkLst>
            <pc:docMk/>
            <pc:sldMk cId="458501406" sldId="280"/>
            <ac:picMk id="25" creationId="{0338A763-F5DB-8E3F-CBA4-6E2F3F1372B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B71E9-B23A-4D9D-9F26-AD73CF7D6408}" type="datetimeFigureOut">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8AB347-8703-4FC4-8A6E-6E660C7D9966}" type="slidenum">
              <a:t>‹#›</a:t>
            </a:fld>
            <a:endParaRPr lang="en-US"/>
          </a:p>
        </p:txBody>
      </p:sp>
    </p:spTree>
    <p:extLst>
      <p:ext uri="{BB962C8B-B14F-4D97-AF65-F5344CB8AC3E}">
        <p14:creationId xmlns:p14="http://schemas.microsoft.com/office/powerpoint/2010/main" val="1190659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Bienvenida al tema 8.4: principios de desarrollo de videojuegos, contados a través de id Software.</a:t>
            </a:r>
          </a:p>
          <a:p>
            <a:endParaRPr/>
          </a:p>
          <a:p>
            <a:r>
              <a:t>La idea no es memorizar fechas: es entender cómo un equipo pequeño resolvió problemas técnicos muy difíciles con herramientas limitadas.</a:t>
            </a:r>
          </a:p>
          <a:p>
            <a:endParaRPr/>
          </a:p>
          <a:p>
            <a:r>
              <a:t>Recorrido: historia y línea del tiempo, BSP de Doom, raíz cuadrada inversa de Quake III y los cinco principios de desarrollo que John Romero resume de los primeros años de id.</a:t>
            </a:r>
          </a:p>
          <a:p>
            <a:endParaRPr/>
          </a:p>
          <a:p>
            <a:r>
              <a:t>Los archivos de apoyo están en T8-4_content: imágenes, diagramas, código y este generador.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Recorrido en cuatro bloques.</a:t>
            </a:r>
          </a:p>
          <a:p>
            <a:endParaRPr/>
          </a:p>
          <a:p>
            <a:r>
              <a:t>1. Historia: los juegos y la línea del tiempo de id Software.</a:t>
            </a:r>
          </a:p>
          <a:p>
            <a:r>
              <a:t>2. BSP: el algoritmo que permitió a Doom dibujar escenas 3D complejas en un CPU.</a:t>
            </a:r>
          </a:p>
          <a:p>
            <a:r>
              <a:t>3. Raíz cuadrada inversa: el truco de Quake III para normalizar vectores muy rápido.</a:t>
            </a:r>
          </a:p>
          <a:p>
            <a:r>
              <a:t>4. Principios: las cinco ideas de desarrollo que John Romero destaca de los primeros años de id.</a:t>
            </a:r>
          </a:p>
          <a:p>
            <a:endParaRPr/>
          </a:p>
          <a:p>
            <a:r>
              <a:t>La pregunta guía es importante: id no tenía el equipo más grande ni el hardware más potente. Tenía foco, herramientas y una comprensión profunda de lo que el hardware podía hacer.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 Software se fundó el 1 de febrero de 1991. Los fundadores fueron John Carmack, John Romero, Tom Hall y Adrian Carmack. Jay Wilbur se unió poco después como gerente.</a:t>
            </a:r>
          </a:p>
          <a:p>
            <a:endParaRPr/>
          </a:p>
          <a:p>
            <a:r>
              <a:t>No era un estudio grande: eran cuatro personas en una sala, con experiencia previa haciendo juegos para Apple II y PC. Esa escala les permitía tomar decisiones rápido y probar ideas sin capas de aprobación.</a:t>
            </a:r>
          </a:p>
          <a:p>
            <a:endParaRPr/>
          </a:p>
          <a:p>
            <a:r>
              <a:t>El dato de los 28 juegos en cinco años y medio con menos de diez personas lo cuenta John Romero en su charla sobre los primeros años de id. Es una cifra de la época: no significa que hoy un equipo pequeño deba trabajar así.</a:t>
            </a:r>
          </a:p>
          <a:p>
            <a:endParaRPr/>
          </a:p>
          <a:p>
            <a:r>
              <a:t>Las fotos son de GDC 2010 (Carmack) y GDC 2023 (Romero), publicadas en Wikimedia Commons con licencia CC0.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Línea del tiempo básica:</a:t>
            </a:r>
          </a:p>
          <a:p>
            <a:endParaRPr/>
          </a:p>
          <a:p>
            <a:r>
              <a:t>1990: Commander Keen, el primer gran éxito de la tecnología de desplazamiento suave de John Carmack, todavía en Softdisk.</a:t>
            </a:r>
          </a:p>
          <a:p>
            <a:r>
              <a:t>1991: se funda id Software.</a:t>
            </a:r>
          </a:p>
          <a:p>
            <a:r>
              <a:t>1992: Wolfenstein 3D populariza el juego de disparos en primera persona.</a:t>
            </a:r>
          </a:p>
          <a:p>
            <a:r>
              <a:t>1993: Doom lleva el género a otra escala y usa el BSP para ordenar las paredes.</a:t>
            </a:r>
          </a:p>
          <a:p>
            <a:r>
              <a:t>1996: Quake da el salto al 3D real con polígonos y usa la raíz cuadrada inversa en su motor.</a:t>
            </a:r>
          </a:p>
          <a:p>
            <a:r>
              <a:t>1999: Quake III Arena, el juego que popularizó el código Q_rsqrt que veremos.</a:t>
            </a:r>
          </a:p>
          <a:p>
            <a:r>
              <a:t>2004: Doom 3, con un motor nuevo y luces dinámicas.</a:t>
            </a:r>
          </a:p>
          <a:p>
            <a:r>
              <a:t>2009: ZeniMax adquiere id Software.</a:t>
            </a:r>
          </a:p>
          <a:p>
            <a:r>
              <a:t>2016: Doom reinicia la serie con un motor moderno.</a:t>
            </a:r>
          </a:p>
          <a:p>
            <a:r>
              <a:t>2020: Doom Eternal.</a:t>
            </a:r>
          </a:p>
          <a:p>
            <a:r>
              <a:t>2021: Microsoft compra ZeniMax; id pasa a formar parte de Xbox Game Studios.</a:t>
            </a:r>
          </a:p>
          <a:p>
            <a:endParaRPr/>
          </a:p>
          <a:p>
            <a:r>
              <a:t>No hace falta memorizar las fechas. Lo importante es ver cómo cada juego trajo una solución técnica nueva.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2. Doom se ve en 3D, pero el mapa es 2D y el motor decide qué pared dibujar primero.</a:t>
            </a:r>
          </a:p>
          <a:p>
            <a:endParaRPr/>
          </a:p>
          <a:p>
            <a:r>
              <a:t>La idea central: partir el espacio con líneas y guardar los cortes en un árbol binario. Ese árbol permite recorrer las paredes en un orden correcto sin un z-buffer.</a:t>
            </a:r>
          </a:p>
          <a:p>
            <a:endParaRPr/>
          </a:p>
          <a:p>
            <a:r>
              <a:t>Lo veremos en tres pasos: el problema, la idea y cómo lo usa Doom.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problema: Doom se ve en 3D, pero se dibuja en un CPU de 1993. No había una tarjeta 3D con z-buffer en todas las máquinas.</a:t>
            </a:r>
          </a:p>
          <a:p>
            <a:endParaRPr/>
          </a:p>
          <a:p>
            <a:r>
              <a:t>El z-buffer guarda la profundidad de cada píxel. Así, el orden en que dibujas no importa: el píxel más cercano gana. Doom no tenía ese lujo para las paredes.</a:t>
            </a:r>
          </a:p>
          <a:p>
            <a:endParaRPr/>
          </a:p>
          <a:p>
            <a:r>
              <a:t>Si dibujas primero la pared cercana y después la lejana, la lejana tapa a la cercana. El resultado es incorrecto. Ordenar por distancia parece la solución, pero falla cuando una pared es grande o cruza la vista: no tiene una sola distancia.</a:t>
            </a:r>
          </a:p>
          <a:p>
            <a:endParaRPr/>
          </a:p>
          <a:p>
            <a:r>
              <a:t>La diapositiva muestra el mapa desde arriba y dos órdenes de dibujo. El orden correcto es de lejos a cerca. Doom lo hace de cerca a lejos y recorta lo que ya está tapado; el árbol BSP le da ese orden sin comparar píxeles.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idea del BSP: tomar el mapa y partirlo con líneas. Cada línea divide una zona en dos. Si repites el proceso, obtienes zonas cada vez más pequeñas.</a:t>
            </a:r>
          </a:p>
          <a:p>
            <a:endParaRPr/>
          </a:p>
          <a:p>
            <a:r>
              <a:t>Esas zonas son convexas. Una zona convexa no tiene esquinas ocultas: si estás dentro, puedes ver toda la zona sin que una pared te tape una parte. Eso simplifica el dibujado.</a:t>
            </a:r>
          </a:p>
          <a:p>
            <a:endParaRPr/>
          </a:p>
          <a:p>
            <a:r>
              <a:t>El resultado se guarda en un árbol binario. Cada nodo es una línea de corte; cada hoja es una zona. Para saber de qué lado está la cámara, se evalúa la línea: delante o detrás.</a:t>
            </a:r>
          </a:p>
          <a:p>
            <a:endParaRPr/>
          </a:p>
          <a:p>
            <a:r>
              <a:t>Doom construye este árbol cuando se prepara el mapa, no en cada fotograma. En el juego, el motor solo recorre el árbol. Ese trabajo previo es lo que hace que el renderizado sea rápido.</a:t>
            </a:r>
          </a:p>
          <a:p>
            <a:endParaRPr/>
          </a:p>
          <a:p>
            <a:r>
              <a:t>El código de ejemplo bsp_demo.py, en T8-4_content, recorre un árbol BSP pequeño y muestra el orden para una cámara en cada zona.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lo usa Doom:</a:t>
            </a:r>
          </a:p>
          <a:p>
            <a:endParaRPr/>
          </a:p>
          <a:p>
            <a:r>
              <a:t>1. La cámara está en una zona. El árbol sabe de qué lado de cada línea está.</a:t>
            </a:r>
          </a:p>
          <a:p>
            <a:r>
              <a:t>2. En cada nodo, el motor recorre primero el lado donde está la cámara.</a:t>
            </a:r>
          </a:p>
          <a:p>
            <a:r>
              <a:t>3. Cuando termina un lado, dibuja la línea del nodo y sigue con el otro lado.</a:t>
            </a:r>
          </a:p>
          <a:p>
            <a:r>
              <a:t>4. Así obtiene un orden de cerca a lejos. Con ese orden, puede recortar las paredes que ya están tapadas y no necesita z-buffer.</a:t>
            </a:r>
          </a:p>
          <a:p>
            <a:endParaRPr/>
          </a:p>
          <a:p>
            <a:r>
              <a:t>El mismo árbol se usa para colisiones: para saber si el jugador puede moverse a una posición, se recorren los nodos y las zonas. También sirve para encontrar en qué zona está.</a:t>
            </a:r>
          </a:p>
          <a:p>
            <a:endParaRPr/>
          </a:p>
          <a:p>
            <a:r>
              <a:t>El diagrama muestra el orden 1 a 7. Los círculos oscuros son zonas; los cuadrados naranjas son cortes. La cámara está en la zona 1. El orden empieza ahí y termina en la zona 7, la más lejana.</a:t>
            </a:r>
          </a:p>
          <a:p>
            <a:endParaRPr/>
          </a:p>
          <a:p>
            <a:r>
              <a:t>El código bsp_demo.py, en T8-4_content, imprime este orden para una cámara en cada zona.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3. La raíz cuadrada inversa es la operación 1/√x.</a:t>
            </a:r>
          </a:p>
          <a:p>
            <a:endParaRPr/>
          </a:p>
          <a:p>
            <a:r>
              <a:t>En 3D se usa para normalizar vectores: hacer que midan 1. Quake III Arena la necesitaba muchas veces por fotograma.</a:t>
            </a:r>
          </a:p>
          <a:p>
            <a:endParaRPr/>
          </a:p>
          <a:p>
            <a:r>
              <a:t>El código que veremos es famoso porque usa los bits del número flotante para obtener una primera aproximación muy rápido, y después la corrige con una iteración de Newton.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qué hace falta la raíz cuadrada inversa:</a:t>
            </a:r>
          </a:p>
          <a:p>
            <a:endParaRPr/>
          </a:p>
          <a:p>
            <a:r>
              <a:t>En un juego 3D, muchas operaciones necesitan vectores unitarios: la dirección de la cámara, la normal de una pared, la dirección de la luz, la reflexión de un disparo.</a:t>
            </a:r>
          </a:p>
          <a:p>
            <a:endParaRPr/>
          </a:p>
          <a:p>
            <a:r>
              <a:t>Normalizar un vector v es calcular v / |v|. La longitud |v| se obtiene con una raíz cuadrada. Por eso aparece 1/√x: si x es la longitud al cuadrado, 1/√x es el factor que lleva el vector a longitud 1.</a:t>
            </a:r>
          </a:p>
          <a:p>
            <a:endParaRPr/>
          </a:p>
          <a:p>
            <a:r>
              <a:t>En 1999, una raíz cuadrada y una división eran operaciones lentas comparadas con una suma o una multiplicación. Quake III hacía esta operación en el bucle interno, muchas veces por fotograma, así que valía la pena buscar un atajo.</a:t>
            </a:r>
          </a:p>
          <a:p>
            <a:endParaRPr/>
          </a:p>
          <a:p>
            <a:r>
              <a:t>El diagrama muestra un vector v = (3, 2). Su longitud es √13 ≈ 3.61. Al dividirlo por su longitud, queda un vector de longitud 1 en la misma dirección.</a:t>
            </a:r>
          </a:p>
          <a:p>
            <a:endParaRPr/>
          </a:p>
          <a:p>
            <a:r>
              <a:t>El código de Quake no calcula la raíz exacta: calcula una aproximación muy buena y muy rápida. Eso es suficiente para iluminar y mover la cámara.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CÓDIGO DE LA DIAPOSITIVA (T8-4_content/fast_inv_sqrt.c):</a:t>
            </a:r>
          </a:p>
          <a:p>
            <a:endParaRPr/>
          </a:p>
          <a:p>
            <a:r>
              <a:t>#include &lt;stdint.h&gt;</a:t>
            </a:r>
          </a:p>
          <a:p>
            <a:r>
              <a:t>#include &lt;string.h&gt;</a:t>
            </a:r>
          </a:p>
          <a:p>
            <a:endParaRPr/>
          </a:p>
          <a:p>
            <a:r>
              <a:t>float Q_rsqrt(float number)</a:t>
            </a:r>
          </a:p>
          <a:p>
            <a:r>
              <a:t>{</a:t>
            </a:r>
          </a:p>
          <a:p>
            <a:r>
              <a:t>    int32_t i;</a:t>
            </a:r>
          </a:p>
          <a:p>
            <a:r>
              <a:t>    float x2, y;</a:t>
            </a:r>
          </a:p>
          <a:p>
            <a:r>
              <a:t>    const float threehalfs = 1.5F;</a:t>
            </a:r>
          </a:p>
          <a:p>
            <a:endParaRPr/>
          </a:p>
          <a:p>
            <a:r>
              <a:t>    x2 = number * 0.5F;</a:t>
            </a:r>
          </a:p>
          <a:p>
            <a:r>
              <a:t>    y = number;</a:t>
            </a:r>
          </a:p>
          <a:p>
            <a:r>
              <a:t>    memcpy(&amp;i, &amp;y, sizeof(i));</a:t>
            </a:r>
          </a:p>
          <a:p>
            <a:r>
              <a:t>    i = 0x5f3759df - (i &gt;&gt; 1);</a:t>
            </a:r>
          </a:p>
          <a:p>
            <a:r>
              <a:t>    memcpy(&amp;y, &amp;i, sizeof(y));</a:t>
            </a:r>
          </a:p>
          <a:p>
            <a:r>
              <a:t>    y = y * (threehalfs - (x2 * y * y));</a:t>
            </a:r>
          </a:p>
          <a:p>
            <a:endParaRPr/>
          </a:p>
          <a:p>
            <a:r>
              <a:t>    return y;</a:t>
            </a:r>
          </a:p>
          <a:p>
            <a:r>
              <a:t>}</a:t>
            </a:r>
          </a:p>
          <a:p>
            <a:endParaRPr/>
          </a:p>
          <a:p>
            <a:r>
              <a:t>La imagen muestra solo la función. El archivo fast_inv_sqrt.c incluye las cabeceras y un main de prueba.</a:t>
            </a:r>
          </a:p>
          <a:p>
            <a:endParaRPr/>
          </a:p>
          <a:p>
            <a:r>
              <a:t>La función supone un float de 32 bits IEEE 754 y x &gt; 0: 1/√x no está definida para x = 0 y no es real para x &lt; 0.</a:t>
            </a:r>
          </a:p>
          <a:p>
            <a:endParaRPr/>
          </a:p>
          <a:p>
            <a:r>
              <a:t>El código original de Quake III usaba long y punteros para reinterpretar los bits. En una máquina de 64 bits, long puede medir 8 bytes, así que aquí usamos int32_t y memcpy para que sea portable y seguro.</a:t>
            </a:r>
          </a:p>
          <a:p>
            <a:endParaRPr/>
          </a:p>
          <a:p>
            <a:r>
              <a:t>Los pasos de la diapositiva:</a:t>
            </a:r>
          </a:p>
          <a:p>
            <a:r>
              <a:t>1. Guardar el float en un entero de 32 bits con memcpy.</a:t>
            </a:r>
          </a:p>
          <a:p>
            <a:r>
              <a:t>2. Restar la mitad del entero a la constante 0x5f3759df. Eso da una primera aproximación de 1/√x.</a:t>
            </a:r>
          </a:p>
          <a:p>
            <a:r>
              <a:t>3. Volver a interpretar esos bits como float y aplicar una iteración de Newton.</a:t>
            </a:r>
          </a:p>
          <a:p>
            <a:endParaRPr/>
          </a:p>
          <a:p>
            <a:r>
              <a:t>La siguiente diapositiva muestra el ejemplo completo con x = 0.25.</a:t>
            </a:r>
          </a:p>
          <a:p>
            <a:endParaRPr/>
          </a:p>
          <a:p>
            <a:r>
              <a:t>No es magia: la constante acerca el valor y Newton lo corrige. El error máximo es de 0.175 % después de una iteración.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ejemplo usa x = 0.25. Su 1/√x exacto es 2.0.</a:t>
            </a:r>
          </a:p>
          <a:p>
            <a:endParaRPr/>
          </a:p>
          <a:p>
            <a:r>
              <a:t>1. Los bits de 0.25 son 0x3e800000.</a:t>
            </a:r>
          </a:p>
          <a:p>
            <a:r>
              <a:t>2. Al desplazar a la derecha y restar de 0x5f3759df, queda 0x3ff759df. Interpretado como float, es 1.9324. Error: 3.4 %.</a:t>
            </a:r>
          </a:p>
          <a:p>
            <a:r>
              <a:t>3. Una iteración de Newton: y = y * (1.5 - 0.5*x*y*y) = 1.9966. Error: 0.17 %.</a:t>
            </a:r>
          </a:p>
          <a:p>
            <a:endParaRPr/>
          </a:p>
          <a:p>
            <a:r>
              <a:t>La constante no es magia: está elegida para que la resta de enteros se parezca a la operación 1/√x. Newton corrige la diferencia.</a:t>
            </a:r>
          </a:p>
          <a:p>
            <a:endParaRPr/>
          </a:p>
          <a:p>
            <a:r>
              <a:t>El código completo está en fast_inv_sqrt.c. La gráfica de error (rsqrt_error.png) está en la carpeta de diagramas por si quieres mostrarla.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Comparación con otros métodos:</a:t>
            </a:r>
          </a:p>
          <a:p>
            <a:endParaRPr/>
          </a:p>
          <a:p>
            <a:r>
              <a:t>- 1/sqrt(x) exacto: usa una raíz cuadrada y una división. Es correcto, pero en 1999 era lento.</a:t>
            </a:r>
          </a:p>
          <a:p>
            <a:r>
              <a:t>- Tabla de valores: se precalculan aproximaciones en una tabla. Es rápido, pero ocupa memoria y la precisión depende del tamaño de la tabla.</a:t>
            </a:r>
          </a:p>
          <a:p>
            <a:r>
              <a:t>- Newton con una mala pista: converge, pero necesita varias iteraciones para acercarse.</a:t>
            </a:r>
          </a:p>
          <a:p>
            <a:r>
              <a:t>- Q_rsqrt: usa los bits para obtener una pista muy buena y una sola iteración de Newton. Error máximo 0.175 %, unas cuatro veces más rápido en pruebas de 2003.</a:t>
            </a:r>
          </a:p>
          <a:p>
            <a:r>
              <a:t>- rsqrtss: instrucción de hardware que calcula una aproximación de 1/√x en un solo paso. Es la opción moderna, pero no estaba en todas las PCs de 1999.</a:t>
            </a:r>
          </a:p>
          <a:p>
            <a:endParaRPr/>
          </a:p>
          <a:p>
            <a:r>
              <a:t>El gráfico compara el error máximo (3.4 % solo con la constante, 0.175 % con Newton) y la velocidad relativa (1x para 1/sqrt exacto, ~4x para Q_rsqrt en pruebas de 2003).</a:t>
            </a:r>
          </a:p>
          <a:p>
            <a:endParaRPr/>
          </a:p>
          <a:p>
            <a:r>
              <a:t>Hoy no usarías Q_rsqrt en código nuevo: el CPU y la GPU tienen instrucciones específicas. Pero el ejercicio enseña dos cosas: cómo se representan los floats y cuánto importa el costo real de una operación.</a:t>
            </a:r>
          </a:p>
          <a:p>
            <a:endParaRPr/>
          </a:p>
          <a:p>
            <a:r>
              <a:t>Fuentes: Chris Lomont, "Fast Inverse Square Root" (2003); Matthew Robertson, "A Brief History of InvSqrt" (2012).</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4. John Romero resume los principios de programación de los primeros años de id Software.</a:t>
            </a:r>
          </a:p>
          <a:p>
            <a:endParaRPr/>
          </a:p>
          <a:p>
            <a:r>
              <a:t>En la charla original hay más de diez. Para esta clase seleccionamos los cinco que mejor explican el método de trabajo de id:</a:t>
            </a:r>
          </a:p>
          <a:p>
            <a:endParaRPr/>
          </a:p>
          <a:p>
            <a:r>
              <a:t>01. Sin prototipos: el juego se mantiene siempre publicable y se pule sobre la marcha.</a:t>
            </a:r>
          </a:p>
          <a:p>
            <a:r>
              <a:t>02. El juego siempre debe correr: todo el equipo puede ejecutarlo; el motor tiene valores por defecto.</a:t>
            </a:r>
          </a:p>
          <a:p>
            <a:r>
              <a:t>03. Código absolutamente simple: menos casos especiales, menos errores.</a:t>
            </a:r>
          </a:p>
          <a:p>
            <a:r>
              <a:t>04. Grandes herramientas: editores, compiladores y pruebas.</a:t>
            </a:r>
          </a:p>
          <a:p>
            <a:r>
              <a:t>05. Código para este juego, no para el futuro.</a:t>
            </a:r>
          </a:p>
          <a:p>
            <a:endParaRPr/>
          </a:p>
          <a:p>
            <a:r>
              <a:t>La idea no es copiar las reglas de 1993 tal cual. Es entender por qué funcionaron y qué parte sigue siendo útil hoy.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Principio 1: sin prototipos.</a:t>
            </a:r>
          </a:p>
          <a:p>
            <a:endParaRPr/>
          </a:p>
          <a:p>
            <a:r>
              <a:t>En id no había tiempo para hacer una demo, tirarla y empezar de nuevo. El juego se mantenía jugable y publicable desde el primer día. La calidad se pulía sobre la marcha.</a:t>
            </a:r>
          </a:p>
          <a:p>
            <a:endParaRPr/>
          </a:p>
          <a:p>
            <a:r>
              <a:t>El dato de los 28 juegos en cinco años y medio con menos de diez personas lo cuenta Romero. No significa que hoy haya que trabajar así: en un proyecto grande, prototipar es una buena idea. id podía saltarse el prototipo porque sus juegos eran pequeños y el equipo estaba en una sala.</a:t>
            </a:r>
          </a:p>
          <a:p>
            <a:endParaRPr/>
          </a:p>
          <a:p>
            <a:r>
              <a:t>Principio 2: el juego siempre debe correr.</a:t>
            </a:r>
          </a:p>
          <a:p>
            <a:endParaRPr/>
          </a:p>
          <a:p>
            <a:r>
              <a:t>Cualquiera del equipo debe poder ejecutar el juego. Si una carga falla, el motor debe tener valores por defecto y no quedarse en pantalla negra. Probar antes de integrar y corregir el error en cuanto aparece evita que el código nuevo se construya sobre una base rota.</a:t>
            </a:r>
          </a:p>
          <a:p>
            <a:endParaRPr/>
          </a:p>
          <a:p>
            <a:r>
              <a:t>Para tu proyecto de Unity: si no compila, no sigas agregando funciones. Primero arregla lo que está roto.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Principio 3: código absolutamente simple.</a:t>
            </a:r>
          </a:p>
          <a:p>
            <a:endParaRPr/>
          </a:p>
          <a:p>
            <a:r>
              <a:t>Romero insiste en mirar las funciones y preguntarse cómo simplificarlas. Menos casos especiales significa menos errores y más facilidad para cambiar el código después.</a:t>
            </a:r>
          </a:p>
          <a:p>
            <a:endParaRPr/>
          </a:p>
          <a:p>
            <a:r>
              <a:t>En id, si una función se complicaba, la partían o la reescribían. La simplicidad no es escribir menos por escribir menos: es quitar lo que sobra.</a:t>
            </a:r>
          </a:p>
          <a:p>
            <a:endParaRPr/>
          </a:p>
          <a:p>
            <a:r>
              <a:t>Principio 4: grandes herramientas, grandes juegos.</a:t>
            </a:r>
          </a:p>
          <a:p>
            <a:endParaRPr/>
          </a:p>
          <a:p>
            <a:r>
              <a:t>El tiempo que inviertes en herramientas y pruebas se recupera. id construyó sus propios editores de mapas y su propio motor. También probaba a fondo antes de integrar y corregía los errores en cuanto aparecían.</a:t>
            </a:r>
          </a:p>
          <a:p>
            <a:endParaRPr/>
          </a:p>
          <a:p>
            <a:r>
              <a:t>La captura es del Doom Construction Kit, un editor de mapas de Doom. No es una herramienta de id, pero muestra el tipo de programa que un diseñador usaba para construir niveles. La imagen es de Wikimedia Commons, con licencia CC0.</a:t>
            </a:r>
          </a:p>
          <a:p>
            <a:endParaRPr/>
          </a:p>
          <a:p>
            <a:r>
              <a:t>Para tu proyecto: aprende el editor de Unity, el depurador y Git. No trabajes a ciegas.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EF8E-AD5D-0C76-8BB9-EC7ABD14F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C97DF-7376-EF28-6B39-5E4721B2142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8D7F03-291E-324A-AA1D-BD59B7C20017}"/>
              </a:ext>
            </a:extLst>
          </p:cNvPr>
          <p:cNvSpPr>
            <a:spLocks noGrp="1"/>
          </p:cNvSpPr>
          <p:nvPr>
            <p:ph type="body" sz="quarter" idx="3"/>
          </p:nvPr>
        </p:nvSpPr>
        <p:spPr/>
        <p:txBody>
          <a:bodyPr/>
          <a:lstStyle/>
          <a:p>
            <a:r>
              <a:t>Principio 3: código absolutamente simple.</a:t>
            </a:r>
          </a:p>
          <a:p>
            <a:endParaRPr/>
          </a:p>
          <a:p>
            <a:r>
              <a:t>Romero insiste en mirar las funciones y preguntarse cómo simplificarlas. Menos casos especiales significa menos errores y más facilidad para cambiar el código después.</a:t>
            </a:r>
          </a:p>
          <a:p>
            <a:endParaRPr/>
          </a:p>
          <a:p>
            <a:r>
              <a:t>En id, si una función se complicaba, la partían o la reescribían. La simplicidad no es escribir menos por escribir menos: es quitar lo que sobra.</a:t>
            </a:r>
          </a:p>
          <a:p>
            <a:endParaRPr/>
          </a:p>
          <a:p>
            <a:r>
              <a:t>Principio 4: grandes herramientas, grandes juegos.</a:t>
            </a:r>
          </a:p>
          <a:p>
            <a:endParaRPr/>
          </a:p>
          <a:p>
            <a:r>
              <a:t>El tiempo que inviertes en herramientas y pruebas se recupera. id construyó sus propios editores de mapas y su propio motor. También probaba a fondo antes de integrar y corregía los errores en cuanto aparecían.</a:t>
            </a:r>
          </a:p>
          <a:p>
            <a:endParaRPr/>
          </a:p>
          <a:p>
            <a:r>
              <a:t>La captura es del Doom Construction Kit, un editor de mapas de Doom. No es una herramienta de id, pero muestra el tipo de programa que un diseñador usaba para construir niveles. La imagen es de Wikimedia Commons, con licencia CC0.</a:t>
            </a:r>
          </a:p>
          <a:p>
            <a:endParaRPr/>
          </a:p>
          <a:p>
            <a:r>
              <a:t>Para tu proyecto: aprende el editor de Unity, el depurador y Git. No trabajes a ciegas.</a:t>
            </a:r>
          </a:p>
        </p:txBody>
      </p:sp>
      <p:sp>
        <p:nvSpPr>
          <p:cNvPr id="4" name="Slide Number Placeholder 3">
            <a:extLst>
              <a:ext uri="{FF2B5EF4-FFF2-40B4-BE49-F238E27FC236}">
                <a16:creationId xmlns:a16="http://schemas.microsoft.com/office/drawing/2014/main" id="{F88308D0-EF19-777B-8503-F9B82ED1C5F5}"/>
              </a:ext>
            </a:extLst>
          </p:cNvPr>
          <p:cNvSpPr>
            <a:spLocks noGrp="1"/>
          </p:cNvSpPr>
          <p:nvPr>
            <p:ph type="sldNum" sz="quarter" idx="5"/>
          </p:nvPr>
        </p:nvSpPr>
        <p:spPr/>
      </p:sp>
    </p:spTree>
    <p:extLst>
      <p:ext uri="{BB962C8B-B14F-4D97-AF65-F5344CB8AC3E}">
        <p14:creationId xmlns:p14="http://schemas.microsoft.com/office/powerpoint/2010/main" val="2464637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y espacio para preguntas.</a:t>
            </a:r>
          </a:p>
          <a:p>
            <a:endParaRPr/>
          </a:p>
          <a:p>
            <a:r>
              <a:t>Recuerda: id Software no tenía el equipo más grande ni el hardware más potente. Tenía un grupo pequeño, herramientas propias, código simple y una comprensión profunda de lo que el hardware podía hacer.</a:t>
            </a:r>
          </a:p>
          <a:p>
            <a:endParaRPr/>
          </a:p>
          <a:p>
            <a:r>
              <a:t>Los archivos de apoyo están en T8-4_content: imágenes, diagramas, fast_inv_sqrt.c, bsp_demo.py y este generador.</a:t>
            </a:r>
          </a:p>
          <a:p>
            <a:endParaRPr/>
          </a:p>
          <a:p>
            <a:r>
              <a:t>Para la siguiente clase: 8.5, introducción a Unity. Llegar con el editor instalado y el proyecto base abierto.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ideo" Target="https://www.youtube.com/embed/Pxoz0zQgmAA?feature=oembed" TargetMode="Externa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ideo" Target="https://www.youtube.com/embed/e0W65ScZmQw?feature=oembed" TargetMode="External"/><Relationship Id="rId5" Type="http://schemas.openxmlformats.org/officeDocument/2006/relationships/image" Target="../media/image20.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ideo" Target="https://www.youtube.com/embed/igE9EOudOrE?feature=oembed" TargetMode="Externa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414528" y="1603248"/>
            <a:ext cx="5394960" cy="2487168"/>
          </a:xfrm>
          <a:prstGeom prst="rect">
            <a:avLst/>
          </a:prstGeom>
          <a:noFill/>
        </p:spPr>
        <p:txBody>
          <a:bodyPr wrap="square" lIns="0" tIns="0" rIns="0" bIns="0" anchor="t">
            <a:noAutofit/>
          </a:bodyPr>
          <a:lstStyle/>
          <a:p>
            <a:pPr>
              <a:lnSpc>
                <a:spcPct val="92000"/>
              </a:lnSpc>
            </a:pPr>
            <a:r>
              <a:rPr sz="4600" b="0" i="0">
                <a:solidFill>
                  <a:srgbClr val="131315"/>
                </a:solidFill>
                <a:latin typeface="Neuromax SemBd"/>
              </a:rPr>
              <a:t>ID SOFTWARE</a:t>
            </a:r>
            <a:r>
              <a:rPr lang="en-US" sz="4600">
                <a:solidFill>
                  <a:srgbClr val="131315"/>
                </a:solidFill>
                <a:latin typeface="Neuromax SemBd"/>
              </a:rPr>
              <a:t>:</a:t>
            </a:r>
            <a:endParaRPr lang="en-US">
              <a:solidFill>
                <a:srgbClr val="000000"/>
              </a:solidFill>
              <a:latin typeface="Calibri"/>
              <a:ea typeface="Calibri"/>
              <a:cs typeface="Calibri"/>
            </a:endParaRPr>
          </a:p>
          <a:p>
            <a:pPr>
              <a:lnSpc>
                <a:spcPct val="92000"/>
              </a:lnSpc>
            </a:pPr>
            <a:r>
              <a:rPr lang="en-US" sz="4600">
                <a:solidFill>
                  <a:srgbClr val="131315"/>
                </a:solidFill>
                <a:latin typeface="Neuromax SemBd"/>
              </a:rPr>
              <a:t>LOS HEROES DE</a:t>
            </a:r>
          </a:p>
          <a:p>
            <a:pPr>
              <a:lnSpc>
                <a:spcPct val="92000"/>
              </a:lnSpc>
            </a:pPr>
            <a:r>
              <a:rPr lang="en-US" sz="4600">
                <a:solidFill>
                  <a:srgbClr val="131315"/>
                </a:solidFill>
                <a:latin typeface="Neuromax SemBd"/>
              </a:rPr>
              <a:t>LOS 90s</a:t>
            </a:r>
            <a:endParaRPr lang="en-US" sz="4600" dirty="0">
              <a:solidFill>
                <a:srgbClr val="131315"/>
              </a:solidFill>
              <a:latin typeface="Neuromax SemBd"/>
            </a:endParaRPr>
          </a:p>
        </p:txBody>
      </p:sp>
      <p:sp>
        <p:nvSpPr>
          <p:cNvPr id="7" name="TextBox 6"/>
          <p:cNvSpPr txBox="1"/>
          <p:nvPr/>
        </p:nvSpPr>
        <p:spPr>
          <a:xfrm>
            <a:off x="465328" y="3810000"/>
            <a:ext cx="4983480" cy="566928"/>
          </a:xfrm>
          <a:prstGeom prst="rect">
            <a:avLst/>
          </a:prstGeom>
          <a:noFill/>
        </p:spPr>
        <p:txBody>
          <a:bodyPr wrap="square" lIns="0" tIns="0" rIns="0" bIns="0" anchor="t">
            <a:noAutofit/>
          </a:bodyPr>
          <a:lstStyle/>
          <a:p>
            <a:pPr algn="l">
              <a:lnSpc>
                <a:spcPct val="102000"/>
              </a:lnSpc>
              <a:spcBef>
                <a:spcPts val="0"/>
              </a:spcBef>
              <a:spcAft>
                <a:spcPts val="0"/>
              </a:spcAft>
            </a:pPr>
            <a:r>
              <a:rPr lang="en-US" sz="1400" dirty="0" err="1">
                <a:solidFill>
                  <a:srgbClr val="4F5361"/>
                </a:solidFill>
                <a:latin typeface="Neuromax"/>
              </a:rPr>
              <a:t>Cómo</a:t>
            </a:r>
            <a:r>
              <a:rPr sz="1400" b="0" i="0" dirty="0">
                <a:solidFill>
                  <a:srgbClr val="4F5361"/>
                </a:solidFill>
                <a:latin typeface="Neuromax"/>
              </a:rPr>
              <a:t> un </a:t>
            </a:r>
            <a:r>
              <a:rPr sz="1400" b="0" i="0" dirty="0" err="1">
                <a:solidFill>
                  <a:srgbClr val="4F5361"/>
                </a:solidFill>
                <a:latin typeface="Neuromax"/>
              </a:rPr>
              <a:t>equipo</a:t>
            </a:r>
            <a:r>
              <a:rPr sz="1400" b="0" i="0" dirty="0">
                <a:solidFill>
                  <a:srgbClr val="4F5361"/>
                </a:solidFill>
                <a:latin typeface="Neuromax"/>
              </a:rPr>
              <a:t> </a:t>
            </a:r>
            <a:r>
              <a:rPr sz="1400" b="0" i="0" dirty="0" err="1">
                <a:solidFill>
                  <a:srgbClr val="4F5361"/>
                </a:solidFill>
                <a:latin typeface="Neuromax"/>
              </a:rPr>
              <a:t>pequeño</a:t>
            </a:r>
            <a:r>
              <a:rPr sz="1400" b="0" i="0" dirty="0">
                <a:solidFill>
                  <a:srgbClr val="4F5361"/>
                </a:solidFill>
                <a:latin typeface="Neuromax"/>
              </a:rPr>
              <a:t> </a:t>
            </a:r>
            <a:r>
              <a:rPr sz="1400" b="0" i="0" dirty="0" err="1">
                <a:solidFill>
                  <a:srgbClr val="4F5361"/>
                </a:solidFill>
                <a:latin typeface="Neuromax"/>
              </a:rPr>
              <a:t>cambió</a:t>
            </a:r>
            <a:r>
              <a:rPr sz="1400" b="0" i="0" dirty="0">
                <a:solidFill>
                  <a:srgbClr val="4F5361"/>
                </a:solidFill>
                <a:latin typeface="Neuromax"/>
              </a:rPr>
              <a:t> la </a:t>
            </a:r>
            <a:r>
              <a:rPr sz="1400" b="0" i="0" dirty="0" err="1">
                <a:solidFill>
                  <a:srgbClr val="4F5361"/>
                </a:solidFill>
                <a:latin typeface="Neuromax"/>
              </a:rPr>
              <a:t>industria</a:t>
            </a:r>
            <a:r>
              <a:rPr sz="1400" b="0" i="0" dirty="0">
                <a:solidFill>
                  <a:srgbClr val="4F5361"/>
                </a:solidFill>
                <a:latin typeface="Neuromax"/>
              </a:rPr>
              <a:t>.</a:t>
            </a:r>
          </a:p>
        </p:txBody>
      </p:sp>
      <p:sp>
        <p:nvSpPr>
          <p:cNvPr id="9" name="Rectangle 8"/>
          <p:cNvSpPr/>
          <p:nvPr/>
        </p:nvSpPr>
        <p:spPr>
          <a:xfrm>
            <a:off x="5247640" y="207264"/>
            <a:ext cx="6666992" cy="5308600"/>
          </a:xfrm>
          <a:prstGeom prst="rect">
            <a:avLst/>
          </a:prstGeom>
          <a:solidFill>
            <a:srgbClr val="2B293D"/>
          </a:solidFill>
          <a:ln>
            <a:noFill/>
          </a:ln>
          <a:effectLst/>
        </p:spPr>
        <p:txBody>
          <a:bodyPr rtlCol="0" anchor="ctr"/>
          <a:lstStyle/>
          <a:p>
            <a:pPr algn="ctr"/>
            <a:endParaRPr/>
          </a:p>
        </p:txBody>
      </p:sp>
      <p:pic>
        <p:nvPicPr>
          <p:cNvPr id="10" name="Picture 9" descr="keen.png"/>
          <p:cNvPicPr>
            <a:picLocks noChangeAspect="1"/>
          </p:cNvPicPr>
          <p:nvPr/>
        </p:nvPicPr>
        <p:blipFill>
          <a:blip r:embed="rId4"/>
          <a:srcRect l="8279" r="8279"/>
          <a:stretch>
            <a:fillRect/>
          </a:stretch>
        </p:blipFill>
        <p:spPr>
          <a:xfrm>
            <a:off x="5387848" y="363728"/>
            <a:ext cx="3175000" cy="2376424"/>
          </a:xfrm>
          <a:prstGeom prst="rect">
            <a:avLst/>
          </a:prstGeom>
          <a:ln w="15240">
            <a:solidFill>
              <a:srgbClr val="FFFFFF"/>
            </a:solidFill>
          </a:ln>
        </p:spPr>
      </p:pic>
      <p:sp>
        <p:nvSpPr>
          <p:cNvPr id="11" name="Rectangle 10"/>
          <p:cNvSpPr/>
          <p:nvPr/>
        </p:nvSpPr>
        <p:spPr>
          <a:xfrm>
            <a:off x="6446520" y="914400"/>
            <a:ext cx="566928" cy="201168"/>
          </a:xfrm>
          <a:prstGeom prst="rect">
            <a:avLst/>
          </a:prstGeom>
          <a:solidFill>
            <a:srgbClr val="2B293D"/>
          </a:solidFill>
          <a:ln>
            <a:noFill/>
          </a:ln>
          <a:effectLst/>
        </p:spPr>
        <p:txBody>
          <a:bodyPr rtlCol="0" anchor="ctr"/>
          <a:lstStyle/>
          <a:p>
            <a:pPr algn="ctr"/>
            <a:endParaRPr/>
          </a:p>
        </p:txBody>
      </p:sp>
      <p:sp>
        <p:nvSpPr>
          <p:cNvPr id="12" name="TextBox 11"/>
          <p:cNvSpPr txBox="1"/>
          <p:nvPr/>
        </p:nvSpPr>
        <p:spPr>
          <a:xfrm>
            <a:off x="6519672" y="946404"/>
            <a:ext cx="457200" cy="146304"/>
          </a:xfrm>
          <a:prstGeom prst="rect">
            <a:avLst/>
          </a:prstGeom>
          <a:noFill/>
        </p:spPr>
        <p:txBody>
          <a:bodyPr wrap="square" lIns="0" tIns="0" rIns="0" bIns="0" anchor="t">
            <a:noAutofit/>
          </a:bodyPr>
          <a:lstStyle/>
          <a:p>
            <a:pPr algn="l">
              <a:lnSpc>
                <a:spcPct val="100000"/>
              </a:lnSpc>
              <a:spcBef>
                <a:spcPts val="0"/>
              </a:spcBef>
              <a:spcAft>
                <a:spcPts val="0"/>
              </a:spcAft>
            </a:pPr>
            <a:r>
              <a:rPr sz="850" b="0" i="0">
                <a:solidFill>
                  <a:srgbClr val="FFFFFF"/>
                </a:solidFill>
                <a:latin typeface="Neuromax SemBd"/>
              </a:rPr>
              <a:t>1990</a:t>
            </a:r>
          </a:p>
        </p:txBody>
      </p:sp>
      <p:pic>
        <p:nvPicPr>
          <p:cNvPr id="13" name="Picture 12" descr="wolf3d.png"/>
          <p:cNvPicPr>
            <a:picLocks noChangeAspect="1"/>
          </p:cNvPicPr>
          <p:nvPr/>
        </p:nvPicPr>
        <p:blipFill>
          <a:blip r:embed="rId5"/>
          <a:srcRect t="65" b="65"/>
          <a:stretch>
            <a:fillRect/>
          </a:stretch>
        </p:blipFill>
        <p:spPr>
          <a:xfrm>
            <a:off x="8654288" y="363728"/>
            <a:ext cx="3164840" cy="2376424"/>
          </a:xfrm>
          <a:prstGeom prst="rect">
            <a:avLst/>
          </a:prstGeom>
          <a:ln w="15240">
            <a:solidFill>
              <a:srgbClr val="FFFFFF"/>
            </a:solidFill>
          </a:ln>
        </p:spPr>
      </p:pic>
      <p:sp>
        <p:nvSpPr>
          <p:cNvPr id="14" name="Rectangle 13"/>
          <p:cNvSpPr/>
          <p:nvPr/>
        </p:nvSpPr>
        <p:spPr>
          <a:xfrm>
            <a:off x="8778240" y="1066800"/>
            <a:ext cx="566928" cy="201168"/>
          </a:xfrm>
          <a:prstGeom prst="rect">
            <a:avLst/>
          </a:prstGeom>
          <a:solidFill>
            <a:srgbClr val="2B293D"/>
          </a:solidFill>
          <a:ln>
            <a:noFill/>
          </a:ln>
          <a:effectLst/>
        </p:spPr>
        <p:txBody>
          <a:bodyPr rtlCol="0" anchor="ctr"/>
          <a:lstStyle/>
          <a:p>
            <a:pPr algn="ctr"/>
            <a:endParaRPr/>
          </a:p>
        </p:txBody>
      </p:sp>
      <p:sp>
        <p:nvSpPr>
          <p:cNvPr id="15" name="TextBox 14"/>
          <p:cNvSpPr txBox="1"/>
          <p:nvPr/>
        </p:nvSpPr>
        <p:spPr>
          <a:xfrm>
            <a:off x="8851392" y="1098804"/>
            <a:ext cx="457200" cy="146304"/>
          </a:xfrm>
          <a:prstGeom prst="rect">
            <a:avLst/>
          </a:prstGeom>
          <a:noFill/>
        </p:spPr>
        <p:txBody>
          <a:bodyPr wrap="square" lIns="0" tIns="0" rIns="0" bIns="0" anchor="t">
            <a:noAutofit/>
          </a:bodyPr>
          <a:lstStyle/>
          <a:p>
            <a:pPr algn="l">
              <a:lnSpc>
                <a:spcPct val="100000"/>
              </a:lnSpc>
              <a:spcBef>
                <a:spcPts val="0"/>
              </a:spcBef>
              <a:spcAft>
                <a:spcPts val="0"/>
              </a:spcAft>
            </a:pPr>
            <a:r>
              <a:rPr sz="850" b="0" i="0">
                <a:solidFill>
                  <a:srgbClr val="FFFFFF"/>
                </a:solidFill>
                <a:latin typeface="Neuromax SemBd"/>
              </a:rPr>
              <a:t>1992</a:t>
            </a:r>
          </a:p>
        </p:txBody>
      </p:sp>
      <p:pic>
        <p:nvPicPr>
          <p:cNvPr id="16" name="Picture 15" descr="doom.png"/>
          <p:cNvPicPr>
            <a:picLocks noChangeAspect="1"/>
          </p:cNvPicPr>
          <p:nvPr/>
        </p:nvPicPr>
        <p:blipFill>
          <a:blip r:embed="rId6"/>
          <a:srcRect t="65" b="65"/>
          <a:stretch>
            <a:fillRect/>
          </a:stretch>
        </p:blipFill>
        <p:spPr>
          <a:xfrm>
            <a:off x="5387848" y="2963672"/>
            <a:ext cx="3175000" cy="2376424"/>
          </a:xfrm>
          <a:prstGeom prst="rect">
            <a:avLst/>
          </a:prstGeom>
          <a:ln w="15240">
            <a:solidFill>
              <a:srgbClr val="FFFFFF"/>
            </a:solidFill>
          </a:ln>
        </p:spPr>
      </p:pic>
      <p:sp>
        <p:nvSpPr>
          <p:cNvPr id="17" name="Rectangle 16"/>
          <p:cNvSpPr/>
          <p:nvPr/>
        </p:nvSpPr>
        <p:spPr>
          <a:xfrm>
            <a:off x="6446520" y="2843784"/>
            <a:ext cx="566928" cy="201168"/>
          </a:xfrm>
          <a:prstGeom prst="rect">
            <a:avLst/>
          </a:prstGeom>
          <a:solidFill>
            <a:srgbClr val="2B293D"/>
          </a:solidFill>
          <a:ln>
            <a:noFill/>
          </a:ln>
          <a:effectLst/>
        </p:spPr>
        <p:txBody>
          <a:bodyPr rtlCol="0" anchor="ctr"/>
          <a:lstStyle/>
          <a:p>
            <a:pPr algn="ctr"/>
            <a:endParaRPr/>
          </a:p>
        </p:txBody>
      </p:sp>
      <p:sp>
        <p:nvSpPr>
          <p:cNvPr id="18" name="TextBox 17"/>
          <p:cNvSpPr txBox="1"/>
          <p:nvPr/>
        </p:nvSpPr>
        <p:spPr>
          <a:xfrm>
            <a:off x="6519672" y="2875788"/>
            <a:ext cx="457200" cy="146304"/>
          </a:xfrm>
          <a:prstGeom prst="rect">
            <a:avLst/>
          </a:prstGeom>
          <a:noFill/>
        </p:spPr>
        <p:txBody>
          <a:bodyPr wrap="square" lIns="0" tIns="0" rIns="0" bIns="0" anchor="t">
            <a:noAutofit/>
          </a:bodyPr>
          <a:lstStyle/>
          <a:p>
            <a:pPr algn="l">
              <a:lnSpc>
                <a:spcPct val="100000"/>
              </a:lnSpc>
              <a:spcBef>
                <a:spcPts val="0"/>
              </a:spcBef>
              <a:spcAft>
                <a:spcPts val="0"/>
              </a:spcAft>
            </a:pPr>
            <a:r>
              <a:rPr sz="850" b="0" i="0">
                <a:solidFill>
                  <a:srgbClr val="FFFFFF"/>
                </a:solidFill>
                <a:latin typeface="Neuromax SemBd"/>
              </a:rPr>
              <a:t>1993</a:t>
            </a:r>
          </a:p>
        </p:txBody>
      </p:sp>
      <p:pic>
        <p:nvPicPr>
          <p:cNvPr id="19" name="Picture 18" descr="quake.png"/>
          <p:cNvPicPr>
            <a:picLocks noChangeAspect="1"/>
          </p:cNvPicPr>
          <p:nvPr/>
        </p:nvPicPr>
        <p:blipFill>
          <a:blip r:embed="rId7"/>
          <a:srcRect t="65" b="65"/>
          <a:stretch>
            <a:fillRect/>
          </a:stretch>
        </p:blipFill>
        <p:spPr>
          <a:xfrm>
            <a:off x="8654288" y="2963672"/>
            <a:ext cx="3164840" cy="2376424"/>
          </a:xfrm>
          <a:prstGeom prst="rect">
            <a:avLst/>
          </a:prstGeom>
          <a:ln w="15240">
            <a:solidFill>
              <a:srgbClr val="FFFFFF"/>
            </a:solidFill>
          </a:ln>
        </p:spPr>
      </p:pic>
      <p:sp>
        <p:nvSpPr>
          <p:cNvPr id="20" name="Rectangle 19"/>
          <p:cNvSpPr/>
          <p:nvPr/>
        </p:nvSpPr>
        <p:spPr>
          <a:xfrm>
            <a:off x="8778240" y="2996184"/>
            <a:ext cx="566928" cy="201168"/>
          </a:xfrm>
          <a:prstGeom prst="rect">
            <a:avLst/>
          </a:prstGeom>
          <a:solidFill>
            <a:srgbClr val="2B293D"/>
          </a:solidFill>
          <a:ln>
            <a:noFill/>
          </a:ln>
          <a:effectLst/>
        </p:spPr>
        <p:txBody>
          <a:bodyPr rtlCol="0" anchor="ctr"/>
          <a:lstStyle/>
          <a:p>
            <a:pPr algn="ctr"/>
            <a:endParaRPr/>
          </a:p>
        </p:txBody>
      </p:sp>
      <p:sp>
        <p:nvSpPr>
          <p:cNvPr id="21" name="TextBox 20"/>
          <p:cNvSpPr txBox="1"/>
          <p:nvPr/>
        </p:nvSpPr>
        <p:spPr>
          <a:xfrm>
            <a:off x="8851392" y="3028188"/>
            <a:ext cx="457200" cy="146304"/>
          </a:xfrm>
          <a:prstGeom prst="rect">
            <a:avLst/>
          </a:prstGeom>
          <a:noFill/>
        </p:spPr>
        <p:txBody>
          <a:bodyPr wrap="square" lIns="0" tIns="0" rIns="0" bIns="0" anchor="t">
            <a:noAutofit/>
          </a:bodyPr>
          <a:lstStyle/>
          <a:p>
            <a:pPr algn="l">
              <a:lnSpc>
                <a:spcPct val="100000"/>
              </a:lnSpc>
              <a:spcBef>
                <a:spcPts val="0"/>
              </a:spcBef>
              <a:spcAft>
                <a:spcPts val="0"/>
              </a:spcAft>
            </a:pPr>
            <a:r>
              <a:rPr sz="850" b="0" i="0">
                <a:solidFill>
                  <a:srgbClr val="FFFFFF"/>
                </a:solidFill>
                <a:latin typeface="Neuromax SemBd"/>
              </a:rPr>
              <a:t>1996</a:t>
            </a:r>
          </a:p>
        </p:txBody>
      </p:sp>
      <p:pic>
        <p:nvPicPr>
          <p:cNvPr id="23" name="Picture 22" descr="cloud.png"/>
          <p:cNvPicPr>
            <a:picLocks noChangeAspect="1"/>
          </p:cNvPicPr>
          <p:nvPr/>
        </p:nvPicPr>
        <p:blipFill>
          <a:blip r:embed="rId8"/>
          <a:stretch>
            <a:fillRect/>
          </a:stretch>
        </p:blipFill>
        <p:spPr>
          <a:xfrm>
            <a:off x="3307080" y="601472"/>
            <a:ext cx="1097280" cy="475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556768" y="251968"/>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LO QUE VEREMOS HOY</a:t>
            </a:r>
          </a:p>
        </p:txBody>
      </p:sp>
      <p:sp>
        <p:nvSpPr>
          <p:cNvPr id="7" name="Rectangle 6"/>
          <p:cNvSpPr/>
          <p:nvPr/>
        </p:nvSpPr>
        <p:spPr>
          <a:xfrm>
            <a:off x="566928" y="1481328"/>
            <a:ext cx="11055096" cy="713232"/>
          </a:xfrm>
          <a:prstGeom prst="rect">
            <a:avLst/>
          </a:prstGeom>
          <a:solidFill>
            <a:srgbClr val="FFFFFF"/>
          </a:solidFill>
          <a:ln>
            <a:noFill/>
          </a:ln>
          <a:effectLst/>
        </p:spPr>
        <p:txBody>
          <a:bodyPr rtlCol="0" anchor="ctr"/>
          <a:lstStyle/>
          <a:p>
            <a:pPr algn="ctr"/>
            <a:endParaRPr/>
          </a:p>
        </p:txBody>
      </p:sp>
      <p:sp>
        <p:nvSpPr>
          <p:cNvPr id="8" name="Rectangle 7"/>
          <p:cNvSpPr/>
          <p:nvPr/>
        </p:nvSpPr>
        <p:spPr>
          <a:xfrm>
            <a:off x="566928" y="1481328"/>
            <a:ext cx="64008" cy="713232"/>
          </a:xfrm>
          <a:prstGeom prst="rect">
            <a:avLst/>
          </a:prstGeom>
          <a:solidFill>
            <a:srgbClr val="F08A3C"/>
          </a:solidFill>
          <a:ln>
            <a:noFill/>
          </a:ln>
          <a:effectLst/>
        </p:spPr>
        <p:txBody>
          <a:bodyPr rtlCol="0" anchor="ctr"/>
          <a:lstStyle/>
          <a:p>
            <a:pPr algn="ctr"/>
            <a:endParaRPr/>
          </a:p>
        </p:txBody>
      </p:sp>
      <p:sp>
        <p:nvSpPr>
          <p:cNvPr id="9" name="TextBox 8"/>
          <p:cNvSpPr txBox="1"/>
          <p:nvPr/>
        </p:nvSpPr>
        <p:spPr>
          <a:xfrm>
            <a:off x="749808" y="1645920"/>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B45309"/>
                </a:solidFill>
                <a:latin typeface="Neuromax SemBd"/>
              </a:rPr>
              <a:t>01</a:t>
            </a:r>
          </a:p>
        </p:txBody>
      </p:sp>
      <p:sp>
        <p:nvSpPr>
          <p:cNvPr id="10" name="TextBox 9"/>
          <p:cNvSpPr txBox="1"/>
          <p:nvPr/>
        </p:nvSpPr>
        <p:spPr>
          <a:xfrm>
            <a:off x="1298448" y="1591056"/>
            <a:ext cx="8595360" cy="292608"/>
          </a:xfrm>
          <a:prstGeom prst="rect">
            <a:avLst/>
          </a:prstGeom>
          <a:noFill/>
        </p:spPr>
        <p:txBody>
          <a:bodyPr wrap="square" lIns="0" tIns="0" rIns="0" bIns="0" anchor="t">
            <a:noAutofit/>
          </a:bodyPr>
          <a:lstStyle/>
          <a:p>
            <a:pPr algn="l">
              <a:lnSpc>
                <a:spcPct val="100000"/>
              </a:lnSpc>
              <a:spcBef>
                <a:spcPts val="0"/>
              </a:spcBef>
              <a:spcAft>
                <a:spcPts val="0"/>
              </a:spcAft>
            </a:pPr>
            <a:r>
              <a:rPr sz="1900" b="0" i="0">
                <a:solidFill>
                  <a:srgbClr val="131315"/>
                </a:solidFill>
                <a:latin typeface="Neuromax SemBd"/>
              </a:rPr>
              <a:t>HISTORIA Y LÍNEA DEL TIEMPO</a:t>
            </a:r>
          </a:p>
        </p:txBody>
      </p:sp>
      <p:sp>
        <p:nvSpPr>
          <p:cNvPr id="11" name="TextBox 10"/>
          <p:cNvSpPr txBox="1"/>
          <p:nvPr/>
        </p:nvSpPr>
        <p:spPr>
          <a:xfrm>
            <a:off x="1298448" y="1934464"/>
            <a:ext cx="8869680" cy="228600"/>
          </a:xfrm>
          <a:prstGeom prst="rect">
            <a:avLst/>
          </a:prstGeom>
          <a:noFill/>
        </p:spPr>
        <p:txBody>
          <a:bodyPr wrap="square" lIns="0" tIns="0" rIns="0" bIns="0" anchor="t">
            <a:noAutofit/>
          </a:bodyPr>
          <a:lstStyle/>
          <a:p>
            <a:pPr algn="l">
              <a:lnSpc>
                <a:spcPct val="100000"/>
              </a:lnSpc>
              <a:spcBef>
                <a:spcPts val="0"/>
              </a:spcBef>
              <a:spcAft>
                <a:spcPts val="0"/>
              </a:spcAft>
            </a:pPr>
            <a:r>
              <a:rPr sz="1280" b="0" i="0">
                <a:solidFill>
                  <a:srgbClr val="4F5361"/>
                </a:solidFill>
                <a:latin typeface="Neuromax"/>
              </a:rPr>
              <a:t>De Commander Keen a Doom Eternal: los momentos que marcaron a id.</a:t>
            </a:r>
          </a:p>
        </p:txBody>
      </p:sp>
      <p:sp>
        <p:nvSpPr>
          <p:cNvPr id="12" name="TextBox 11"/>
          <p:cNvSpPr txBox="1"/>
          <p:nvPr/>
        </p:nvSpPr>
        <p:spPr>
          <a:xfrm>
            <a:off x="11018520" y="1664208"/>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31315"/>
                </a:solidFill>
                <a:latin typeface="Neuromax"/>
              </a:rPr>
              <a:t>→</a:t>
            </a:r>
          </a:p>
        </p:txBody>
      </p:sp>
      <p:sp>
        <p:nvSpPr>
          <p:cNvPr id="13" name="Rectangle 12"/>
          <p:cNvSpPr/>
          <p:nvPr/>
        </p:nvSpPr>
        <p:spPr>
          <a:xfrm>
            <a:off x="566928" y="2267712"/>
            <a:ext cx="11055096" cy="713232"/>
          </a:xfrm>
          <a:prstGeom prst="rect">
            <a:avLst/>
          </a:prstGeom>
          <a:solidFill>
            <a:srgbClr val="FFFFFF"/>
          </a:solidFill>
          <a:ln>
            <a:noFill/>
          </a:ln>
          <a:effectLst/>
        </p:spPr>
        <p:txBody>
          <a:bodyPr rtlCol="0" anchor="ctr"/>
          <a:lstStyle/>
          <a:p>
            <a:pPr algn="ctr"/>
            <a:endParaRPr/>
          </a:p>
        </p:txBody>
      </p:sp>
      <p:sp>
        <p:nvSpPr>
          <p:cNvPr id="14" name="Rectangle 13"/>
          <p:cNvSpPr/>
          <p:nvPr/>
        </p:nvSpPr>
        <p:spPr>
          <a:xfrm>
            <a:off x="566928" y="2267712"/>
            <a:ext cx="64008" cy="713232"/>
          </a:xfrm>
          <a:prstGeom prst="rect">
            <a:avLst/>
          </a:prstGeom>
          <a:solidFill>
            <a:srgbClr val="E8386D"/>
          </a:solidFill>
          <a:ln>
            <a:noFill/>
          </a:ln>
          <a:effectLst/>
        </p:spPr>
        <p:txBody>
          <a:bodyPr rtlCol="0" anchor="ctr"/>
          <a:lstStyle/>
          <a:p>
            <a:pPr algn="ctr"/>
            <a:endParaRPr/>
          </a:p>
        </p:txBody>
      </p:sp>
      <p:sp>
        <p:nvSpPr>
          <p:cNvPr id="15" name="TextBox 14"/>
          <p:cNvSpPr txBox="1"/>
          <p:nvPr/>
        </p:nvSpPr>
        <p:spPr>
          <a:xfrm>
            <a:off x="749808" y="2432304"/>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E8386D"/>
                </a:solidFill>
                <a:latin typeface="Neuromax SemBd"/>
              </a:rPr>
              <a:t>02</a:t>
            </a:r>
          </a:p>
        </p:txBody>
      </p:sp>
      <p:sp>
        <p:nvSpPr>
          <p:cNvPr id="16" name="TextBox 15"/>
          <p:cNvSpPr txBox="1"/>
          <p:nvPr/>
        </p:nvSpPr>
        <p:spPr>
          <a:xfrm>
            <a:off x="1298448" y="2377440"/>
            <a:ext cx="8595360" cy="292608"/>
          </a:xfrm>
          <a:prstGeom prst="rect">
            <a:avLst/>
          </a:prstGeom>
          <a:noFill/>
        </p:spPr>
        <p:txBody>
          <a:bodyPr wrap="square" lIns="0" tIns="0" rIns="0" bIns="0" anchor="t">
            <a:noAutofit/>
          </a:bodyPr>
          <a:lstStyle/>
          <a:p>
            <a:pPr algn="l">
              <a:lnSpc>
                <a:spcPct val="100000"/>
              </a:lnSpc>
              <a:spcBef>
                <a:spcPts val="0"/>
              </a:spcBef>
              <a:spcAft>
                <a:spcPts val="0"/>
              </a:spcAft>
            </a:pPr>
            <a:r>
              <a:rPr sz="1900" b="0" i="0">
                <a:solidFill>
                  <a:srgbClr val="131315"/>
                </a:solidFill>
                <a:latin typeface="Neuromax SemBd"/>
              </a:rPr>
              <a:t>BSP: PARTIR EL ESPACIO</a:t>
            </a:r>
          </a:p>
        </p:txBody>
      </p:sp>
      <p:sp>
        <p:nvSpPr>
          <p:cNvPr id="17" name="TextBox 16"/>
          <p:cNvSpPr txBox="1"/>
          <p:nvPr/>
        </p:nvSpPr>
        <p:spPr>
          <a:xfrm>
            <a:off x="1298448" y="2710688"/>
            <a:ext cx="8869680" cy="228600"/>
          </a:xfrm>
          <a:prstGeom prst="rect">
            <a:avLst/>
          </a:prstGeom>
          <a:noFill/>
        </p:spPr>
        <p:txBody>
          <a:bodyPr wrap="square" lIns="0" tIns="0" rIns="0" bIns="0" anchor="t">
            <a:noAutofit/>
          </a:bodyPr>
          <a:lstStyle/>
          <a:p>
            <a:pPr algn="l">
              <a:lnSpc>
                <a:spcPct val="100000"/>
              </a:lnSpc>
              <a:spcBef>
                <a:spcPts val="0"/>
              </a:spcBef>
              <a:spcAft>
                <a:spcPts val="0"/>
              </a:spcAft>
            </a:pPr>
            <a:r>
              <a:rPr sz="1280" b="0" i="0">
                <a:solidFill>
                  <a:srgbClr val="4F5361"/>
                </a:solidFill>
                <a:latin typeface="Neuromax"/>
              </a:rPr>
              <a:t>Cómo Doom ordenaba las paredes sin un z-buffer.</a:t>
            </a:r>
          </a:p>
        </p:txBody>
      </p:sp>
      <p:sp>
        <p:nvSpPr>
          <p:cNvPr id="18" name="TextBox 17"/>
          <p:cNvSpPr txBox="1"/>
          <p:nvPr/>
        </p:nvSpPr>
        <p:spPr>
          <a:xfrm>
            <a:off x="11018520" y="2450592"/>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31315"/>
                </a:solidFill>
                <a:latin typeface="Neuromax"/>
              </a:rPr>
              <a:t>→</a:t>
            </a:r>
          </a:p>
        </p:txBody>
      </p:sp>
      <p:sp>
        <p:nvSpPr>
          <p:cNvPr id="19" name="Rectangle 18"/>
          <p:cNvSpPr/>
          <p:nvPr/>
        </p:nvSpPr>
        <p:spPr>
          <a:xfrm>
            <a:off x="566928" y="3054096"/>
            <a:ext cx="11055096" cy="713232"/>
          </a:xfrm>
          <a:prstGeom prst="rect">
            <a:avLst/>
          </a:prstGeom>
          <a:solidFill>
            <a:srgbClr val="FFFFFF"/>
          </a:solidFill>
          <a:ln>
            <a:noFill/>
          </a:ln>
          <a:effectLst/>
        </p:spPr>
        <p:txBody>
          <a:bodyPr rtlCol="0" anchor="ctr"/>
          <a:lstStyle/>
          <a:p>
            <a:pPr algn="ctr"/>
            <a:endParaRPr/>
          </a:p>
        </p:txBody>
      </p:sp>
      <p:sp>
        <p:nvSpPr>
          <p:cNvPr id="20" name="Rectangle 19"/>
          <p:cNvSpPr/>
          <p:nvPr/>
        </p:nvSpPr>
        <p:spPr>
          <a:xfrm>
            <a:off x="566928" y="3054096"/>
            <a:ext cx="64008" cy="713232"/>
          </a:xfrm>
          <a:prstGeom prst="rect">
            <a:avLst/>
          </a:prstGeom>
          <a:solidFill>
            <a:srgbClr val="F08A3C"/>
          </a:solidFill>
          <a:ln>
            <a:noFill/>
          </a:ln>
          <a:effectLst/>
        </p:spPr>
        <p:txBody>
          <a:bodyPr rtlCol="0" anchor="ctr"/>
          <a:lstStyle/>
          <a:p>
            <a:pPr algn="ctr"/>
            <a:endParaRPr/>
          </a:p>
        </p:txBody>
      </p:sp>
      <p:sp>
        <p:nvSpPr>
          <p:cNvPr id="21" name="TextBox 20"/>
          <p:cNvSpPr txBox="1"/>
          <p:nvPr/>
        </p:nvSpPr>
        <p:spPr>
          <a:xfrm>
            <a:off x="749808" y="3218688"/>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B45309"/>
                </a:solidFill>
                <a:latin typeface="Neuromax SemBd"/>
              </a:rPr>
              <a:t>03</a:t>
            </a:r>
          </a:p>
        </p:txBody>
      </p:sp>
      <p:sp>
        <p:nvSpPr>
          <p:cNvPr id="22" name="TextBox 21"/>
          <p:cNvSpPr txBox="1"/>
          <p:nvPr/>
        </p:nvSpPr>
        <p:spPr>
          <a:xfrm>
            <a:off x="1298448" y="3163824"/>
            <a:ext cx="8595360" cy="292608"/>
          </a:xfrm>
          <a:prstGeom prst="rect">
            <a:avLst/>
          </a:prstGeom>
          <a:noFill/>
        </p:spPr>
        <p:txBody>
          <a:bodyPr wrap="square" lIns="0" tIns="0" rIns="0" bIns="0" anchor="t">
            <a:noAutofit/>
          </a:bodyPr>
          <a:lstStyle/>
          <a:p>
            <a:pPr algn="l">
              <a:lnSpc>
                <a:spcPct val="100000"/>
              </a:lnSpc>
              <a:spcBef>
                <a:spcPts val="0"/>
              </a:spcBef>
              <a:spcAft>
                <a:spcPts val="0"/>
              </a:spcAft>
            </a:pPr>
            <a:r>
              <a:rPr sz="1900" b="0" i="0">
                <a:solidFill>
                  <a:srgbClr val="131315"/>
                </a:solidFill>
                <a:latin typeface="Neuromax SemBd"/>
              </a:rPr>
              <a:t>RAÍZ CUADRADA INVERSA</a:t>
            </a:r>
          </a:p>
        </p:txBody>
      </p:sp>
      <p:sp>
        <p:nvSpPr>
          <p:cNvPr id="23" name="TextBox 22"/>
          <p:cNvSpPr txBox="1"/>
          <p:nvPr/>
        </p:nvSpPr>
        <p:spPr>
          <a:xfrm>
            <a:off x="1298448" y="3497072"/>
            <a:ext cx="8869680" cy="228600"/>
          </a:xfrm>
          <a:prstGeom prst="rect">
            <a:avLst/>
          </a:prstGeom>
          <a:noFill/>
        </p:spPr>
        <p:txBody>
          <a:bodyPr wrap="square" lIns="0" tIns="0" rIns="0" bIns="0" anchor="t">
            <a:noAutofit/>
          </a:bodyPr>
          <a:lstStyle/>
          <a:p>
            <a:r>
              <a:rPr sz="1250" b="0" i="0" dirty="0">
                <a:solidFill>
                  <a:srgbClr val="4F5361"/>
                </a:solidFill>
                <a:latin typeface="Neuromax"/>
              </a:rPr>
              <a:t>El </a:t>
            </a:r>
            <a:r>
              <a:rPr sz="1250" b="0" i="0" dirty="0" err="1">
                <a:solidFill>
                  <a:srgbClr val="4F5361"/>
                </a:solidFill>
                <a:latin typeface="Neuromax"/>
              </a:rPr>
              <a:t>truco</a:t>
            </a:r>
            <a:r>
              <a:rPr sz="1250" b="0" i="0" dirty="0">
                <a:solidFill>
                  <a:srgbClr val="4F5361"/>
                </a:solidFill>
                <a:latin typeface="Neuromax"/>
              </a:rPr>
              <a:t> de bits de Quake III Arena</a:t>
            </a:r>
            <a:r>
              <a:rPr lang="en-US" sz="1250" dirty="0">
                <a:solidFill>
                  <a:srgbClr val="4F5361"/>
                </a:solidFill>
                <a:latin typeface="Neuromax"/>
              </a:rPr>
              <a:t> y el </a:t>
            </a:r>
            <a:r>
              <a:rPr lang="en-US" sz="1250" dirty="0" err="1">
                <a:solidFill>
                  <a:srgbClr val="4F5361"/>
                </a:solidFill>
                <a:latin typeface="Neuromax"/>
              </a:rPr>
              <a:t>numero</a:t>
            </a:r>
            <a:r>
              <a:rPr lang="en-US" sz="1250" dirty="0">
                <a:solidFill>
                  <a:srgbClr val="4F5361"/>
                </a:solidFill>
                <a:latin typeface="Neuromax"/>
              </a:rPr>
              <a:t> </a:t>
            </a:r>
            <a:r>
              <a:rPr lang="en-US" sz="1250" dirty="0" err="1">
                <a:solidFill>
                  <a:srgbClr val="4F5361"/>
                </a:solidFill>
                <a:latin typeface="Neuromax"/>
              </a:rPr>
              <a:t>magico</a:t>
            </a:r>
            <a:r>
              <a:rPr lang="en-US" sz="1250" dirty="0">
                <a:solidFill>
                  <a:srgbClr val="4F5361"/>
                </a:solidFill>
                <a:latin typeface="Neuromax"/>
              </a:rPr>
              <a:t>.</a:t>
            </a:r>
            <a:endParaRPr lang="en-US" sz="1250" b="0" i="0" dirty="0">
              <a:solidFill>
                <a:srgbClr val="4F5361"/>
              </a:solidFill>
              <a:latin typeface="Neuromax"/>
            </a:endParaRPr>
          </a:p>
        </p:txBody>
      </p:sp>
      <p:sp>
        <p:nvSpPr>
          <p:cNvPr id="24" name="TextBox 23"/>
          <p:cNvSpPr txBox="1"/>
          <p:nvPr/>
        </p:nvSpPr>
        <p:spPr>
          <a:xfrm>
            <a:off x="11018520" y="3236976"/>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31315"/>
                </a:solidFill>
                <a:latin typeface="Neuromax"/>
              </a:rPr>
              <a:t>→</a:t>
            </a:r>
          </a:p>
        </p:txBody>
      </p:sp>
      <p:sp>
        <p:nvSpPr>
          <p:cNvPr id="25" name="Rectangle 24"/>
          <p:cNvSpPr/>
          <p:nvPr/>
        </p:nvSpPr>
        <p:spPr>
          <a:xfrm>
            <a:off x="566928" y="3840480"/>
            <a:ext cx="11055096" cy="713232"/>
          </a:xfrm>
          <a:prstGeom prst="rect">
            <a:avLst/>
          </a:prstGeom>
          <a:solidFill>
            <a:srgbClr val="FFFFFF"/>
          </a:solidFill>
          <a:ln>
            <a:noFill/>
          </a:ln>
          <a:effectLst/>
        </p:spPr>
        <p:txBody>
          <a:bodyPr rtlCol="0" anchor="ctr"/>
          <a:lstStyle/>
          <a:p>
            <a:pPr algn="ctr"/>
            <a:endParaRPr/>
          </a:p>
        </p:txBody>
      </p:sp>
      <p:sp>
        <p:nvSpPr>
          <p:cNvPr id="26" name="Rectangle 25"/>
          <p:cNvSpPr/>
          <p:nvPr/>
        </p:nvSpPr>
        <p:spPr>
          <a:xfrm>
            <a:off x="566928" y="3840480"/>
            <a:ext cx="64008" cy="713232"/>
          </a:xfrm>
          <a:prstGeom prst="rect">
            <a:avLst/>
          </a:prstGeom>
          <a:solidFill>
            <a:srgbClr val="E8386D"/>
          </a:solidFill>
          <a:ln>
            <a:noFill/>
          </a:ln>
          <a:effectLst/>
        </p:spPr>
        <p:txBody>
          <a:bodyPr rtlCol="0" anchor="ctr"/>
          <a:lstStyle/>
          <a:p>
            <a:pPr algn="ctr"/>
            <a:endParaRPr/>
          </a:p>
        </p:txBody>
      </p:sp>
      <p:sp>
        <p:nvSpPr>
          <p:cNvPr id="27" name="TextBox 26"/>
          <p:cNvSpPr txBox="1"/>
          <p:nvPr/>
        </p:nvSpPr>
        <p:spPr>
          <a:xfrm>
            <a:off x="749808" y="4005072"/>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E8386D"/>
                </a:solidFill>
                <a:latin typeface="Neuromax SemBd"/>
              </a:rPr>
              <a:t>04</a:t>
            </a:r>
          </a:p>
        </p:txBody>
      </p:sp>
      <p:sp>
        <p:nvSpPr>
          <p:cNvPr id="28" name="TextBox 27"/>
          <p:cNvSpPr txBox="1"/>
          <p:nvPr/>
        </p:nvSpPr>
        <p:spPr>
          <a:xfrm>
            <a:off x="1298448" y="3950208"/>
            <a:ext cx="8595360" cy="292608"/>
          </a:xfrm>
          <a:prstGeom prst="rect">
            <a:avLst/>
          </a:prstGeom>
          <a:noFill/>
        </p:spPr>
        <p:txBody>
          <a:bodyPr wrap="square" lIns="0" tIns="0" rIns="0" bIns="0" anchor="t">
            <a:noAutofit/>
          </a:bodyPr>
          <a:lstStyle/>
          <a:p>
            <a:r>
              <a:rPr sz="1900" b="0" i="0">
                <a:solidFill>
                  <a:srgbClr val="131315"/>
                </a:solidFill>
                <a:latin typeface="Neuromax SemBd"/>
              </a:rPr>
              <a:t>CINCO PRINCIPIOS</a:t>
            </a:r>
            <a:r>
              <a:rPr lang="en-US" sz="1900">
                <a:solidFill>
                  <a:srgbClr val="131315"/>
                </a:solidFill>
                <a:latin typeface="Neuromax SemBd"/>
              </a:rPr>
              <a:t> DE ID SOFTWARE</a:t>
            </a:r>
            <a:endParaRPr sz="1900" b="0" i="0">
              <a:solidFill>
                <a:srgbClr val="131315"/>
              </a:solidFill>
              <a:latin typeface="Neuromax SemBd"/>
            </a:endParaRPr>
          </a:p>
        </p:txBody>
      </p:sp>
      <p:sp>
        <p:nvSpPr>
          <p:cNvPr id="29" name="TextBox 28"/>
          <p:cNvSpPr txBox="1"/>
          <p:nvPr/>
        </p:nvSpPr>
        <p:spPr>
          <a:xfrm>
            <a:off x="1298448" y="4293616"/>
            <a:ext cx="8869680" cy="228600"/>
          </a:xfrm>
          <a:prstGeom prst="rect">
            <a:avLst/>
          </a:prstGeom>
          <a:noFill/>
        </p:spPr>
        <p:txBody>
          <a:bodyPr wrap="square" lIns="0" tIns="0" rIns="0" bIns="0" anchor="t">
            <a:noAutofit/>
          </a:bodyPr>
          <a:lstStyle/>
          <a:p>
            <a:pPr algn="l">
              <a:lnSpc>
                <a:spcPct val="100000"/>
              </a:lnSpc>
              <a:spcBef>
                <a:spcPts val="0"/>
              </a:spcBef>
              <a:spcAft>
                <a:spcPts val="0"/>
              </a:spcAft>
            </a:pPr>
            <a:r>
              <a:rPr sz="1280" b="0" i="0">
                <a:solidFill>
                  <a:srgbClr val="4F5361"/>
                </a:solidFill>
                <a:latin typeface="Neuromax"/>
              </a:rPr>
              <a:t>Las reglas de trabajo que usó id Software en sus primeros años.</a:t>
            </a:r>
          </a:p>
        </p:txBody>
      </p:sp>
      <p:sp>
        <p:nvSpPr>
          <p:cNvPr id="30" name="TextBox 29"/>
          <p:cNvSpPr txBox="1"/>
          <p:nvPr/>
        </p:nvSpPr>
        <p:spPr>
          <a:xfrm>
            <a:off x="11018520" y="4023360"/>
            <a:ext cx="411480" cy="274320"/>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31315"/>
                </a:solidFill>
                <a:latin typeface="Neuromax"/>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343408" y="262128"/>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CUATRO PERSONAS, UNA SALA</a:t>
            </a:r>
          </a:p>
        </p:txBody>
      </p:sp>
      <p:sp>
        <p:nvSpPr>
          <p:cNvPr id="6" name="TextBox 5"/>
          <p:cNvSpPr txBox="1"/>
          <p:nvPr/>
        </p:nvSpPr>
        <p:spPr>
          <a:xfrm>
            <a:off x="404368" y="75387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id Software nace el 1 de febrero de 1991, en Shreveport, Luisiana.</a:t>
            </a:r>
          </a:p>
        </p:txBody>
      </p:sp>
      <p:sp>
        <p:nvSpPr>
          <p:cNvPr id="7" name="TextBox 6"/>
          <p:cNvSpPr txBox="1"/>
          <p:nvPr/>
        </p:nvSpPr>
        <p:spPr>
          <a:xfrm>
            <a:off x="404368" y="1308608"/>
            <a:ext cx="5074920" cy="822960"/>
          </a:xfrm>
          <a:prstGeom prst="rect">
            <a:avLst/>
          </a:prstGeom>
          <a:noFill/>
        </p:spPr>
        <p:txBody>
          <a:bodyPr wrap="square" lIns="0" tIns="0" rIns="0" bIns="0" anchor="t">
            <a:noAutofit/>
          </a:bodyPr>
          <a:lstStyle/>
          <a:p>
            <a:pPr>
              <a:lnSpc>
                <a:spcPct val="104000"/>
              </a:lnSpc>
            </a:pPr>
            <a:r>
              <a:rPr sz="1400" b="0" i="0" dirty="0">
                <a:solidFill>
                  <a:srgbClr val="131315"/>
                </a:solidFill>
                <a:latin typeface="Neuromax"/>
              </a:rPr>
              <a:t>No era </a:t>
            </a:r>
            <a:r>
              <a:rPr sz="1400" b="0" i="0" dirty="0" err="1">
                <a:solidFill>
                  <a:srgbClr val="131315"/>
                </a:solidFill>
                <a:latin typeface="Neuromax"/>
              </a:rPr>
              <a:t>una</a:t>
            </a:r>
            <a:r>
              <a:rPr sz="1400" b="0" i="0" dirty="0">
                <a:solidFill>
                  <a:srgbClr val="131315"/>
                </a:solidFill>
                <a:latin typeface="Neuromax"/>
              </a:rPr>
              <a:t> gran </a:t>
            </a:r>
            <a:r>
              <a:rPr sz="1400" b="0" i="0" dirty="0" err="1">
                <a:solidFill>
                  <a:srgbClr val="131315"/>
                </a:solidFill>
                <a:latin typeface="Neuromax"/>
              </a:rPr>
              <a:t>empresa</a:t>
            </a:r>
            <a:r>
              <a:rPr sz="1400" b="0" i="0" dirty="0">
                <a:solidFill>
                  <a:srgbClr val="131315"/>
                </a:solidFill>
                <a:latin typeface="Neuromax"/>
              </a:rPr>
              <a:t>: era un </a:t>
            </a:r>
            <a:r>
              <a:rPr sz="1400" b="0" i="0" dirty="0" err="1">
                <a:solidFill>
                  <a:srgbClr val="131315"/>
                </a:solidFill>
                <a:latin typeface="Neuromax"/>
              </a:rPr>
              <a:t>grupo</a:t>
            </a:r>
            <a:r>
              <a:rPr sz="1400" b="0" i="0" dirty="0">
                <a:solidFill>
                  <a:srgbClr val="131315"/>
                </a:solidFill>
                <a:latin typeface="Neuromax"/>
              </a:rPr>
              <a:t> de amigos </a:t>
            </a:r>
            <a:r>
              <a:rPr sz="1400" b="0" i="0" dirty="0" err="1">
                <a:solidFill>
                  <a:srgbClr val="131315"/>
                </a:solidFill>
                <a:latin typeface="Neuromax"/>
              </a:rPr>
              <a:t>que</a:t>
            </a:r>
            <a:r>
              <a:rPr sz="1400" b="0" i="0" dirty="0">
                <a:solidFill>
                  <a:srgbClr val="131315"/>
                </a:solidFill>
                <a:latin typeface="Neuromax"/>
              </a:rPr>
              <a:t> </a:t>
            </a:r>
            <a:r>
              <a:rPr sz="1400" b="0" i="0" dirty="0" err="1">
                <a:solidFill>
                  <a:srgbClr val="131315"/>
                </a:solidFill>
                <a:latin typeface="Neuromax"/>
              </a:rPr>
              <a:t>quería</a:t>
            </a:r>
            <a:r>
              <a:rPr sz="1400" b="0" i="0" dirty="0">
                <a:solidFill>
                  <a:srgbClr val="131315"/>
                </a:solidFill>
                <a:latin typeface="Neuromax"/>
              </a:rPr>
              <a:t> </a:t>
            </a:r>
            <a:r>
              <a:rPr sz="1400" b="0" i="0" dirty="0" err="1">
                <a:solidFill>
                  <a:srgbClr val="131315"/>
                </a:solidFill>
                <a:latin typeface="Neuromax"/>
              </a:rPr>
              <a:t>hacer</a:t>
            </a:r>
            <a:r>
              <a:rPr sz="1400" b="0" i="0" dirty="0">
                <a:solidFill>
                  <a:srgbClr val="131315"/>
                </a:solidFill>
                <a:latin typeface="Neuromax"/>
              </a:rPr>
              <a:t> </a:t>
            </a:r>
            <a:r>
              <a:rPr sz="1400" b="0" i="0" dirty="0" err="1">
                <a:solidFill>
                  <a:srgbClr val="131315"/>
                </a:solidFill>
                <a:latin typeface="Neuromax"/>
              </a:rPr>
              <a:t>juegos</a:t>
            </a:r>
            <a:r>
              <a:rPr sz="1400" b="0" i="0" dirty="0">
                <a:solidFill>
                  <a:srgbClr val="131315"/>
                </a:solidFill>
                <a:latin typeface="Neuromax"/>
              </a:rPr>
              <a:t> </a:t>
            </a:r>
            <a:r>
              <a:rPr sz="1400" b="0" i="0" dirty="0" err="1">
                <a:solidFill>
                  <a:srgbClr val="131315"/>
                </a:solidFill>
                <a:latin typeface="Neuromax"/>
              </a:rPr>
              <a:t>mejores</a:t>
            </a:r>
            <a:r>
              <a:rPr sz="1400" b="0" i="0" dirty="0">
                <a:solidFill>
                  <a:srgbClr val="131315"/>
                </a:solidFill>
                <a:latin typeface="Neuromax"/>
              </a:rPr>
              <a:t> y </a:t>
            </a:r>
            <a:r>
              <a:rPr lang="en-US" sz="1400" dirty="0">
                <a:solidFill>
                  <a:srgbClr val="131315"/>
                </a:solidFill>
                <a:latin typeface="Neuromax"/>
              </a:rPr>
              <a:t>lo </a:t>
            </a:r>
            <a:r>
              <a:rPr lang="en-US" sz="1400" dirty="0" err="1">
                <a:solidFill>
                  <a:srgbClr val="131315"/>
                </a:solidFill>
                <a:latin typeface="Neuromax"/>
              </a:rPr>
              <a:t>más</a:t>
            </a:r>
            <a:r>
              <a:rPr sz="1400" b="0" i="0" dirty="0">
                <a:solidFill>
                  <a:srgbClr val="131315"/>
                </a:solidFill>
                <a:latin typeface="Neuromax"/>
              </a:rPr>
              <a:t> </a:t>
            </a:r>
            <a:r>
              <a:rPr sz="1400" b="0" i="0" dirty="0" err="1">
                <a:solidFill>
                  <a:srgbClr val="131315"/>
                </a:solidFill>
                <a:latin typeface="Neuromax"/>
              </a:rPr>
              <a:t>rápido</a:t>
            </a:r>
            <a:r>
              <a:rPr lang="en-US" sz="1400" dirty="0">
                <a:solidFill>
                  <a:srgbClr val="131315"/>
                </a:solidFill>
                <a:latin typeface="Neuromax"/>
              </a:rPr>
              <a:t> </a:t>
            </a:r>
            <a:r>
              <a:rPr lang="en-US" sz="1400" dirty="0" err="1">
                <a:solidFill>
                  <a:srgbClr val="131315"/>
                </a:solidFill>
                <a:latin typeface="Neuromax"/>
              </a:rPr>
              <a:t>posible</a:t>
            </a:r>
            <a:r>
              <a:rPr sz="1400" b="0" i="0" dirty="0">
                <a:solidFill>
                  <a:srgbClr val="131315"/>
                </a:solidFill>
                <a:latin typeface="Neuromax"/>
              </a:rPr>
              <a:t>.</a:t>
            </a:r>
          </a:p>
        </p:txBody>
      </p:sp>
      <p:sp>
        <p:nvSpPr>
          <p:cNvPr id="8" name="TextBox 7"/>
          <p:cNvSpPr txBox="1"/>
          <p:nvPr/>
        </p:nvSpPr>
        <p:spPr>
          <a:xfrm>
            <a:off x="577088" y="2351024"/>
            <a:ext cx="2331720" cy="201168"/>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B45309"/>
                </a:solidFill>
                <a:latin typeface="Neuromax SemBd"/>
              </a:rPr>
              <a:t>JOHN CARMACK</a:t>
            </a:r>
          </a:p>
        </p:txBody>
      </p:sp>
      <p:sp>
        <p:nvSpPr>
          <p:cNvPr id="9" name="TextBox 8"/>
          <p:cNvSpPr txBox="1"/>
          <p:nvPr/>
        </p:nvSpPr>
        <p:spPr>
          <a:xfrm>
            <a:off x="566928" y="2651760"/>
            <a:ext cx="2331720" cy="256032"/>
          </a:xfrm>
          <a:prstGeom prst="rect">
            <a:avLst/>
          </a:prstGeom>
          <a:noFill/>
        </p:spPr>
        <p:txBody>
          <a:bodyPr wrap="square" lIns="0" tIns="0" rIns="0" bIns="0" anchor="t">
            <a:noAutofit/>
          </a:bodyPr>
          <a:lstStyle/>
          <a:p>
            <a:pPr algn="l">
              <a:lnSpc>
                <a:spcPct val="100000"/>
              </a:lnSpc>
              <a:spcBef>
                <a:spcPts val="0"/>
              </a:spcBef>
              <a:spcAft>
                <a:spcPts val="0"/>
              </a:spcAft>
            </a:pPr>
            <a:r>
              <a:rPr sz="1100" b="0" i="0">
                <a:solidFill>
                  <a:srgbClr val="4F5361"/>
                </a:solidFill>
                <a:latin typeface="Neuromax"/>
              </a:rPr>
              <a:t>Programación y motores</a:t>
            </a:r>
          </a:p>
        </p:txBody>
      </p:sp>
      <p:sp>
        <p:nvSpPr>
          <p:cNvPr id="10" name="TextBox 9"/>
          <p:cNvSpPr txBox="1"/>
          <p:nvPr/>
        </p:nvSpPr>
        <p:spPr>
          <a:xfrm>
            <a:off x="3027680" y="2351024"/>
            <a:ext cx="2331720" cy="201168"/>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B45309"/>
                </a:solidFill>
                <a:latin typeface="Neuromax SemBd"/>
              </a:rPr>
              <a:t>JOHN ROMERO</a:t>
            </a:r>
          </a:p>
        </p:txBody>
      </p:sp>
      <p:sp>
        <p:nvSpPr>
          <p:cNvPr id="11" name="TextBox 10"/>
          <p:cNvSpPr txBox="1"/>
          <p:nvPr/>
        </p:nvSpPr>
        <p:spPr>
          <a:xfrm>
            <a:off x="3017520" y="2651760"/>
            <a:ext cx="2331720" cy="256032"/>
          </a:xfrm>
          <a:prstGeom prst="rect">
            <a:avLst/>
          </a:prstGeom>
          <a:noFill/>
        </p:spPr>
        <p:txBody>
          <a:bodyPr wrap="square" lIns="0" tIns="0" rIns="0" bIns="0" anchor="t">
            <a:noAutofit/>
          </a:bodyPr>
          <a:lstStyle/>
          <a:p>
            <a:pPr algn="l">
              <a:lnSpc>
                <a:spcPct val="100000"/>
              </a:lnSpc>
              <a:spcBef>
                <a:spcPts val="0"/>
              </a:spcBef>
              <a:spcAft>
                <a:spcPts val="0"/>
              </a:spcAft>
            </a:pPr>
            <a:r>
              <a:rPr sz="1100" b="0" i="0">
                <a:solidFill>
                  <a:srgbClr val="4F5361"/>
                </a:solidFill>
                <a:latin typeface="Neuromax"/>
              </a:rPr>
              <a:t>Diseño y niveles</a:t>
            </a:r>
          </a:p>
        </p:txBody>
      </p:sp>
      <p:sp>
        <p:nvSpPr>
          <p:cNvPr id="12" name="TextBox 11"/>
          <p:cNvSpPr txBox="1"/>
          <p:nvPr/>
        </p:nvSpPr>
        <p:spPr>
          <a:xfrm>
            <a:off x="577088" y="2991104"/>
            <a:ext cx="2331720" cy="201168"/>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B45309"/>
                </a:solidFill>
                <a:latin typeface="Neuromax SemBd"/>
              </a:rPr>
              <a:t>TOM HALL</a:t>
            </a:r>
          </a:p>
        </p:txBody>
      </p:sp>
      <p:sp>
        <p:nvSpPr>
          <p:cNvPr id="13" name="TextBox 12"/>
          <p:cNvSpPr txBox="1"/>
          <p:nvPr/>
        </p:nvSpPr>
        <p:spPr>
          <a:xfrm>
            <a:off x="566928" y="3291839"/>
            <a:ext cx="2331720" cy="256032"/>
          </a:xfrm>
          <a:prstGeom prst="rect">
            <a:avLst/>
          </a:prstGeom>
          <a:noFill/>
        </p:spPr>
        <p:txBody>
          <a:bodyPr wrap="square" lIns="0" tIns="0" rIns="0" bIns="0" anchor="t">
            <a:noAutofit/>
          </a:bodyPr>
          <a:lstStyle/>
          <a:p>
            <a:pPr algn="l">
              <a:lnSpc>
                <a:spcPct val="100000"/>
              </a:lnSpc>
              <a:spcBef>
                <a:spcPts val="0"/>
              </a:spcBef>
              <a:spcAft>
                <a:spcPts val="0"/>
              </a:spcAft>
            </a:pPr>
            <a:r>
              <a:rPr sz="1100" b="0" i="0">
                <a:solidFill>
                  <a:srgbClr val="4F5361"/>
                </a:solidFill>
                <a:latin typeface="Neuromax"/>
              </a:rPr>
              <a:t>Diseño y mundos</a:t>
            </a:r>
          </a:p>
        </p:txBody>
      </p:sp>
      <p:sp>
        <p:nvSpPr>
          <p:cNvPr id="14" name="TextBox 13"/>
          <p:cNvSpPr txBox="1"/>
          <p:nvPr/>
        </p:nvSpPr>
        <p:spPr>
          <a:xfrm>
            <a:off x="3027680" y="2991104"/>
            <a:ext cx="2331720" cy="201168"/>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B45309"/>
                </a:solidFill>
                <a:latin typeface="Neuromax SemBd"/>
              </a:rPr>
              <a:t>ADRIAN CARMACK</a:t>
            </a:r>
          </a:p>
        </p:txBody>
      </p:sp>
      <p:sp>
        <p:nvSpPr>
          <p:cNvPr id="15" name="TextBox 14"/>
          <p:cNvSpPr txBox="1"/>
          <p:nvPr/>
        </p:nvSpPr>
        <p:spPr>
          <a:xfrm>
            <a:off x="3017520" y="3301999"/>
            <a:ext cx="2331720" cy="256032"/>
          </a:xfrm>
          <a:prstGeom prst="rect">
            <a:avLst/>
          </a:prstGeom>
          <a:noFill/>
        </p:spPr>
        <p:txBody>
          <a:bodyPr wrap="square" lIns="0" tIns="0" rIns="0" bIns="0" anchor="t">
            <a:noAutofit/>
          </a:bodyPr>
          <a:lstStyle/>
          <a:p>
            <a:pPr algn="l">
              <a:lnSpc>
                <a:spcPct val="100000"/>
              </a:lnSpc>
              <a:spcBef>
                <a:spcPts val="0"/>
              </a:spcBef>
              <a:spcAft>
                <a:spcPts val="0"/>
              </a:spcAft>
            </a:pPr>
            <a:r>
              <a:rPr sz="1100" b="0" i="0">
                <a:solidFill>
                  <a:srgbClr val="4F5361"/>
                </a:solidFill>
                <a:latin typeface="Neuromax"/>
              </a:rPr>
              <a:t>Arte y gráficos</a:t>
            </a:r>
          </a:p>
        </p:txBody>
      </p:sp>
      <p:sp>
        <p:nvSpPr>
          <p:cNvPr id="16" name="Rectangle 15"/>
          <p:cNvSpPr/>
          <p:nvPr/>
        </p:nvSpPr>
        <p:spPr>
          <a:xfrm>
            <a:off x="566928" y="3913632"/>
            <a:ext cx="5074920" cy="1078992"/>
          </a:xfrm>
          <a:prstGeom prst="rect">
            <a:avLst/>
          </a:prstGeom>
          <a:solidFill>
            <a:srgbClr val="FFFFFF"/>
          </a:solidFill>
          <a:ln>
            <a:noFill/>
          </a:ln>
          <a:effectLst/>
        </p:spPr>
        <p:txBody>
          <a:bodyPr rtlCol="0" anchor="ctr"/>
          <a:lstStyle/>
          <a:p>
            <a:pPr algn="ctr"/>
            <a:endParaRPr/>
          </a:p>
        </p:txBody>
      </p:sp>
      <p:sp>
        <p:nvSpPr>
          <p:cNvPr id="17" name="Rectangle 16"/>
          <p:cNvSpPr/>
          <p:nvPr/>
        </p:nvSpPr>
        <p:spPr>
          <a:xfrm>
            <a:off x="566928" y="3913632"/>
            <a:ext cx="64008" cy="1078992"/>
          </a:xfrm>
          <a:prstGeom prst="rect">
            <a:avLst/>
          </a:prstGeom>
          <a:solidFill>
            <a:srgbClr val="F08A3C"/>
          </a:solidFill>
          <a:ln>
            <a:noFill/>
          </a:ln>
          <a:effectLst/>
        </p:spPr>
        <p:txBody>
          <a:bodyPr rtlCol="0" anchor="ctr"/>
          <a:lstStyle/>
          <a:p>
            <a:pPr algn="ctr"/>
            <a:endParaRPr/>
          </a:p>
        </p:txBody>
      </p:sp>
      <p:sp>
        <p:nvSpPr>
          <p:cNvPr id="18" name="TextBox 17"/>
          <p:cNvSpPr txBox="1"/>
          <p:nvPr/>
        </p:nvSpPr>
        <p:spPr>
          <a:xfrm>
            <a:off x="786384" y="4023360"/>
            <a:ext cx="1051560" cy="658368"/>
          </a:xfrm>
          <a:prstGeom prst="rect">
            <a:avLst/>
          </a:prstGeom>
          <a:noFill/>
        </p:spPr>
        <p:txBody>
          <a:bodyPr wrap="square" lIns="0" tIns="0" rIns="0" bIns="0" anchor="t">
            <a:noAutofit/>
          </a:bodyPr>
          <a:lstStyle/>
          <a:p>
            <a:pPr algn="l">
              <a:lnSpc>
                <a:spcPct val="100000"/>
              </a:lnSpc>
              <a:spcBef>
                <a:spcPts val="0"/>
              </a:spcBef>
              <a:spcAft>
                <a:spcPts val="0"/>
              </a:spcAft>
            </a:pPr>
            <a:r>
              <a:rPr sz="4000" b="0" i="0">
                <a:solidFill>
                  <a:srgbClr val="F08A3C"/>
                </a:solidFill>
                <a:latin typeface="Neuromax SemBd"/>
              </a:rPr>
              <a:t>28</a:t>
            </a:r>
          </a:p>
        </p:txBody>
      </p:sp>
      <p:sp>
        <p:nvSpPr>
          <p:cNvPr id="19" name="TextBox 18"/>
          <p:cNvSpPr txBox="1"/>
          <p:nvPr/>
        </p:nvSpPr>
        <p:spPr>
          <a:xfrm>
            <a:off x="1552448" y="4210304"/>
            <a:ext cx="4018280" cy="475488"/>
          </a:xfrm>
          <a:prstGeom prst="rect">
            <a:avLst/>
          </a:prstGeom>
          <a:noFill/>
        </p:spPr>
        <p:txBody>
          <a:bodyPr wrap="square" lIns="0" tIns="0" rIns="0" bIns="0" anchor="t">
            <a:noAutofit/>
          </a:bodyPr>
          <a:lstStyle/>
          <a:p>
            <a:r>
              <a:rPr sz="1400" b="0" i="0" dirty="0" err="1">
                <a:solidFill>
                  <a:srgbClr val="131315"/>
                </a:solidFill>
                <a:latin typeface="Neuromax"/>
              </a:rPr>
              <a:t>juegos</a:t>
            </a:r>
            <a:r>
              <a:rPr sz="1400" b="0" i="0" dirty="0">
                <a:solidFill>
                  <a:srgbClr val="131315"/>
                </a:solidFill>
                <a:latin typeface="Neuromax"/>
              </a:rPr>
              <a:t> </a:t>
            </a:r>
            <a:r>
              <a:rPr sz="1400" b="0" i="0" dirty="0" err="1">
                <a:solidFill>
                  <a:srgbClr val="131315"/>
                </a:solidFill>
                <a:latin typeface="Neuromax"/>
              </a:rPr>
              <a:t>en</a:t>
            </a:r>
            <a:r>
              <a:rPr sz="1400" b="0" i="0" dirty="0">
                <a:solidFill>
                  <a:srgbClr val="131315"/>
                </a:solidFill>
                <a:latin typeface="Neuromax"/>
              </a:rPr>
              <a:t> </a:t>
            </a:r>
            <a:r>
              <a:rPr lang="en-US" sz="1400" dirty="0">
                <a:solidFill>
                  <a:srgbClr val="131315"/>
                </a:solidFill>
                <a:latin typeface="Neuromax"/>
              </a:rPr>
              <a:t>5 </a:t>
            </a:r>
            <a:r>
              <a:rPr lang="en-US" sz="1400" dirty="0" err="1">
                <a:solidFill>
                  <a:srgbClr val="131315"/>
                </a:solidFill>
                <a:latin typeface="Neuromax"/>
              </a:rPr>
              <a:t>años</a:t>
            </a:r>
            <a:r>
              <a:rPr sz="1400" b="0" i="0" dirty="0">
                <a:solidFill>
                  <a:srgbClr val="131315"/>
                </a:solidFill>
                <a:latin typeface="Neuromax"/>
              </a:rPr>
              <a:t> y medio, con </a:t>
            </a:r>
            <a:r>
              <a:rPr sz="1400" b="0" i="0" dirty="0" err="1">
                <a:solidFill>
                  <a:srgbClr val="131315"/>
                </a:solidFill>
                <a:latin typeface="Neuromax"/>
              </a:rPr>
              <a:t>menos</a:t>
            </a:r>
            <a:r>
              <a:rPr sz="1400" b="0" i="0" dirty="0">
                <a:solidFill>
                  <a:srgbClr val="131315"/>
                </a:solidFill>
                <a:latin typeface="Neuromax"/>
              </a:rPr>
              <a:t> de </a:t>
            </a:r>
            <a:r>
              <a:rPr lang="en-US" sz="1400" dirty="0" err="1">
                <a:solidFill>
                  <a:srgbClr val="131315"/>
                </a:solidFill>
                <a:latin typeface="Neuromax"/>
              </a:rPr>
              <a:t>10</a:t>
            </a:r>
            <a:r>
              <a:rPr sz="1400" b="0" i="0" dirty="0" err="1">
                <a:solidFill>
                  <a:srgbClr val="131315"/>
                </a:solidFill>
                <a:latin typeface="Neuromax"/>
              </a:rPr>
              <a:t> p</a:t>
            </a:r>
            <a:r>
              <a:rPr sz="1400" b="0" i="0" dirty="0">
                <a:solidFill>
                  <a:srgbClr val="131315"/>
                </a:solidFill>
                <a:latin typeface="Neuromax"/>
              </a:rPr>
              <a:t>ersonas.</a:t>
            </a:r>
            <a:endParaRPr lang="en-US" sz="1400" b="0" i="0" dirty="0">
              <a:solidFill>
                <a:srgbClr val="131315"/>
              </a:solidFill>
              <a:latin typeface="Neuromax"/>
            </a:endParaRPr>
          </a:p>
        </p:txBody>
      </p:sp>
      <p:sp>
        <p:nvSpPr>
          <p:cNvPr id="20" name="TextBox 19"/>
          <p:cNvSpPr txBox="1"/>
          <p:nvPr/>
        </p:nvSpPr>
        <p:spPr>
          <a:xfrm>
            <a:off x="1755648" y="4655312"/>
            <a:ext cx="3611880" cy="219456"/>
          </a:xfrm>
          <a:prstGeom prst="rect">
            <a:avLst/>
          </a:prstGeom>
          <a:noFill/>
        </p:spPr>
        <p:txBody>
          <a:bodyPr wrap="square" lIns="0" tIns="0" rIns="0" bIns="0" anchor="t">
            <a:noAutofit/>
          </a:bodyPr>
          <a:lstStyle/>
          <a:p>
            <a:pPr algn="l">
              <a:lnSpc>
                <a:spcPct val="100000"/>
              </a:lnSpc>
              <a:spcBef>
                <a:spcPts val="0"/>
              </a:spcBef>
              <a:spcAft>
                <a:spcPts val="0"/>
              </a:spcAft>
            </a:pPr>
            <a:r>
              <a:rPr sz="950" b="0" i="0">
                <a:solidFill>
                  <a:srgbClr val="6B7280"/>
                </a:solidFill>
                <a:latin typeface="Neuromax"/>
              </a:rPr>
              <a:t>Romero, GDC Europe 2016.</a:t>
            </a:r>
          </a:p>
        </p:txBody>
      </p:sp>
      <p:sp>
        <p:nvSpPr>
          <p:cNvPr id="21" name="TextBox 20"/>
          <p:cNvSpPr txBox="1"/>
          <p:nvPr/>
        </p:nvSpPr>
        <p:spPr>
          <a:xfrm>
            <a:off x="201168" y="5203952"/>
            <a:ext cx="5796280" cy="457200"/>
          </a:xfrm>
          <a:prstGeom prst="rect">
            <a:avLst/>
          </a:prstGeom>
          <a:noFill/>
        </p:spPr>
        <p:txBody>
          <a:bodyPr wrap="square" lIns="0" tIns="0" rIns="0" bIns="0" anchor="t">
            <a:noAutofit/>
          </a:bodyPr>
          <a:lstStyle/>
          <a:p>
            <a:r>
              <a:rPr sz="1200" b="0" i="0" dirty="0">
                <a:solidFill>
                  <a:srgbClr val="4F5361"/>
                </a:solidFill>
                <a:latin typeface="Neuromax"/>
              </a:rPr>
              <a:t>El </a:t>
            </a:r>
            <a:r>
              <a:rPr sz="1200" b="0" i="0" dirty="0" err="1">
                <a:solidFill>
                  <a:srgbClr val="4F5361"/>
                </a:solidFill>
                <a:latin typeface="Neuromax"/>
              </a:rPr>
              <a:t>equipo</a:t>
            </a:r>
            <a:r>
              <a:rPr sz="1200" b="0" i="0" dirty="0">
                <a:solidFill>
                  <a:srgbClr val="4F5361"/>
                </a:solidFill>
                <a:latin typeface="Neuromax"/>
              </a:rPr>
              <a:t> </a:t>
            </a:r>
            <a:r>
              <a:rPr lang="en-US" sz="1200" dirty="0" err="1">
                <a:solidFill>
                  <a:srgbClr val="4F5361"/>
                </a:solidFill>
                <a:latin typeface="Neuromax"/>
              </a:rPr>
              <a:t>trabajaba</a:t>
            </a:r>
            <a:r>
              <a:rPr lang="en-US" sz="1200" dirty="0">
                <a:solidFill>
                  <a:srgbClr val="4F5361"/>
                </a:solidFill>
                <a:latin typeface="Neuromax"/>
              </a:rPr>
              <a:t> TODOS</a:t>
            </a:r>
            <a:r>
              <a:rPr sz="1200" b="0" i="0" dirty="0">
                <a:solidFill>
                  <a:srgbClr val="4F5361"/>
                </a:solidFill>
                <a:latin typeface="Neuromax"/>
              </a:rPr>
              <a:t> </a:t>
            </a:r>
            <a:r>
              <a:rPr sz="1200" b="0" i="0" dirty="0" err="1">
                <a:solidFill>
                  <a:srgbClr val="4F5361"/>
                </a:solidFill>
                <a:latin typeface="Neuromax"/>
              </a:rPr>
              <a:t>los</a:t>
            </a:r>
            <a:r>
              <a:rPr sz="1200" b="0" i="0" dirty="0">
                <a:solidFill>
                  <a:srgbClr val="4F5361"/>
                </a:solidFill>
                <a:latin typeface="Neuromax"/>
              </a:rPr>
              <a:t> días. </a:t>
            </a:r>
            <a:r>
              <a:rPr lang="en-US" sz="1200" dirty="0">
                <a:solidFill>
                  <a:srgbClr val="4F5361"/>
                </a:solidFill>
                <a:latin typeface="Neuromax"/>
              </a:rPr>
              <a:t>Esa pasion los llevo a programar juegos rapidisimo</a:t>
            </a:r>
            <a:endParaRPr lang="en-US" sz="1200" b="0" i="0" dirty="0">
              <a:solidFill>
                <a:srgbClr val="4F5361"/>
              </a:solidFill>
              <a:latin typeface="Neuromax"/>
            </a:endParaRPr>
          </a:p>
        </p:txBody>
      </p:sp>
      <p:sp>
        <p:nvSpPr>
          <p:cNvPr id="22" name="Rectangle 21"/>
          <p:cNvSpPr/>
          <p:nvPr/>
        </p:nvSpPr>
        <p:spPr>
          <a:xfrm>
            <a:off x="5806440" y="1444752"/>
            <a:ext cx="5852160" cy="4069080"/>
          </a:xfrm>
          <a:prstGeom prst="rect">
            <a:avLst/>
          </a:prstGeom>
          <a:solidFill>
            <a:srgbClr val="2B293D"/>
          </a:solidFill>
          <a:ln>
            <a:noFill/>
          </a:ln>
          <a:effectLst/>
        </p:spPr>
        <p:txBody>
          <a:bodyPr rtlCol="0" anchor="ctr"/>
          <a:lstStyle/>
          <a:p>
            <a:pPr algn="ctr"/>
            <a:endParaRPr/>
          </a:p>
        </p:txBody>
      </p:sp>
      <p:pic>
        <p:nvPicPr>
          <p:cNvPr id="23" name="Picture 22" descr="carmack.jpg"/>
          <p:cNvPicPr>
            <a:picLocks noChangeAspect="1"/>
          </p:cNvPicPr>
          <p:nvPr/>
        </p:nvPicPr>
        <p:blipFill>
          <a:blip r:embed="rId4"/>
          <a:srcRect l="95" r="95"/>
          <a:stretch>
            <a:fillRect/>
          </a:stretch>
        </p:blipFill>
        <p:spPr>
          <a:xfrm>
            <a:off x="6172200" y="1719072"/>
            <a:ext cx="2395728" cy="3200400"/>
          </a:xfrm>
          <a:prstGeom prst="rect">
            <a:avLst/>
          </a:prstGeom>
          <a:ln w="15240">
            <a:solidFill>
              <a:srgbClr val="FFFFFF"/>
            </a:solidFill>
          </a:ln>
        </p:spPr>
      </p:pic>
      <p:pic>
        <p:nvPicPr>
          <p:cNvPr id="24" name="Picture 23" descr="romero.jpg"/>
          <p:cNvPicPr>
            <a:picLocks noChangeAspect="1"/>
          </p:cNvPicPr>
          <p:nvPr/>
        </p:nvPicPr>
        <p:blipFill>
          <a:blip r:embed="rId5"/>
          <a:srcRect l="95" r="95"/>
          <a:stretch>
            <a:fillRect/>
          </a:stretch>
        </p:blipFill>
        <p:spPr>
          <a:xfrm>
            <a:off x="8851392" y="1719072"/>
            <a:ext cx="2395728" cy="3200400"/>
          </a:xfrm>
          <a:prstGeom prst="rect">
            <a:avLst/>
          </a:prstGeom>
          <a:ln w="15240">
            <a:solidFill>
              <a:srgbClr val="FFFFFF"/>
            </a:solidFill>
          </a:ln>
        </p:spPr>
      </p:pic>
      <p:sp>
        <p:nvSpPr>
          <p:cNvPr id="25" name="TextBox 24"/>
          <p:cNvSpPr txBox="1"/>
          <p:nvPr/>
        </p:nvSpPr>
        <p:spPr>
          <a:xfrm>
            <a:off x="6172200" y="4983480"/>
            <a:ext cx="2395728" cy="219456"/>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FFFFFF"/>
                </a:solidFill>
                <a:latin typeface="Neuromax SemBd"/>
              </a:rPr>
              <a:t>JOHN CARMACK</a:t>
            </a:r>
          </a:p>
        </p:txBody>
      </p:sp>
      <p:sp>
        <p:nvSpPr>
          <p:cNvPr id="26" name="TextBox 25"/>
          <p:cNvSpPr txBox="1"/>
          <p:nvPr/>
        </p:nvSpPr>
        <p:spPr>
          <a:xfrm>
            <a:off x="6172200" y="5193792"/>
            <a:ext cx="2395728" cy="201168"/>
          </a:xfrm>
          <a:prstGeom prst="rect">
            <a:avLst/>
          </a:prstGeom>
          <a:noFill/>
        </p:spPr>
        <p:txBody>
          <a:bodyPr wrap="square" lIns="0" tIns="0" rIns="0" bIns="0" anchor="t">
            <a:noAutofit/>
          </a:bodyPr>
          <a:lstStyle/>
          <a:p>
            <a:pPr algn="l">
              <a:lnSpc>
                <a:spcPct val="100000"/>
              </a:lnSpc>
              <a:spcBef>
                <a:spcPts val="0"/>
              </a:spcBef>
              <a:spcAft>
                <a:spcPts val="0"/>
              </a:spcAft>
            </a:pPr>
            <a:r>
              <a:rPr sz="930" b="0" i="0">
                <a:solidFill>
                  <a:srgbClr val="FFFFFF"/>
                </a:solidFill>
                <a:latin typeface="Neuromax"/>
              </a:rPr>
              <a:t>Programación y motores</a:t>
            </a:r>
          </a:p>
        </p:txBody>
      </p:sp>
      <p:sp>
        <p:nvSpPr>
          <p:cNvPr id="27" name="TextBox 26"/>
          <p:cNvSpPr txBox="1"/>
          <p:nvPr/>
        </p:nvSpPr>
        <p:spPr>
          <a:xfrm>
            <a:off x="8851392" y="4983480"/>
            <a:ext cx="2395728" cy="219456"/>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FFFFFF"/>
                </a:solidFill>
                <a:latin typeface="Neuromax SemBd"/>
              </a:rPr>
              <a:t>JOHN ROMERO</a:t>
            </a:r>
          </a:p>
        </p:txBody>
      </p:sp>
      <p:sp>
        <p:nvSpPr>
          <p:cNvPr id="28" name="TextBox 27"/>
          <p:cNvSpPr txBox="1"/>
          <p:nvPr/>
        </p:nvSpPr>
        <p:spPr>
          <a:xfrm>
            <a:off x="8851392" y="5193792"/>
            <a:ext cx="2395728" cy="201168"/>
          </a:xfrm>
          <a:prstGeom prst="rect">
            <a:avLst/>
          </a:prstGeom>
          <a:noFill/>
        </p:spPr>
        <p:txBody>
          <a:bodyPr wrap="square" lIns="0" tIns="0" rIns="0" bIns="0" anchor="t">
            <a:noAutofit/>
          </a:bodyPr>
          <a:lstStyle/>
          <a:p>
            <a:pPr algn="l">
              <a:lnSpc>
                <a:spcPct val="100000"/>
              </a:lnSpc>
              <a:spcBef>
                <a:spcPts val="0"/>
              </a:spcBef>
              <a:spcAft>
                <a:spcPts val="0"/>
              </a:spcAft>
            </a:pPr>
            <a:r>
              <a:rPr sz="930" b="0" i="0">
                <a:solidFill>
                  <a:srgbClr val="FFFFFF"/>
                </a:solidFill>
                <a:latin typeface="Neuromax"/>
              </a:rPr>
              <a:t>Diseño y niveles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455168" y="221488"/>
            <a:ext cx="10927080" cy="658368"/>
          </a:xfrm>
          <a:prstGeom prst="rect">
            <a:avLst/>
          </a:prstGeom>
          <a:noFill/>
        </p:spPr>
        <p:txBody>
          <a:bodyPr wrap="square" lIns="0" tIns="0" rIns="0" bIns="0" anchor="t">
            <a:noAutofit/>
          </a:bodyPr>
          <a:lstStyle/>
          <a:p>
            <a:pPr>
              <a:lnSpc>
                <a:spcPct val="95000"/>
              </a:lnSpc>
            </a:pPr>
            <a:r>
              <a:rPr lang="en-US" sz="3600">
                <a:solidFill>
                  <a:srgbClr val="131315"/>
                </a:solidFill>
                <a:latin typeface="Neuromax SemBd"/>
              </a:rPr>
              <a:t>ID SOFTWARE LINEA DEL TIEMPO</a:t>
            </a:r>
            <a:endParaRPr lang="en-US" sz="3600" b="0" i="0">
              <a:solidFill>
                <a:srgbClr val="131315"/>
              </a:solidFill>
              <a:latin typeface="Neuromax SemBd"/>
            </a:endParaRPr>
          </a:p>
        </p:txBody>
      </p:sp>
      <p:sp>
        <p:nvSpPr>
          <p:cNvPr id="6" name="TextBox 5"/>
          <p:cNvSpPr txBox="1"/>
          <p:nvPr/>
        </p:nvSpPr>
        <p:spPr>
          <a:xfrm>
            <a:off x="455168" y="784352"/>
            <a:ext cx="10927080" cy="347472"/>
          </a:xfrm>
          <a:prstGeom prst="rect">
            <a:avLst/>
          </a:prstGeom>
          <a:noFill/>
        </p:spPr>
        <p:txBody>
          <a:bodyPr wrap="square" lIns="0" tIns="0" rIns="0" bIns="0" anchor="t">
            <a:noAutofit/>
          </a:bodyPr>
          <a:lstStyle/>
          <a:p>
            <a:r>
              <a:rPr lang="en-US" sz="1600" dirty="0" err="1">
                <a:solidFill>
                  <a:srgbClr val="4F5361"/>
                </a:solidFill>
                <a:latin typeface="Neuromax"/>
              </a:rPr>
              <a:t>Momentos</a:t>
            </a:r>
            <a:r>
              <a:rPr lang="en-US" sz="1600" dirty="0">
                <a:solidFill>
                  <a:srgbClr val="4F5361"/>
                </a:solidFill>
                <a:latin typeface="Neuromax"/>
              </a:rPr>
              <a:t> </a:t>
            </a:r>
            <a:r>
              <a:rPr lang="en-US" sz="1600" dirty="0" err="1">
                <a:solidFill>
                  <a:srgbClr val="4F5361"/>
                </a:solidFill>
                <a:latin typeface="Neuromax"/>
              </a:rPr>
              <a:t>que</a:t>
            </a:r>
            <a:r>
              <a:rPr lang="en-US" sz="1600" dirty="0">
                <a:solidFill>
                  <a:srgbClr val="4F5361"/>
                </a:solidFill>
                <a:latin typeface="Neuromax"/>
              </a:rPr>
              <a:t> </a:t>
            </a:r>
            <a:r>
              <a:rPr lang="en-US" sz="1600" dirty="0" err="1">
                <a:solidFill>
                  <a:srgbClr val="4F5361"/>
                </a:solidFill>
                <a:latin typeface="Neuromax"/>
              </a:rPr>
              <a:t>marcaron</a:t>
            </a:r>
            <a:r>
              <a:rPr lang="en-US" sz="1600" b="0" i="0" dirty="0">
                <a:solidFill>
                  <a:srgbClr val="4F5361"/>
                </a:solidFill>
                <a:latin typeface="Neuromax"/>
              </a:rPr>
              <a:t> </a:t>
            </a:r>
            <a:r>
              <a:rPr lang="en-US" sz="1600" dirty="0">
                <a:solidFill>
                  <a:srgbClr val="4F5361"/>
                </a:solidFill>
                <a:latin typeface="Neuromax"/>
              </a:rPr>
              <a:t>la </a:t>
            </a:r>
            <a:r>
              <a:rPr lang="en-US" sz="1600" dirty="0" err="1">
                <a:solidFill>
                  <a:srgbClr val="4F5361"/>
                </a:solidFill>
                <a:latin typeface="Neuromax"/>
              </a:rPr>
              <a:t>industria</a:t>
            </a:r>
            <a:r>
              <a:rPr sz="1600" b="0" i="0" dirty="0">
                <a:solidFill>
                  <a:srgbClr val="4F5361"/>
                </a:solidFill>
                <a:latin typeface="Neuromax"/>
              </a:rPr>
              <a:t>. </a:t>
            </a:r>
            <a:endParaRPr lang="en-US" sz="1600" b="0" i="0" dirty="0">
              <a:solidFill>
                <a:srgbClr val="4F5361"/>
              </a:solidFill>
              <a:latin typeface="Neuromax"/>
            </a:endParaRPr>
          </a:p>
        </p:txBody>
      </p:sp>
      <p:sp>
        <p:nvSpPr>
          <p:cNvPr id="7" name="Rectangle 6"/>
          <p:cNvSpPr/>
          <p:nvPr/>
        </p:nvSpPr>
        <p:spPr>
          <a:xfrm>
            <a:off x="658368" y="3246120"/>
            <a:ext cx="10917936" cy="32004"/>
          </a:xfrm>
          <a:prstGeom prst="rect">
            <a:avLst/>
          </a:prstGeom>
          <a:solidFill>
            <a:srgbClr val="2B293D"/>
          </a:solidFill>
          <a:ln>
            <a:noFill/>
          </a:ln>
          <a:effectLst/>
        </p:spPr>
        <p:txBody>
          <a:bodyPr rtlCol="0" anchor="ctr"/>
          <a:lstStyle/>
          <a:p>
            <a:pPr algn="ctr"/>
            <a:endParaRPr/>
          </a:p>
        </p:txBody>
      </p:sp>
      <p:sp>
        <p:nvSpPr>
          <p:cNvPr id="8" name="Right Arrow 7"/>
          <p:cNvSpPr/>
          <p:nvPr/>
        </p:nvSpPr>
        <p:spPr>
          <a:xfrm>
            <a:off x="11430000" y="3172968"/>
            <a:ext cx="228600" cy="182880"/>
          </a:xfrm>
          <a:prstGeom prst="rightArrow">
            <a:avLst/>
          </a:prstGeom>
          <a:solidFill>
            <a:srgbClr val="2B293D"/>
          </a:solidFill>
          <a:ln>
            <a:noFill/>
          </a:ln>
          <a:effectLst/>
        </p:spPr>
        <p:txBody>
          <a:bodyPr rtlCol="0" anchor="ctr"/>
          <a:lstStyle/>
          <a:p>
            <a:pPr algn="ctr"/>
            <a:endParaRPr/>
          </a:p>
        </p:txBody>
      </p:sp>
      <p:sp>
        <p:nvSpPr>
          <p:cNvPr id="9" name="Oval 8"/>
          <p:cNvSpPr/>
          <p:nvPr/>
        </p:nvSpPr>
        <p:spPr>
          <a:xfrm>
            <a:off x="800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10" name="Rectangle 9"/>
          <p:cNvSpPr/>
          <p:nvPr/>
        </p:nvSpPr>
        <p:spPr>
          <a:xfrm>
            <a:off x="859536" y="2395728"/>
            <a:ext cx="18288" cy="786384"/>
          </a:xfrm>
          <a:prstGeom prst="rect">
            <a:avLst/>
          </a:prstGeom>
          <a:solidFill>
            <a:srgbClr val="D9DEE8"/>
          </a:solidFill>
          <a:ln>
            <a:noFill/>
          </a:ln>
          <a:effectLst/>
        </p:spPr>
        <p:txBody>
          <a:bodyPr rtlCol="0" anchor="ctr"/>
          <a:lstStyle/>
          <a:p>
            <a:pPr algn="ctr"/>
            <a:endParaRPr/>
          </a:p>
        </p:txBody>
      </p:sp>
      <p:sp>
        <p:nvSpPr>
          <p:cNvPr id="11" name="TextBox 10"/>
          <p:cNvSpPr txBox="1"/>
          <p:nvPr/>
        </p:nvSpPr>
        <p:spPr>
          <a:xfrm>
            <a:off x="322071" y="1566672"/>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1990</a:t>
            </a:r>
          </a:p>
        </p:txBody>
      </p:sp>
      <p:sp>
        <p:nvSpPr>
          <p:cNvPr id="12" name="TextBox 11"/>
          <p:cNvSpPr txBox="1"/>
          <p:nvPr/>
        </p:nvSpPr>
        <p:spPr>
          <a:xfrm>
            <a:off x="322071" y="1928368"/>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Commander Keen</a:t>
            </a:r>
          </a:p>
        </p:txBody>
      </p:sp>
      <p:sp>
        <p:nvSpPr>
          <p:cNvPr id="13" name="Oval 12"/>
          <p:cNvSpPr/>
          <p:nvPr/>
        </p:nvSpPr>
        <p:spPr>
          <a:xfrm>
            <a:off x="1943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14" name="Rectangle 13"/>
          <p:cNvSpPr/>
          <p:nvPr/>
        </p:nvSpPr>
        <p:spPr>
          <a:xfrm>
            <a:off x="2002536" y="3282696"/>
            <a:ext cx="18288" cy="164592"/>
          </a:xfrm>
          <a:prstGeom prst="rect">
            <a:avLst/>
          </a:prstGeom>
          <a:solidFill>
            <a:srgbClr val="D9DEE8"/>
          </a:solidFill>
          <a:ln>
            <a:noFill/>
          </a:ln>
          <a:effectLst/>
        </p:spPr>
        <p:txBody>
          <a:bodyPr rtlCol="0" anchor="ctr"/>
          <a:lstStyle/>
          <a:p>
            <a:pPr algn="ctr"/>
            <a:endParaRPr/>
          </a:p>
        </p:txBody>
      </p:sp>
      <p:sp>
        <p:nvSpPr>
          <p:cNvPr id="15" name="TextBox 14"/>
          <p:cNvSpPr txBox="1"/>
          <p:nvPr/>
        </p:nvSpPr>
        <p:spPr>
          <a:xfrm>
            <a:off x="1454912" y="3556000"/>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1991</a:t>
            </a:r>
          </a:p>
        </p:txBody>
      </p:sp>
      <p:sp>
        <p:nvSpPr>
          <p:cNvPr id="16" name="TextBox 15"/>
          <p:cNvSpPr txBox="1"/>
          <p:nvPr/>
        </p:nvSpPr>
        <p:spPr>
          <a:xfrm>
            <a:off x="1434592" y="3917695"/>
            <a:ext cx="136753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Fundación de id</a:t>
            </a:r>
          </a:p>
        </p:txBody>
      </p:sp>
      <p:sp>
        <p:nvSpPr>
          <p:cNvPr id="17" name="Oval 16"/>
          <p:cNvSpPr/>
          <p:nvPr/>
        </p:nvSpPr>
        <p:spPr>
          <a:xfrm>
            <a:off x="3086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18" name="Rectangle 17"/>
          <p:cNvSpPr/>
          <p:nvPr/>
        </p:nvSpPr>
        <p:spPr>
          <a:xfrm>
            <a:off x="3145536" y="2395728"/>
            <a:ext cx="18288" cy="786384"/>
          </a:xfrm>
          <a:prstGeom prst="rect">
            <a:avLst/>
          </a:prstGeom>
          <a:solidFill>
            <a:srgbClr val="D9DEE8"/>
          </a:solidFill>
          <a:ln>
            <a:noFill/>
          </a:ln>
          <a:effectLst/>
        </p:spPr>
        <p:txBody>
          <a:bodyPr rtlCol="0" anchor="ctr"/>
          <a:lstStyle/>
          <a:p>
            <a:pPr algn="ctr"/>
            <a:endParaRPr/>
          </a:p>
        </p:txBody>
      </p:sp>
      <p:sp>
        <p:nvSpPr>
          <p:cNvPr id="19" name="TextBox 18"/>
          <p:cNvSpPr txBox="1"/>
          <p:nvPr/>
        </p:nvSpPr>
        <p:spPr>
          <a:xfrm>
            <a:off x="2587752" y="1719072"/>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1992</a:t>
            </a:r>
          </a:p>
        </p:txBody>
      </p:sp>
      <p:sp>
        <p:nvSpPr>
          <p:cNvPr id="20" name="TextBox 19"/>
          <p:cNvSpPr txBox="1"/>
          <p:nvPr/>
        </p:nvSpPr>
        <p:spPr>
          <a:xfrm>
            <a:off x="2587752" y="2080768"/>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Wolfenstein 3D</a:t>
            </a:r>
          </a:p>
        </p:txBody>
      </p:sp>
      <p:sp>
        <p:nvSpPr>
          <p:cNvPr id="21" name="Oval 20"/>
          <p:cNvSpPr/>
          <p:nvPr/>
        </p:nvSpPr>
        <p:spPr>
          <a:xfrm>
            <a:off x="4229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22" name="Rectangle 21"/>
          <p:cNvSpPr/>
          <p:nvPr/>
        </p:nvSpPr>
        <p:spPr>
          <a:xfrm>
            <a:off x="4288536" y="3282696"/>
            <a:ext cx="18288" cy="164592"/>
          </a:xfrm>
          <a:prstGeom prst="rect">
            <a:avLst/>
          </a:prstGeom>
          <a:solidFill>
            <a:srgbClr val="D9DEE8"/>
          </a:solidFill>
          <a:ln>
            <a:noFill/>
          </a:ln>
          <a:effectLst/>
        </p:spPr>
        <p:txBody>
          <a:bodyPr rtlCol="0" anchor="ctr"/>
          <a:lstStyle/>
          <a:p>
            <a:pPr algn="ctr"/>
            <a:endParaRPr/>
          </a:p>
        </p:txBody>
      </p:sp>
      <p:sp>
        <p:nvSpPr>
          <p:cNvPr id="23" name="TextBox 22"/>
          <p:cNvSpPr txBox="1"/>
          <p:nvPr/>
        </p:nvSpPr>
        <p:spPr>
          <a:xfrm>
            <a:off x="3730752" y="3474720"/>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1993</a:t>
            </a:r>
          </a:p>
        </p:txBody>
      </p:sp>
      <p:sp>
        <p:nvSpPr>
          <p:cNvPr id="24" name="TextBox 23"/>
          <p:cNvSpPr txBox="1"/>
          <p:nvPr/>
        </p:nvSpPr>
        <p:spPr>
          <a:xfrm>
            <a:off x="3730752" y="3836415"/>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Doom</a:t>
            </a:r>
          </a:p>
        </p:txBody>
      </p:sp>
      <p:sp>
        <p:nvSpPr>
          <p:cNvPr id="25" name="Oval 24"/>
          <p:cNvSpPr/>
          <p:nvPr/>
        </p:nvSpPr>
        <p:spPr>
          <a:xfrm>
            <a:off x="5372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26" name="Rectangle 25"/>
          <p:cNvSpPr/>
          <p:nvPr/>
        </p:nvSpPr>
        <p:spPr>
          <a:xfrm>
            <a:off x="5431536" y="2395728"/>
            <a:ext cx="18288" cy="786384"/>
          </a:xfrm>
          <a:prstGeom prst="rect">
            <a:avLst/>
          </a:prstGeom>
          <a:solidFill>
            <a:srgbClr val="D9DEE8"/>
          </a:solidFill>
          <a:ln>
            <a:noFill/>
          </a:ln>
          <a:effectLst/>
        </p:spPr>
        <p:txBody>
          <a:bodyPr rtlCol="0" anchor="ctr"/>
          <a:lstStyle/>
          <a:p>
            <a:pPr algn="ctr"/>
            <a:endParaRPr/>
          </a:p>
        </p:txBody>
      </p:sp>
      <p:sp>
        <p:nvSpPr>
          <p:cNvPr id="27" name="TextBox 26"/>
          <p:cNvSpPr txBox="1"/>
          <p:nvPr/>
        </p:nvSpPr>
        <p:spPr>
          <a:xfrm>
            <a:off x="4873752" y="1719072"/>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1996</a:t>
            </a:r>
          </a:p>
        </p:txBody>
      </p:sp>
      <p:sp>
        <p:nvSpPr>
          <p:cNvPr id="28" name="TextBox 27"/>
          <p:cNvSpPr txBox="1"/>
          <p:nvPr/>
        </p:nvSpPr>
        <p:spPr>
          <a:xfrm>
            <a:off x="4873752" y="2080768"/>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Quake</a:t>
            </a:r>
          </a:p>
        </p:txBody>
      </p:sp>
      <p:sp>
        <p:nvSpPr>
          <p:cNvPr id="29" name="Oval 28"/>
          <p:cNvSpPr/>
          <p:nvPr/>
        </p:nvSpPr>
        <p:spPr>
          <a:xfrm>
            <a:off x="6515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30" name="Rectangle 29"/>
          <p:cNvSpPr/>
          <p:nvPr/>
        </p:nvSpPr>
        <p:spPr>
          <a:xfrm>
            <a:off x="6574536" y="3282696"/>
            <a:ext cx="18288" cy="164592"/>
          </a:xfrm>
          <a:prstGeom prst="rect">
            <a:avLst/>
          </a:prstGeom>
          <a:solidFill>
            <a:srgbClr val="D9DEE8"/>
          </a:solidFill>
          <a:ln>
            <a:noFill/>
          </a:ln>
          <a:effectLst/>
        </p:spPr>
        <p:txBody>
          <a:bodyPr rtlCol="0" anchor="ctr"/>
          <a:lstStyle/>
          <a:p>
            <a:pPr algn="ctr"/>
            <a:endParaRPr/>
          </a:p>
        </p:txBody>
      </p:sp>
      <p:sp>
        <p:nvSpPr>
          <p:cNvPr id="31" name="TextBox 30"/>
          <p:cNvSpPr txBox="1"/>
          <p:nvPr/>
        </p:nvSpPr>
        <p:spPr>
          <a:xfrm>
            <a:off x="6016752" y="3474720"/>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1999</a:t>
            </a:r>
          </a:p>
        </p:txBody>
      </p:sp>
      <p:sp>
        <p:nvSpPr>
          <p:cNvPr id="32" name="TextBox 31"/>
          <p:cNvSpPr txBox="1"/>
          <p:nvPr/>
        </p:nvSpPr>
        <p:spPr>
          <a:xfrm>
            <a:off x="6016752" y="3836415"/>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Quake III Arena</a:t>
            </a:r>
          </a:p>
        </p:txBody>
      </p:sp>
      <p:sp>
        <p:nvSpPr>
          <p:cNvPr id="33" name="Oval 32"/>
          <p:cNvSpPr/>
          <p:nvPr/>
        </p:nvSpPr>
        <p:spPr>
          <a:xfrm>
            <a:off x="7658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34" name="Rectangle 33"/>
          <p:cNvSpPr/>
          <p:nvPr/>
        </p:nvSpPr>
        <p:spPr>
          <a:xfrm>
            <a:off x="7717536" y="2395728"/>
            <a:ext cx="18288" cy="786384"/>
          </a:xfrm>
          <a:prstGeom prst="rect">
            <a:avLst/>
          </a:prstGeom>
          <a:solidFill>
            <a:srgbClr val="D9DEE8"/>
          </a:solidFill>
          <a:ln>
            <a:noFill/>
          </a:ln>
          <a:effectLst/>
        </p:spPr>
        <p:txBody>
          <a:bodyPr rtlCol="0" anchor="ctr"/>
          <a:lstStyle/>
          <a:p>
            <a:pPr algn="ctr"/>
            <a:endParaRPr/>
          </a:p>
        </p:txBody>
      </p:sp>
      <p:sp>
        <p:nvSpPr>
          <p:cNvPr id="35" name="TextBox 34"/>
          <p:cNvSpPr txBox="1"/>
          <p:nvPr/>
        </p:nvSpPr>
        <p:spPr>
          <a:xfrm>
            <a:off x="7159751" y="1719072"/>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2004</a:t>
            </a:r>
          </a:p>
        </p:txBody>
      </p:sp>
      <p:sp>
        <p:nvSpPr>
          <p:cNvPr id="36" name="TextBox 35"/>
          <p:cNvSpPr txBox="1"/>
          <p:nvPr/>
        </p:nvSpPr>
        <p:spPr>
          <a:xfrm>
            <a:off x="7159751" y="2080768"/>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Doom 3</a:t>
            </a:r>
          </a:p>
        </p:txBody>
      </p:sp>
      <p:sp>
        <p:nvSpPr>
          <p:cNvPr id="37" name="Oval 36"/>
          <p:cNvSpPr/>
          <p:nvPr/>
        </p:nvSpPr>
        <p:spPr>
          <a:xfrm>
            <a:off x="8801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38" name="Rectangle 37"/>
          <p:cNvSpPr/>
          <p:nvPr/>
        </p:nvSpPr>
        <p:spPr>
          <a:xfrm>
            <a:off x="8860536" y="3282696"/>
            <a:ext cx="18288" cy="164592"/>
          </a:xfrm>
          <a:prstGeom prst="rect">
            <a:avLst/>
          </a:prstGeom>
          <a:solidFill>
            <a:srgbClr val="D9DEE8"/>
          </a:solidFill>
          <a:ln>
            <a:noFill/>
          </a:ln>
          <a:effectLst/>
        </p:spPr>
        <p:txBody>
          <a:bodyPr rtlCol="0" anchor="ctr"/>
          <a:lstStyle/>
          <a:p>
            <a:pPr algn="ctr"/>
            <a:endParaRPr/>
          </a:p>
        </p:txBody>
      </p:sp>
      <p:sp>
        <p:nvSpPr>
          <p:cNvPr id="39" name="TextBox 38"/>
          <p:cNvSpPr txBox="1"/>
          <p:nvPr/>
        </p:nvSpPr>
        <p:spPr>
          <a:xfrm>
            <a:off x="8302752" y="3474720"/>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2009</a:t>
            </a:r>
          </a:p>
        </p:txBody>
      </p:sp>
      <p:sp>
        <p:nvSpPr>
          <p:cNvPr id="40" name="TextBox 39"/>
          <p:cNvSpPr txBox="1"/>
          <p:nvPr/>
        </p:nvSpPr>
        <p:spPr>
          <a:xfrm>
            <a:off x="8302752" y="3836415"/>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dirty="0">
                <a:solidFill>
                  <a:srgbClr val="131315"/>
                </a:solidFill>
                <a:latin typeface="Neuromax"/>
              </a:rPr>
              <a:t>ZeniMax </a:t>
            </a:r>
            <a:r>
              <a:rPr sz="1400" b="0" i="0" dirty="0" err="1">
                <a:solidFill>
                  <a:srgbClr val="131315"/>
                </a:solidFill>
                <a:latin typeface="Neuromax"/>
              </a:rPr>
              <a:t>compra</a:t>
            </a:r>
            <a:r>
              <a:rPr sz="1400" b="0" i="0" dirty="0">
                <a:solidFill>
                  <a:srgbClr val="131315"/>
                </a:solidFill>
                <a:latin typeface="Neuromax"/>
              </a:rPr>
              <a:t> </a:t>
            </a:r>
            <a:r>
              <a:rPr lang="en-US" sz="1400" dirty="0">
                <a:solidFill>
                  <a:srgbClr val="131315"/>
                </a:solidFill>
                <a:latin typeface="Neuromax"/>
              </a:rPr>
              <a:t>ID</a:t>
            </a:r>
            <a:endParaRPr sz="1400" b="0" i="0" dirty="0">
              <a:solidFill>
                <a:srgbClr val="131315"/>
              </a:solidFill>
              <a:latin typeface="Neuromax"/>
            </a:endParaRPr>
          </a:p>
        </p:txBody>
      </p:sp>
      <p:sp>
        <p:nvSpPr>
          <p:cNvPr id="41" name="Oval 40"/>
          <p:cNvSpPr/>
          <p:nvPr/>
        </p:nvSpPr>
        <p:spPr>
          <a:xfrm>
            <a:off x="9944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42" name="Rectangle 41"/>
          <p:cNvSpPr/>
          <p:nvPr/>
        </p:nvSpPr>
        <p:spPr>
          <a:xfrm>
            <a:off x="10003536" y="2395728"/>
            <a:ext cx="18288" cy="786384"/>
          </a:xfrm>
          <a:prstGeom prst="rect">
            <a:avLst/>
          </a:prstGeom>
          <a:solidFill>
            <a:srgbClr val="D9DEE8"/>
          </a:solidFill>
          <a:ln>
            <a:noFill/>
          </a:ln>
          <a:effectLst/>
        </p:spPr>
        <p:txBody>
          <a:bodyPr rtlCol="0" anchor="ctr"/>
          <a:lstStyle/>
          <a:p>
            <a:pPr algn="ctr"/>
            <a:endParaRPr/>
          </a:p>
        </p:txBody>
      </p:sp>
      <p:sp>
        <p:nvSpPr>
          <p:cNvPr id="43" name="TextBox 42"/>
          <p:cNvSpPr txBox="1"/>
          <p:nvPr/>
        </p:nvSpPr>
        <p:spPr>
          <a:xfrm>
            <a:off x="9445752" y="1719072"/>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2016</a:t>
            </a:r>
          </a:p>
        </p:txBody>
      </p:sp>
      <p:sp>
        <p:nvSpPr>
          <p:cNvPr id="44" name="TextBox 43"/>
          <p:cNvSpPr txBox="1"/>
          <p:nvPr/>
        </p:nvSpPr>
        <p:spPr>
          <a:xfrm>
            <a:off x="9445752" y="2080768"/>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Doom</a:t>
            </a:r>
          </a:p>
        </p:txBody>
      </p:sp>
      <p:sp>
        <p:nvSpPr>
          <p:cNvPr id="45" name="Oval 44"/>
          <p:cNvSpPr/>
          <p:nvPr/>
        </p:nvSpPr>
        <p:spPr>
          <a:xfrm>
            <a:off x="11087100" y="3191256"/>
            <a:ext cx="137160" cy="137160"/>
          </a:xfrm>
          <a:prstGeom prst="ellipse">
            <a:avLst/>
          </a:prstGeom>
          <a:solidFill>
            <a:srgbClr val="F08A3C"/>
          </a:solidFill>
          <a:ln w="12700">
            <a:solidFill>
              <a:srgbClr val="FFFFFF"/>
            </a:solidFill>
          </a:ln>
          <a:effectLst/>
        </p:spPr>
        <p:txBody>
          <a:bodyPr rtlCol="0" anchor="ctr"/>
          <a:lstStyle/>
          <a:p>
            <a:pPr algn="ctr"/>
            <a:endParaRPr/>
          </a:p>
        </p:txBody>
      </p:sp>
      <p:sp>
        <p:nvSpPr>
          <p:cNvPr id="46" name="Rectangle 45"/>
          <p:cNvSpPr/>
          <p:nvPr/>
        </p:nvSpPr>
        <p:spPr>
          <a:xfrm>
            <a:off x="11146536" y="3282696"/>
            <a:ext cx="18288" cy="164592"/>
          </a:xfrm>
          <a:prstGeom prst="rect">
            <a:avLst/>
          </a:prstGeom>
          <a:solidFill>
            <a:srgbClr val="D9DEE8"/>
          </a:solidFill>
          <a:ln>
            <a:noFill/>
          </a:ln>
          <a:effectLst/>
        </p:spPr>
        <p:txBody>
          <a:bodyPr rtlCol="0" anchor="ctr"/>
          <a:lstStyle/>
          <a:p>
            <a:pPr algn="ctr"/>
            <a:endParaRPr/>
          </a:p>
        </p:txBody>
      </p:sp>
      <p:sp>
        <p:nvSpPr>
          <p:cNvPr id="47" name="TextBox 46"/>
          <p:cNvSpPr txBox="1"/>
          <p:nvPr/>
        </p:nvSpPr>
        <p:spPr>
          <a:xfrm>
            <a:off x="10588752" y="3474720"/>
            <a:ext cx="1133856" cy="292608"/>
          </a:xfrm>
          <a:prstGeom prst="rect">
            <a:avLst/>
          </a:prstGeom>
          <a:noFill/>
        </p:spPr>
        <p:txBody>
          <a:bodyPr wrap="square" lIns="0" tIns="0" rIns="0" bIns="0" anchor="t">
            <a:noAutofit/>
          </a:bodyPr>
          <a:lstStyle/>
          <a:p>
            <a:pPr algn="ctr">
              <a:lnSpc>
                <a:spcPct val="100000"/>
              </a:lnSpc>
              <a:spcBef>
                <a:spcPts val="0"/>
              </a:spcBef>
              <a:spcAft>
                <a:spcPts val="0"/>
              </a:spcAft>
            </a:pPr>
            <a:r>
              <a:rPr sz="1750" b="0" i="0">
                <a:solidFill>
                  <a:srgbClr val="F08A3C"/>
                </a:solidFill>
                <a:latin typeface="Neuromax SemBd"/>
              </a:rPr>
              <a:t>2020</a:t>
            </a:r>
          </a:p>
        </p:txBody>
      </p:sp>
      <p:sp>
        <p:nvSpPr>
          <p:cNvPr id="48" name="TextBox 47"/>
          <p:cNvSpPr txBox="1"/>
          <p:nvPr/>
        </p:nvSpPr>
        <p:spPr>
          <a:xfrm>
            <a:off x="10588752" y="3836415"/>
            <a:ext cx="1133856" cy="347472"/>
          </a:xfrm>
          <a:prstGeom prst="rect">
            <a:avLst/>
          </a:prstGeom>
          <a:noFill/>
        </p:spPr>
        <p:txBody>
          <a:bodyPr wrap="square" lIns="0" tIns="0" rIns="0" bIns="0" anchor="t">
            <a:noAutofit/>
          </a:bodyPr>
          <a:lstStyle/>
          <a:p>
            <a:pPr algn="ctr">
              <a:lnSpc>
                <a:spcPct val="98000"/>
              </a:lnSpc>
              <a:spcBef>
                <a:spcPts val="0"/>
              </a:spcBef>
              <a:spcAft>
                <a:spcPts val="0"/>
              </a:spcAft>
            </a:pPr>
            <a:r>
              <a:rPr sz="1400" b="0" i="0">
                <a:solidFill>
                  <a:srgbClr val="131315"/>
                </a:solidFill>
                <a:latin typeface="Neuromax"/>
              </a:rPr>
              <a:t>Doom Eternal</a:t>
            </a:r>
          </a:p>
        </p:txBody>
      </p:sp>
      <p:sp>
        <p:nvSpPr>
          <p:cNvPr id="49" name="Rectangle 48"/>
          <p:cNvSpPr/>
          <p:nvPr/>
        </p:nvSpPr>
        <p:spPr>
          <a:xfrm>
            <a:off x="566928" y="4754880"/>
            <a:ext cx="10927080" cy="749808"/>
          </a:xfrm>
          <a:prstGeom prst="rect">
            <a:avLst/>
          </a:prstGeom>
          <a:solidFill>
            <a:srgbClr val="FFFFFF"/>
          </a:solidFill>
          <a:ln>
            <a:noFill/>
          </a:ln>
          <a:effectLst/>
        </p:spPr>
        <p:txBody>
          <a:bodyPr rtlCol="0" anchor="ctr"/>
          <a:lstStyle/>
          <a:p>
            <a:pPr algn="ctr"/>
            <a:endParaRPr/>
          </a:p>
        </p:txBody>
      </p:sp>
      <p:sp>
        <p:nvSpPr>
          <p:cNvPr id="50" name="Rectangle 49"/>
          <p:cNvSpPr/>
          <p:nvPr/>
        </p:nvSpPr>
        <p:spPr>
          <a:xfrm>
            <a:off x="566928" y="4754880"/>
            <a:ext cx="64008" cy="749808"/>
          </a:xfrm>
          <a:prstGeom prst="rect">
            <a:avLst/>
          </a:prstGeom>
          <a:solidFill>
            <a:srgbClr val="E8386D"/>
          </a:solidFill>
          <a:ln>
            <a:noFill/>
          </a:ln>
          <a:effectLst/>
        </p:spPr>
        <p:txBody>
          <a:bodyPr rtlCol="0" anchor="ctr"/>
          <a:lstStyle/>
          <a:p>
            <a:pPr algn="ctr"/>
            <a:endParaRPr/>
          </a:p>
        </p:txBody>
      </p:sp>
      <p:sp>
        <p:nvSpPr>
          <p:cNvPr id="51" name="TextBox 50"/>
          <p:cNvSpPr txBox="1"/>
          <p:nvPr/>
        </p:nvSpPr>
        <p:spPr>
          <a:xfrm>
            <a:off x="814832" y="5006848"/>
            <a:ext cx="10424160" cy="256032"/>
          </a:xfrm>
          <a:prstGeom prst="rect">
            <a:avLst/>
          </a:prstGeom>
          <a:noFill/>
        </p:spPr>
        <p:txBody>
          <a:bodyPr wrap="square" lIns="0" tIns="0" rIns="0" bIns="0" anchor="t">
            <a:noAutofit/>
          </a:bodyPr>
          <a:lstStyle/>
          <a:p>
            <a:pPr algn="l">
              <a:lnSpc>
                <a:spcPct val="100000"/>
              </a:lnSpc>
              <a:spcBef>
                <a:spcPts val="0"/>
              </a:spcBef>
              <a:spcAft>
                <a:spcPts val="0"/>
              </a:spcAft>
            </a:pPr>
            <a:r>
              <a:rPr sz="1180" b="0" i="0">
                <a:solidFill>
                  <a:srgbClr val="131315"/>
                </a:solidFill>
                <a:latin typeface="Neuromax"/>
              </a:rPr>
              <a:t>2021: Microsoft compra ZeniMax; id pasa a Xbox Game Studios.</a:t>
            </a:r>
          </a:p>
        </p:txBody>
      </p:sp>
      <p:pic>
        <p:nvPicPr>
          <p:cNvPr id="53" name="Picture 52">
            <a:extLst>
              <a:ext uri="{FF2B5EF4-FFF2-40B4-BE49-F238E27FC236}">
                <a16:creationId xmlns:a16="http://schemas.microsoft.com/office/drawing/2014/main" id="{E41EE89B-BF2E-A02B-461E-860F55423C9B}"/>
              </a:ext>
            </a:extLst>
          </p:cNvPr>
          <p:cNvPicPr>
            <a:picLocks noChangeAspect="1"/>
          </p:cNvPicPr>
          <p:nvPr/>
        </p:nvPicPr>
        <p:blipFill>
          <a:blip r:embed="rId4"/>
          <a:stretch>
            <a:fillRect/>
          </a:stretch>
        </p:blipFill>
        <p:spPr>
          <a:xfrm>
            <a:off x="2790190" y="2896870"/>
            <a:ext cx="739140" cy="749300"/>
          </a:xfrm>
          <a:prstGeom prst="rect">
            <a:avLst/>
          </a:prstGeom>
        </p:spPr>
      </p:pic>
      <p:pic>
        <p:nvPicPr>
          <p:cNvPr id="57" name="Picture 56">
            <a:extLst>
              <a:ext uri="{FF2B5EF4-FFF2-40B4-BE49-F238E27FC236}">
                <a16:creationId xmlns:a16="http://schemas.microsoft.com/office/drawing/2014/main" id="{AC8C2E26-FE30-1C01-D3C9-A778C1A439F9}"/>
              </a:ext>
            </a:extLst>
          </p:cNvPr>
          <p:cNvPicPr>
            <a:picLocks noChangeAspect="1"/>
          </p:cNvPicPr>
          <p:nvPr/>
        </p:nvPicPr>
        <p:blipFill>
          <a:blip r:embed="rId5"/>
          <a:srcRect r="1370" b="-1370"/>
          <a:stretch>
            <a:fillRect/>
          </a:stretch>
        </p:blipFill>
        <p:spPr>
          <a:xfrm>
            <a:off x="5059363" y="2874645"/>
            <a:ext cx="742168" cy="753127"/>
          </a:xfrm>
          <a:prstGeom prst="rect">
            <a:avLst/>
          </a:prstGeom>
        </p:spPr>
      </p:pic>
      <p:pic>
        <p:nvPicPr>
          <p:cNvPr id="59" name="Picture 58">
            <a:extLst>
              <a:ext uri="{FF2B5EF4-FFF2-40B4-BE49-F238E27FC236}">
                <a16:creationId xmlns:a16="http://schemas.microsoft.com/office/drawing/2014/main" id="{361B1576-BBAD-0C8A-995B-2AC604D12EE8}"/>
              </a:ext>
            </a:extLst>
          </p:cNvPr>
          <p:cNvPicPr>
            <a:picLocks noChangeAspect="1"/>
          </p:cNvPicPr>
          <p:nvPr/>
        </p:nvPicPr>
        <p:blipFill>
          <a:blip r:embed="rId4"/>
          <a:stretch>
            <a:fillRect/>
          </a:stretch>
        </p:blipFill>
        <p:spPr>
          <a:xfrm>
            <a:off x="494030" y="2876549"/>
            <a:ext cx="739140" cy="7493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g.png">
            <a:extLst>
              <a:ext uri="{FF2B5EF4-FFF2-40B4-BE49-F238E27FC236}">
                <a16:creationId xmlns:a16="http://schemas.microsoft.com/office/drawing/2014/main" id="{F6CBB697-EFC3-4956-1888-E1AADE611633}"/>
              </a:ext>
            </a:extLst>
          </p:cNvPr>
          <p:cNvPicPr>
            <a:picLocks noChangeAspect="1"/>
          </p:cNvPicPr>
          <p:nvPr/>
        </p:nvPicPr>
        <p:blipFill>
          <a:blip r:embed="rId3"/>
          <a:stretch>
            <a:fillRect/>
          </a:stretch>
        </p:blipFill>
        <p:spPr>
          <a:xfrm>
            <a:off x="0" y="0"/>
            <a:ext cx="12191695" cy="6858000"/>
          </a:xfrm>
          <a:prstGeom prst="rect">
            <a:avLst/>
          </a:prstGeom>
        </p:spPr>
      </p:pic>
      <p:sp>
        <p:nvSpPr>
          <p:cNvPr id="5" name="TextBox 4">
            <a:extLst>
              <a:ext uri="{FF2B5EF4-FFF2-40B4-BE49-F238E27FC236}">
                <a16:creationId xmlns:a16="http://schemas.microsoft.com/office/drawing/2014/main" id="{B0C8C09B-4A31-0360-6033-CB1A1D7E93C6}"/>
              </a:ext>
            </a:extLst>
          </p:cNvPr>
          <p:cNvSpPr txBox="1"/>
          <p:nvPr/>
        </p:nvSpPr>
        <p:spPr>
          <a:xfrm>
            <a:off x="251968" y="1897888"/>
            <a:ext cx="3865880" cy="658368"/>
          </a:xfrm>
          <a:prstGeom prst="rect">
            <a:avLst/>
          </a:prstGeom>
          <a:noFill/>
        </p:spPr>
        <p:txBody>
          <a:bodyPr wrap="square" lIns="0" tIns="0" rIns="0" bIns="0" anchor="t">
            <a:noAutofit/>
          </a:bodyPr>
          <a:lstStyle/>
          <a:p>
            <a:pPr>
              <a:lnSpc>
                <a:spcPct val="95000"/>
              </a:lnSpc>
            </a:pPr>
            <a:r>
              <a:rPr lang="en-US" sz="3200">
                <a:solidFill>
                  <a:srgbClr val="131315"/>
                </a:solidFill>
                <a:latin typeface="Neuromax SemBd"/>
              </a:rPr>
              <a:t>COMMANDER KEEN </a:t>
            </a:r>
            <a:endParaRPr lang="en-US" sz="3200">
              <a:solidFill>
                <a:srgbClr val="000000"/>
              </a:solidFill>
              <a:latin typeface="Calibri"/>
              <a:ea typeface="Calibri"/>
              <a:cs typeface="Calibri"/>
            </a:endParaRPr>
          </a:p>
          <a:p>
            <a:pPr>
              <a:lnSpc>
                <a:spcPct val="95000"/>
              </a:lnSpc>
            </a:pPr>
            <a:r>
              <a:rPr lang="en-US" sz="3200">
                <a:solidFill>
                  <a:srgbClr val="131315"/>
                </a:solidFill>
                <a:latin typeface="Neuromax SemBd"/>
              </a:rPr>
              <a:t>VS </a:t>
            </a:r>
            <a:endParaRPr lang="en-US" sz="3200">
              <a:solidFill>
                <a:srgbClr val="000000"/>
              </a:solidFill>
              <a:latin typeface="Calibri"/>
              <a:ea typeface="Calibri"/>
              <a:cs typeface="Calibri"/>
            </a:endParaRPr>
          </a:p>
          <a:p>
            <a:pPr>
              <a:lnSpc>
                <a:spcPct val="95000"/>
              </a:lnSpc>
            </a:pPr>
            <a:r>
              <a:rPr lang="en-US" sz="3200">
                <a:solidFill>
                  <a:srgbClr val="131315"/>
                </a:solidFill>
                <a:latin typeface="Neuromax SemBd"/>
              </a:rPr>
              <a:t>MARIO BROS 3</a:t>
            </a:r>
            <a:endParaRPr lang="en-US" sz="3200">
              <a:ea typeface="Calibri"/>
              <a:cs typeface="Calibri"/>
            </a:endParaRPr>
          </a:p>
        </p:txBody>
      </p:sp>
      <p:pic>
        <p:nvPicPr>
          <p:cNvPr id="6" name="Online Media 5" title="From Mario 3 to Commander Keen: PC Gaming’s Breakthrough">
            <a:hlinkClick r:id="" action="ppaction://noaction"/>
            <a:extLst>
              <a:ext uri="{FF2B5EF4-FFF2-40B4-BE49-F238E27FC236}">
                <a16:creationId xmlns:a16="http://schemas.microsoft.com/office/drawing/2014/main" id="{C64CE0F2-3FA4-CF68-B5A1-D8C07103D012}"/>
              </a:ext>
            </a:extLst>
          </p:cNvPr>
          <p:cNvPicPr>
            <a:picLocks noRot="1" noChangeAspect="1"/>
          </p:cNvPicPr>
          <p:nvPr>
            <a:videoFile r:link="rId1"/>
          </p:nvPr>
        </p:nvPicPr>
        <p:blipFill>
          <a:blip r:embed="rId4"/>
          <a:stretch>
            <a:fillRect/>
          </a:stretch>
        </p:blipFill>
        <p:spPr>
          <a:xfrm>
            <a:off x="3750140" y="562673"/>
            <a:ext cx="8322540" cy="4701767"/>
          </a:xfrm>
          <a:prstGeom prst="rect">
            <a:avLst/>
          </a:prstGeom>
        </p:spPr>
      </p:pic>
      <p:pic>
        <p:nvPicPr>
          <p:cNvPr id="4" name="Picture 3" descr="chest.png">
            <a:extLst>
              <a:ext uri="{FF2B5EF4-FFF2-40B4-BE49-F238E27FC236}">
                <a16:creationId xmlns:a16="http://schemas.microsoft.com/office/drawing/2014/main" id="{CD7DED94-165F-A2A2-D671-3E9AD86FABA0}"/>
              </a:ext>
            </a:extLst>
          </p:cNvPr>
          <p:cNvPicPr>
            <a:picLocks noChangeAspect="1"/>
          </p:cNvPicPr>
          <p:nvPr/>
        </p:nvPicPr>
        <p:blipFill>
          <a:blip r:embed="rId5"/>
          <a:stretch>
            <a:fillRect/>
          </a:stretch>
        </p:blipFill>
        <p:spPr>
          <a:xfrm>
            <a:off x="811264" y="4588303"/>
            <a:ext cx="2240280" cy="1188720"/>
          </a:xfrm>
          <a:prstGeom prst="rect">
            <a:avLst/>
          </a:prstGeom>
        </p:spPr>
      </p:pic>
      <p:pic>
        <p:nvPicPr>
          <p:cNvPr id="10" name="Picture 9" descr="cloud.png">
            <a:extLst>
              <a:ext uri="{FF2B5EF4-FFF2-40B4-BE49-F238E27FC236}">
                <a16:creationId xmlns:a16="http://schemas.microsoft.com/office/drawing/2014/main" id="{2A16054C-358A-5DD1-C08D-07660A86BE18}"/>
              </a:ext>
            </a:extLst>
          </p:cNvPr>
          <p:cNvPicPr>
            <a:picLocks noChangeAspect="1"/>
          </p:cNvPicPr>
          <p:nvPr/>
        </p:nvPicPr>
        <p:blipFill>
          <a:blip r:embed="rId6"/>
          <a:stretch>
            <a:fillRect/>
          </a:stretch>
        </p:blipFill>
        <p:spPr>
          <a:xfrm>
            <a:off x="84990" y="988119"/>
            <a:ext cx="1682496" cy="731520"/>
          </a:xfrm>
          <a:prstGeom prst="rect">
            <a:avLst/>
          </a:prstGeom>
        </p:spPr>
      </p:pic>
    </p:spTree>
    <p:extLst>
      <p:ext uri="{BB962C8B-B14F-4D97-AF65-F5344CB8AC3E}">
        <p14:creationId xmlns:p14="http://schemas.microsoft.com/office/powerpoint/2010/main" val="3977012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566928" y="896112"/>
            <a:ext cx="1828800" cy="914400"/>
          </a:xfrm>
          <a:prstGeom prst="rect">
            <a:avLst/>
          </a:prstGeom>
          <a:noFill/>
        </p:spPr>
        <p:txBody>
          <a:bodyPr wrap="square" lIns="0" tIns="0" rIns="0" bIns="0" anchor="t">
            <a:noAutofit/>
          </a:bodyPr>
          <a:lstStyle/>
          <a:p>
            <a:pPr algn="l">
              <a:lnSpc>
                <a:spcPct val="100000"/>
              </a:lnSpc>
              <a:spcBef>
                <a:spcPts val="0"/>
              </a:spcBef>
              <a:spcAft>
                <a:spcPts val="0"/>
              </a:spcAft>
            </a:pPr>
            <a:r>
              <a:rPr sz="6000" b="0" i="0">
                <a:solidFill>
                  <a:srgbClr val="F08A3C"/>
                </a:solidFill>
                <a:latin typeface="Neuromax SemBd"/>
              </a:rPr>
              <a:t>02</a:t>
            </a:r>
          </a:p>
        </p:txBody>
      </p:sp>
      <p:sp>
        <p:nvSpPr>
          <p:cNvPr id="6" name="TextBox 5"/>
          <p:cNvSpPr txBox="1"/>
          <p:nvPr/>
        </p:nvSpPr>
        <p:spPr>
          <a:xfrm>
            <a:off x="566928" y="1755648"/>
            <a:ext cx="6766560" cy="1463040"/>
          </a:xfrm>
          <a:prstGeom prst="rect">
            <a:avLst/>
          </a:prstGeom>
          <a:noFill/>
        </p:spPr>
        <p:txBody>
          <a:bodyPr wrap="square" lIns="0" tIns="0" rIns="0" bIns="0" anchor="t">
            <a:noAutofit/>
          </a:bodyPr>
          <a:lstStyle/>
          <a:p>
            <a:pPr>
              <a:lnSpc>
                <a:spcPct val="95000"/>
              </a:lnSpc>
            </a:pPr>
            <a:r>
              <a:rPr lang="en-US" sz="4800">
                <a:solidFill>
                  <a:srgbClr val="131315"/>
                </a:solidFill>
                <a:latin typeface="Neuromax SemBd"/>
              </a:rPr>
              <a:t>BSP:</a:t>
            </a:r>
            <a:endParaRPr lang="en-US">
              <a:solidFill>
                <a:srgbClr val="000000"/>
              </a:solidFill>
              <a:latin typeface="Calibri"/>
              <a:ea typeface="Calibri"/>
              <a:cs typeface="Calibri"/>
            </a:endParaRPr>
          </a:p>
          <a:p>
            <a:pPr algn="l">
              <a:lnSpc>
                <a:spcPct val="95000"/>
              </a:lnSpc>
              <a:spcBef>
                <a:spcPts val="0"/>
              </a:spcBef>
              <a:spcAft>
                <a:spcPts val="0"/>
              </a:spcAft>
            </a:pPr>
            <a:r>
              <a:rPr lang="en-US" sz="4800">
                <a:solidFill>
                  <a:srgbClr val="131315"/>
                </a:solidFill>
                <a:latin typeface="Neuromax SemBd"/>
              </a:rPr>
              <a:t>PARTIR</a:t>
            </a:r>
            <a:r>
              <a:rPr sz="4800" b="0" i="0">
                <a:solidFill>
                  <a:srgbClr val="131315"/>
                </a:solidFill>
                <a:latin typeface="Neuromax SemBd"/>
              </a:rPr>
              <a:t> EL ESPACIO</a:t>
            </a:r>
            <a:endParaRPr lang="en-US">
              <a:ea typeface="Calibri"/>
              <a:cs typeface="Calibri"/>
            </a:endParaRPr>
          </a:p>
        </p:txBody>
      </p:sp>
      <p:sp>
        <p:nvSpPr>
          <p:cNvPr id="7" name="Rectangle 6"/>
          <p:cNvSpPr/>
          <p:nvPr/>
        </p:nvSpPr>
        <p:spPr>
          <a:xfrm>
            <a:off x="566928" y="3520440"/>
            <a:ext cx="2011680" cy="64008"/>
          </a:xfrm>
          <a:prstGeom prst="rect">
            <a:avLst/>
          </a:prstGeom>
          <a:solidFill>
            <a:srgbClr val="F08A3C"/>
          </a:solidFill>
          <a:ln>
            <a:noFill/>
          </a:ln>
          <a:effectLst/>
        </p:spPr>
        <p:txBody>
          <a:bodyPr rtlCol="0" anchor="ctr"/>
          <a:lstStyle/>
          <a:p>
            <a:pPr algn="ctr"/>
            <a:endParaRPr/>
          </a:p>
        </p:txBody>
      </p:sp>
      <p:sp>
        <p:nvSpPr>
          <p:cNvPr id="8" name="TextBox 7"/>
          <p:cNvSpPr txBox="1"/>
          <p:nvPr/>
        </p:nvSpPr>
        <p:spPr>
          <a:xfrm>
            <a:off x="566928" y="3767328"/>
            <a:ext cx="6035040" cy="822960"/>
          </a:xfrm>
          <a:prstGeom prst="rect">
            <a:avLst/>
          </a:prstGeom>
          <a:noFill/>
        </p:spPr>
        <p:txBody>
          <a:bodyPr wrap="square" lIns="0" tIns="0" rIns="0" bIns="0" anchor="t">
            <a:noAutofit/>
          </a:bodyPr>
          <a:lstStyle/>
          <a:p>
            <a:pPr>
              <a:lnSpc>
                <a:spcPct val="105000"/>
              </a:lnSpc>
            </a:pPr>
            <a:r>
              <a:rPr sz="1800" b="0" i="0" dirty="0">
                <a:solidFill>
                  <a:srgbClr val="4F5361"/>
                </a:solidFill>
                <a:latin typeface="Neuromax"/>
              </a:rPr>
              <a:t>Binary Space Partitioning: </a:t>
            </a:r>
            <a:endParaRPr lang="en-US" dirty="0"/>
          </a:p>
          <a:p>
            <a:pPr algn="l">
              <a:lnSpc>
                <a:spcPct val="105000"/>
              </a:lnSpc>
              <a:spcBef>
                <a:spcPts val="0"/>
              </a:spcBef>
              <a:spcAft>
                <a:spcPts val="0"/>
              </a:spcAft>
            </a:pPr>
            <a:r>
              <a:rPr sz="1800" b="0" i="0" dirty="0">
                <a:solidFill>
                  <a:srgbClr val="4F5361"/>
                </a:solidFill>
                <a:latin typeface="Neuromax"/>
              </a:rPr>
              <a:t>el </a:t>
            </a:r>
            <a:r>
              <a:rPr sz="1800" b="0" i="0" dirty="0" err="1">
                <a:solidFill>
                  <a:srgbClr val="4F5361"/>
                </a:solidFill>
                <a:latin typeface="Neuromax"/>
              </a:rPr>
              <a:t>algoritmo</a:t>
            </a:r>
            <a:r>
              <a:rPr sz="1800" b="0" i="0" dirty="0">
                <a:solidFill>
                  <a:srgbClr val="4F5361"/>
                </a:solidFill>
                <a:latin typeface="Neuromax"/>
              </a:rPr>
              <a:t> </a:t>
            </a:r>
            <a:r>
              <a:rPr sz="1800" b="0" i="0" dirty="0" err="1">
                <a:solidFill>
                  <a:srgbClr val="4F5361"/>
                </a:solidFill>
                <a:latin typeface="Neuromax"/>
              </a:rPr>
              <a:t>que</a:t>
            </a:r>
            <a:r>
              <a:rPr sz="1800" b="0" i="0" dirty="0">
                <a:solidFill>
                  <a:srgbClr val="4F5361"/>
                </a:solidFill>
                <a:latin typeface="Neuromax"/>
              </a:rPr>
              <a:t> </a:t>
            </a:r>
            <a:r>
              <a:rPr sz="1800" b="0" i="0" dirty="0" err="1">
                <a:solidFill>
                  <a:srgbClr val="4F5361"/>
                </a:solidFill>
                <a:latin typeface="Neuromax"/>
              </a:rPr>
              <a:t>ordenó</a:t>
            </a:r>
            <a:r>
              <a:rPr sz="1800" b="0" i="0" dirty="0">
                <a:solidFill>
                  <a:srgbClr val="4F5361"/>
                </a:solidFill>
                <a:latin typeface="Neuromax"/>
              </a:rPr>
              <a:t> las </a:t>
            </a:r>
            <a:r>
              <a:rPr sz="1800" b="0" i="0" dirty="0" err="1">
                <a:solidFill>
                  <a:srgbClr val="4F5361"/>
                </a:solidFill>
                <a:latin typeface="Neuromax"/>
              </a:rPr>
              <a:t>paredes</a:t>
            </a:r>
            <a:r>
              <a:rPr sz="1800" b="0" i="0" dirty="0">
                <a:solidFill>
                  <a:srgbClr val="4F5361"/>
                </a:solidFill>
                <a:latin typeface="Neuromax"/>
              </a:rPr>
              <a:t> de Doom.</a:t>
            </a:r>
            <a:endParaRPr dirty="0"/>
          </a:p>
        </p:txBody>
      </p:sp>
      <p:sp>
        <p:nvSpPr>
          <p:cNvPr id="9" name="TextBox 8"/>
          <p:cNvSpPr txBox="1"/>
          <p:nvPr/>
        </p:nvSpPr>
        <p:spPr>
          <a:xfrm>
            <a:off x="566928" y="4773168"/>
            <a:ext cx="676656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B45309"/>
                </a:solidFill>
                <a:latin typeface="Neuromax SemBd"/>
              </a:rPr>
              <a:t>DOOM · 1993 · BSP · Z-BUFFER</a:t>
            </a:r>
          </a:p>
        </p:txBody>
      </p:sp>
      <p:pic>
        <p:nvPicPr>
          <p:cNvPr id="10" name="Picture 9" descr="cloud.png"/>
          <p:cNvPicPr>
            <a:picLocks noChangeAspect="1"/>
          </p:cNvPicPr>
          <p:nvPr/>
        </p:nvPicPr>
        <p:blipFill>
          <a:blip r:embed="rId4"/>
          <a:stretch>
            <a:fillRect/>
          </a:stretch>
        </p:blipFill>
        <p:spPr>
          <a:xfrm>
            <a:off x="8741664" y="1005840"/>
            <a:ext cx="1682496" cy="731520"/>
          </a:xfrm>
          <a:prstGeom prst="rect">
            <a:avLst/>
          </a:prstGeom>
        </p:spPr>
      </p:pic>
      <p:pic>
        <p:nvPicPr>
          <p:cNvPr id="11" name="Picture 10" descr="cloud-low.png"/>
          <p:cNvPicPr>
            <a:picLocks noChangeAspect="1"/>
          </p:cNvPicPr>
          <p:nvPr/>
        </p:nvPicPr>
        <p:blipFill>
          <a:blip r:embed="rId5"/>
          <a:stretch>
            <a:fillRect/>
          </a:stretch>
        </p:blipFill>
        <p:spPr>
          <a:xfrm>
            <a:off x="6903720" y="502920"/>
            <a:ext cx="1280160" cy="530352"/>
          </a:xfrm>
          <a:prstGeom prst="rect">
            <a:avLst/>
          </a:prstGeom>
        </p:spPr>
      </p:pic>
      <p:pic>
        <p:nvPicPr>
          <p:cNvPr id="12" name="Picture 11" descr="star.png"/>
          <p:cNvPicPr>
            <a:picLocks noChangeAspect="1"/>
          </p:cNvPicPr>
          <p:nvPr/>
        </p:nvPicPr>
        <p:blipFill>
          <a:blip r:embed="rId6"/>
          <a:stretch>
            <a:fillRect/>
          </a:stretch>
        </p:blipFill>
        <p:spPr>
          <a:xfrm>
            <a:off x="10378440" y="3063240"/>
            <a:ext cx="960120" cy="914400"/>
          </a:xfrm>
          <a:prstGeom prst="rect">
            <a:avLst/>
          </a:prstGeom>
        </p:spPr>
      </p:pic>
      <p:pic>
        <p:nvPicPr>
          <p:cNvPr id="13" name="Picture 12" descr="chest.png"/>
          <p:cNvPicPr>
            <a:picLocks noChangeAspect="1"/>
          </p:cNvPicPr>
          <p:nvPr/>
        </p:nvPicPr>
        <p:blipFill>
          <a:blip r:embed="rId7"/>
          <a:stretch>
            <a:fillRect/>
          </a:stretch>
        </p:blipFill>
        <p:spPr>
          <a:xfrm>
            <a:off x="8732520" y="4526280"/>
            <a:ext cx="2240280" cy="1188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505968" y="231648"/>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DIBUJAR SIN Z-BUFFER</a:t>
            </a:r>
          </a:p>
        </p:txBody>
      </p:sp>
      <p:sp>
        <p:nvSpPr>
          <p:cNvPr id="6" name="TextBox 5"/>
          <p:cNvSpPr txBox="1"/>
          <p:nvPr/>
        </p:nvSpPr>
        <p:spPr>
          <a:xfrm>
            <a:off x="505968" y="77419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Doom tenía que decidir qué pared tapa a cuál, sin comparar píxeles.</a:t>
            </a:r>
          </a:p>
        </p:txBody>
      </p:sp>
      <p:sp>
        <p:nvSpPr>
          <p:cNvPr id="7" name="Rectangle 6"/>
          <p:cNvSpPr/>
          <p:nvPr/>
        </p:nvSpPr>
        <p:spPr>
          <a:xfrm>
            <a:off x="434848" y="1412240"/>
            <a:ext cx="64008" cy="64008"/>
          </a:xfrm>
          <a:prstGeom prst="rect">
            <a:avLst/>
          </a:prstGeom>
          <a:solidFill>
            <a:srgbClr val="F08A3C"/>
          </a:solidFill>
          <a:ln>
            <a:noFill/>
          </a:ln>
          <a:effectLst/>
        </p:spPr>
        <p:txBody>
          <a:bodyPr rtlCol="0" anchor="ctr"/>
          <a:lstStyle/>
          <a:p>
            <a:pPr algn="ctr"/>
            <a:endParaRPr sz="2000"/>
          </a:p>
        </p:txBody>
      </p:sp>
      <p:sp>
        <p:nvSpPr>
          <p:cNvPr id="8" name="TextBox 7"/>
          <p:cNvSpPr txBox="1"/>
          <p:nvPr/>
        </p:nvSpPr>
        <p:spPr>
          <a:xfrm>
            <a:off x="599440" y="1339088"/>
            <a:ext cx="3447288" cy="658368"/>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En 1993, muchas PCs no tenían GPU 3D.</a:t>
            </a:r>
          </a:p>
          <a:p>
            <a:pPr algn="l">
              <a:lnSpc>
                <a:spcPct val="102000"/>
              </a:lnSpc>
              <a:spcBef>
                <a:spcPts val="0"/>
              </a:spcBef>
              <a:spcAft>
                <a:spcPts val="0"/>
              </a:spcAft>
            </a:pPr>
            <a:r>
              <a:rPr sz="1400" b="0" i="0">
                <a:solidFill>
                  <a:srgbClr val="4F5361"/>
                </a:solidFill>
                <a:latin typeface="Neuromax"/>
              </a:rPr>
              <a:t>Doom dibujaba columnas de píxeles en el CPU,</a:t>
            </a:r>
          </a:p>
          <a:p>
            <a:pPr algn="l">
              <a:lnSpc>
                <a:spcPct val="102000"/>
              </a:lnSpc>
              <a:spcBef>
                <a:spcPts val="0"/>
              </a:spcBef>
              <a:spcAft>
                <a:spcPts val="0"/>
              </a:spcAft>
            </a:pPr>
            <a:r>
              <a:rPr sz="1400" b="0" i="0">
                <a:solidFill>
                  <a:srgbClr val="4F5361"/>
                </a:solidFill>
                <a:latin typeface="Neuromax"/>
              </a:rPr>
              <a:t>sin z-buffer.</a:t>
            </a:r>
          </a:p>
        </p:txBody>
      </p:sp>
      <p:sp>
        <p:nvSpPr>
          <p:cNvPr id="9" name="Rectangle 8"/>
          <p:cNvSpPr/>
          <p:nvPr/>
        </p:nvSpPr>
        <p:spPr>
          <a:xfrm>
            <a:off x="434848" y="2223008"/>
            <a:ext cx="64008" cy="64008"/>
          </a:xfrm>
          <a:prstGeom prst="rect">
            <a:avLst/>
          </a:prstGeom>
          <a:solidFill>
            <a:srgbClr val="F08A3C"/>
          </a:solidFill>
          <a:ln>
            <a:noFill/>
          </a:ln>
          <a:effectLst/>
        </p:spPr>
        <p:txBody>
          <a:bodyPr rtlCol="0" anchor="ctr"/>
          <a:lstStyle/>
          <a:p>
            <a:pPr algn="ctr"/>
            <a:endParaRPr sz="2000"/>
          </a:p>
        </p:txBody>
      </p:sp>
      <p:sp>
        <p:nvSpPr>
          <p:cNvPr id="10" name="TextBox 9"/>
          <p:cNvSpPr txBox="1"/>
          <p:nvPr/>
        </p:nvSpPr>
        <p:spPr>
          <a:xfrm>
            <a:off x="599440" y="2149856"/>
            <a:ext cx="3447288" cy="658368"/>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Sin z-buffer, el orden importa:</a:t>
            </a:r>
          </a:p>
          <a:p>
            <a:pPr algn="l">
              <a:lnSpc>
                <a:spcPct val="102000"/>
              </a:lnSpc>
              <a:spcBef>
                <a:spcPts val="0"/>
              </a:spcBef>
              <a:spcAft>
                <a:spcPts val="0"/>
              </a:spcAft>
            </a:pPr>
            <a:r>
              <a:rPr sz="1400" b="0" i="0">
                <a:solidFill>
                  <a:srgbClr val="4F5361"/>
                </a:solidFill>
                <a:latin typeface="Neuromax"/>
              </a:rPr>
              <a:t>la última pared que pintas tapa las anteriores.</a:t>
            </a:r>
          </a:p>
        </p:txBody>
      </p:sp>
      <p:sp>
        <p:nvSpPr>
          <p:cNvPr id="11" name="Rectangle 10"/>
          <p:cNvSpPr/>
          <p:nvPr/>
        </p:nvSpPr>
        <p:spPr>
          <a:xfrm>
            <a:off x="434848" y="2881376"/>
            <a:ext cx="64008" cy="64008"/>
          </a:xfrm>
          <a:prstGeom prst="rect">
            <a:avLst/>
          </a:prstGeom>
          <a:solidFill>
            <a:srgbClr val="F08A3C"/>
          </a:solidFill>
          <a:ln>
            <a:noFill/>
          </a:ln>
          <a:effectLst/>
        </p:spPr>
        <p:txBody>
          <a:bodyPr rtlCol="0" anchor="ctr"/>
          <a:lstStyle/>
          <a:p>
            <a:pPr algn="ctr"/>
            <a:endParaRPr sz="2000"/>
          </a:p>
        </p:txBody>
      </p:sp>
      <p:sp>
        <p:nvSpPr>
          <p:cNvPr id="12" name="TextBox 11"/>
          <p:cNvSpPr txBox="1"/>
          <p:nvPr/>
        </p:nvSpPr>
        <p:spPr>
          <a:xfrm>
            <a:off x="599440" y="2808224"/>
            <a:ext cx="3447288" cy="658368"/>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Ordenar por distancia no basta cuando</a:t>
            </a:r>
          </a:p>
          <a:p>
            <a:pPr algn="l">
              <a:lnSpc>
                <a:spcPct val="102000"/>
              </a:lnSpc>
              <a:spcBef>
                <a:spcPts val="0"/>
              </a:spcBef>
              <a:spcAft>
                <a:spcPts val="0"/>
              </a:spcAft>
            </a:pPr>
            <a:r>
              <a:rPr sz="1400" b="0" i="0">
                <a:solidFill>
                  <a:srgbClr val="4F5361"/>
                </a:solidFill>
                <a:latin typeface="Neuromax"/>
              </a:rPr>
              <a:t>las paredes son grandes o se cruzan en la vista.</a:t>
            </a:r>
          </a:p>
        </p:txBody>
      </p:sp>
      <p:pic>
        <p:nvPicPr>
          <p:cNvPr id="13" name="Picture 12" descr="doom.png"/>
          <p:cNvPicPr>
            <a:picLocks noChangeAspect="1"/>
          </p:cNvPicPr>
          <p:nvPr/>
        </p:nvPicPr>
        <p:blipFill>
          <a:blip r:embed="rId4"/>
          <a:srcRect t="61" b="61"/>
          <a:stretch>
            <a:fillRect/>
          </a:stretch>
        </p:blipFill>
        <p:spPr>
          <a:xfrm>
            <a:off x="871728" y="3469640"/>
            <a:ext cx="2514600" cy="1883664"/>
          </a:xfrm>
          <a:prstGeom prst="rect">
            <a:avLst/>
          </a:prstGeom>
          <a:ln w="17780">
            <a:solidFill>
              <a:srgbClr val="FFFFFF"/>
            </a:solidFill>
          </a:ln>
        </p:spPr>
      </p:pic>
      <p:pic>
        <p:nvPicPr>
          <p:cNvPr id="16" name="Picture 15" descr="bsp_problema.png"/>
          <p:cNvPicPr>
            <a:picLocks noChangeAspect="1"/>
          </p:cNvPicPr>
          <p:nvPr/>
        </p:nvPicPr>
        <p:blipFill>
          <a:blip r:embed="rId5"/>
          <a:stretch>
            <a:fillRect/>
          </a:stretch>
        </p:blipFill>
        <p:spPr>
          <a:xfrm>
            <a:off x="4257040" y="1335503"/>
            <a:ext cx="7721600" cy="3620065"/>
          </a:xfrm>
          <a:prstGeom prst="rect">
            <a:avLst/>
          </a:prstGeom>
        </p:spPr>
      </p:pic>
      <p:sp>
        <p:nvSpPr>
          <p:cNvPr id="17" name="Rectangle 16"/>
          <p:cNvSpPr/>
          <p:nvPr/>
        </p:nvSpPr>
        <p:spPr>
          <a:xfrm>
            <a:off x="502920" y="5650992"/>
            <a:ext cx="10213848" cy="457200"/>
          </a:xfrm>
          <a:prstGeom prst="rect">
            <a:avLst/>
          </a:prstGeom>
          <a:solidFill>
            <a:srgbClr val="FFFFFF"/>
          </a:solidFill>
          <a:ln>
            <a:noFill/>
          </a:ln>
          <a:effectLst/>
        </p:spPr>
        <p:txBody>
          <a:bodyPr rtlCol="0" anchor="ctr"/>
          <a:lstStyle/>
          <a:p>
            <a:pPr algn="ctr"/>
            <a:endParaRPr/>
          </a:p>
        </p:txBody>
      </p:sp>
      <p:sp>
        <p:nvSpPr>
          <p:cNvPr id="18" name="TextBox 17"/>
          <p:cNvSpPr txBox="1"/>
          <p:nvPr/>
        </p:nvSpPr>
        <p:spPr>
          <a:xfrm>
            <a:off x="2778760" y="5750560"/>
            <a:ext cx="9875520" cy="256032"/>
          </a:xfrm>
          <a:prstGeom prst="rect">
            <a:avLst/>
          </a:prstGeom>
          <a:noFill/>
        </p:spPr>
        <p:txBody>
          <a:bodyPr wrap="square" lIns="0" tIns="0" rIns="0" bIns="0" anchor="t">
            <a:noAutofit/>
          </a:bodyPr>
          <a:lstStyle/>
          <a:p>
            <a:pPr algn="l">
              <a:lnSpc>
                <a:spcPct val="100000"/>
              </a:lnSpc>
              <a:spcBef>
                <a:spcPts val="0"/>
              </a:spcBef>
              <a:spcAft>
                <a:spcPts val="0"/>
              </a:spcAft>
            </a:pPr>
            <a:r>
              <a:rPr sz="1600" b="1" i="0" dirty="0">
                <a:solidFill>
                  <a:srgbClr val="4F5361"/>
                </a:solidFill>
                <a:latin typeface="Neuromax"/>
              </a:rPr>
              <a:t>El </a:t>
            </a:r>
            <a:r>
              <a:rPr sz="1600" b="1" i="0" dirty="0" err="1">
                <a:solidFill>
                  <a:srgbClr val="4F5361"/>
                </a:solidFill>
                <a:latin typeface="Neuromax"/>
              </a:rPr>
              <a:t>problema</a:t>
            </a:r>
            <a:r>
              <a:rPr sz="1600" b="1" i="0" dirty="0">
                <a:solidFill>
                  <a:srgbClr val="4F5361"/>
                </a:solidFill>
                <a:latin typeface="Neuromax"/>
              </a:rPr>
              <a:t> no es </a:t>
            </a:r>
            <a:r>
              <a:rPr sz="1600" b="1" i="0" dirty="0" err="1">
                <a:solidFill>
                  <a:srgbClr val="4F5361"/>
                </a:solidFill>
                <a:latin typeface="Neuromax"/>
              </a:rPr>
              <a:t>dibujar</a:t>
            </a:r>
            <a:r>
              <a:rPr sz="1600" b="1" i="0" dirty="0">
                <a:solidFill>
                  <a:srgbClr val="4F5361"/>
                </a:solidFill>
                <a:latin typeface="Neuromax"/>
              </a:rPr>
              <a:t> </a:t>
            </a:r>
            <a:r>
              <a:rPr sz="1600" b="1" i="0" dirty="0" err="1">
                <a:solidFill>
                  <a:srgbClr val="4F5361"/>
                </a:solidFill>
                <a:latin typeface="Neuromax"/>
              </a:rPr>
              <a:t>paredes</a:t>
            </a:r>
            <a:r>
              <a:rPr sz="1600" b="1" i="0" dirty="0">
                <a:solidFill>
                  <a:srgbClr val="4F5361"/>
                </a:solidFill>
                <a:latin typeface="Neuromax"/>
              </a:rPr>
              <a:t>: es saber </a:t>
            </a:r>
            <a:r>
              <a:rPr sz="1600" b="1" i="0" dirty="0" err="1">
                <a:solidFill>
                  <a:srgbClr val="4F5361"/>
                </a:solidFill>
                <a:latin typeface="Neuromax"/>
              </a:rPr>
              <a:t>en</a:t>
            </a:r>
            <a:r>
              <a:rPr sz="1600" b="1" i="0" dirty="0">
                <a:solidFill>
                  <a:srgbClr val="4F5361"/>
                </a:solidFill>
                <a:latin typeface="Neuromax"/>
              </a:rPr>
              <a:t> </a:t>
            </a:r>
            <a:r>
              <a:rPr sz="1600" b="1" i="0" dirty="0" err="1">
                <a:solidFill>
                  <a:srgbClr val="4F5361"/>
                </a:solidFill>
                <a:latin typeface="Neuromax"/>
              </a:rPr>
              <a:t>qué</a:t>
            </a:r>
            <a:r>
              <a:rPr sz="1600" b="1" i="0" dirty="0">
                <a:solidFill>
                  <a:srgbClr val="4F5361"/>
                </a:solidFill>
                <a:latin typeface="Neuromax"/>
              </a:rPr>
              <a:t> </a:t>
            </a:r>
            <a:r>
              <a:rPr sz="1600" b="1" i="0" dirty="0" err="1">
                <a:solidFill>
                  <a:srgbClr val="4F5361"/>
                </a:solidFill>
                <a:latin typeface="Neuromax"/>
              </a:rPr>
              <a:t>orden</a:t>
            </a:r>
            <a:r>
              <a:rPr sz="1600" b="1" i="0" dirty="0">
                <a:solidFill>
                  <a:srgbClr val="4F5361"/>
                </a:solidFill>
                <a:latin typeface="Neuromax"/>
              </a:rPr>
              <a:t> </a:t>
            </a:r>
            <a:r>
              <a:rPr sz="1600" b="1" i="0" dirty="0" err="1">
                <a:solidFill>
                  <a:srgbClr val="4F5361"/>
                </a:solidFill>
                <a:latin typeface="Neuromax"/>
              </a:rPr>
              <a:t>hacerlo</a:t>
            </a:r>
            <a:r>
              <a:rPr sz="1600" b="1" i="0" dirty="0">
                <a:solidFill>
                  <a:srgbClr val="4F5361"/>
                </a:solidFill>
                <a:latin typeface="Neuromax"/>
              </a:rPr>
              <a:t>.</a:t>
            </a:r>
            <a:endParaRPr lang="en-US" sz="1600" b="1" i="0">
              <a:solidFill>
                <a:srgbClr val="4F5361"/>
              </a:solidFill>
              <a:latin typeface="Neuromax"/>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404368" y="99568"/>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PARTIR EL ESPACIO EN DOS</a:t>
            </a:r>
          </a:p>
        </p:txBody>
      </p:sp>
      <p:sp>
        <p:nvSpPr>
          <p:cNvPr id="6" name="TextBox 5"/>
          <p:cNvSpPr txBox="1"/>
          <p:nvPr/>
        </p:nvSpPr>
        <p:spPr>
          <a:xfrm>
            <a:off x="404368" y="76403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Una línea divide el mapa. Cada mitad se vuelve a dividir. Al final, cada zona es convexa.</a:t>
            </a:r>
          </a:p>
        </p:txBody>
      </p:sp>
      <p:sp>
        <p:nvSpPr>
          <p:cNvPr id="7" name="Rectangle 6"/>
          <p:cNvSpPr/>
          <p:nvPr/>
        </p:nvSpPr>
        <p:spPr>
          <a:xfrm>
            <a:off x="394208" y="1645920"/>
            <a:ext cx="64008" cy="64008"/>
          </a:xfrm>
          <a:prstGeom prst="rect">
            <a:avLst/>
          </a:prstGeom>
          <a:solidFill>
            <a:srgbClr val="F08A3C"/>
          </a:solidFill>
          <a:ln>
            <a:noFill/>
          </a:ln>
          <a:effectLst/>
        </p:spPr>
        <p:txBody>
          <a:bodyPr rtlCol="0" anchor="ctr"/>
          <a:lstStyle/>
          <a:p>
            <a:pPr algn="ctr"/>
            <a:endParaRPr sz="2000"/>
          </a:p>
        </p:txBody>
      </p:sp>
      <p:sp>
        <p:nvSpPr>
          <p:cNvPr id="8" name="TextBox 7"/>
          <p:cNvSpPr txBox="1"/>
          <p:nvPr/>
        </p:nvSpPr>
        <p:spPr>
          <a:xfrm>
            <a:off x="558800" y="1572768"/>
            <a:ext cx="3447288" cy="713232"/>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Cada corte es un nodo del árbol. La cámara queda de un lado: delante o detrás.</a:t>
            </a:r>
          </a:p>
        </p:txBody>
      </p:sp>
      <p:sp>
        <p:nvSpPr>
          <p:cNvPr id="9" name="Rectangle 8"/>
          <p:cNvSpPr/>
          <p:nvPr/>
        </p:nvSpPr>
        <p:spPr>
          <a:xfrm>
            <a:off x="394208" y="2359152"/>
            <a:ext cx="64008" cy="64008"/>
          </a:xfrm>
          <a:prstGeom prst="rect">
            <a:avLst/>
          </a:prstGeom>
          <a:solidFill>
            <a:srgbClr val="F08A3C"/>
          </a:solidFill>
          <a:ln>
            <a:noFill/>
          </a:ln>
          <a:effectLst/>
        </p:spPr>
        <p:txBody>
          <a:bodyPr rtlCol="0" anchor="ctr"/>
          <a:lstStyle/>
          <a:p>
            <a:pPr algn="ctr"/>
            <a:endParaRPr sz="2000"/>
          </a:p>
        </p:txBody>
      </p:sp>
      <p:sp>
        <p:nvSpPr>
          <p:cNvPr id="10" name="TextBox 9"/>
          <p:cNvSpPr txBox="1"/>
          <p:nvPr/>
        </p:nvSpPr>
        <p:spPr>
          <a:xfrm>
            <a:off x="558800" y="2286000"/>
            <a:ext cx="3447288" cy="713232"/>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Las hojas son zonas convexas: desde cualquier punto de la zona se ve toda la zona.</a:t>
            </a:r>
          </a:p>
        </p:txBody>
      </p:sp>
      <p:sp>
        <p:nvSpPr>
          <p:cNvPr id="11" name="Rectangle 10"/>
          <p:cNvSpPr/>
          <p:nvPr/>
        </p:nvSpPr>
        <p:spPr>
          <a:xfrm>
            <a:off x="394208" y="3072384"/>
            <a:ext cx="64008" cy="64008"/>
          </a:xfrm>
          <a:prstGeom prst="rect">
            <a:avLst/>
          </a:prstGeom>
          <a:solidFill>
            <a:srgbClr val="F08A3C"/>
          </a:solidFill>
          <a:ln>
            <a:noFill/>
          </a:ln>
          <a:effectLst/>
        </p:spPr>
        <p:txBody>
          <a:bodyPr rtlCol="0" anchor="ctr"/>
          <a:lstStyle/>
          <a:p>
            <a:pPr algn="ctr"/>
            <a:endParaRPr sz="2000"/>
          </a:p>
        </p:txBody>
      </p:sp>
      <p:sp>
        <p:nvSpPr>
          <p:cNvPr id="12" name="TextBox 11"/>
          <p:cNvSpPr txBox="1"/>
          <p:nvPr/>
        </p:nvSpPr>
        <p:spPr>
          <a:xfrm>
            <a:off x="558800" y="2999232"/>
            <a:ext cx="3447288" cy="713232"/>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Doom construye el árbol una vez, al preparar el mapa. En el juego solo lo recorre.</a:t>
            </a:r>
          </a:p>
        </p:txBody>
      </p:sp>
      <p:sp>
        <p:nvSpPr>
          <p:cNvPr id="13" name="Rectangle 12"/>
          <p:cNvSpPr/>
          <p:nvPr/>
        </p:nvSpPr>
        <p:spPr>
          <a:xfrm>
            <a:off x="566928" y="3931920"/>
            <a:ext cx="3611880" cy="1005840"/>
          </a:xfrm>
          <a:prstGeom prst="rect">
            <a:avLst/>
          </a:prstGeom>
          <a:solidFill>
            <a:srgbClr val="FFFFFF"/>
          </a:solidFill>
          <a:ln>
            <a:noFill/>
          </a:ln>
          <a:effectLst/>
        </p:spPr>
        <p:txBody>
          <a:bodyPr rtlCol="0" anchor="ctr"/>
          <a:lstStyle/>
          <a:p>
            <a:pPr algn="ctr"/>
            <a:endParaRPr/>
          </a:p>
        </p:txBody>
      </p:sp>
      <p:sp>
        <p:nvSpPr>
          <p:cNvPr id="14" name="TextBox 13"/>
          <p:cNvSpPr txBox="1"/>
          <p:nvPr/>
        </p:nvSpPr>
        <p:spPr>
          <a:xfrm>
            <a:off x="777240" y="4050791"/>
            <a:ext cx="320040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B45309"/>
                </a:solidFill>
                <a:latin typeface="Neuromax SemBd"/>
              </a:rPr>
              <a:t>CONVEXO</a:t>
            </a:r>
            <a:endParaRPr lang="en-US" sz="1200" b="0" i="0">
              <a:solidFill>
                <a:srgbClr val="B45309"/>
              </a:solidFill>
              <a:latin typeface="Neuromax SemBd"/>
            </a:endParaRPr>
          </a:p>
        </p:txBody>
      </p:sp>
      <p:sp>
        <p:nvSpPr>
          <p:cNvPr id="15" name="TextBox 14"/>
          <p:cNvSpPr txBox="1"/>
          <p:nvPr/>
        </p:nvSpPr>
        <p:spPr>
          <a:xfrm>
            <a:off x="777240" y="4297680"/>
            <a:ext cx="3154680" cy="502920"/>
          </a:xfrm>
          <a:prstGeom prst="rect">
            <a:avLst/>
          </a:prstGeom>
          <a:noFill/>
        </p:spPr>
        <p:txBody>
          <a:bodyPr wrap="square" lIns="0" tIns="0" rIns="0" bIns="0" anchor="t">
            <a:noAutofit/>
          </a:bodyPr>
          <a:lstStyle/>
          <a:p>
            <a:r>
              <a:rPr sz="1400" b="0" i="0" dirty="0">
                <a:solidFill>
                  <a:srgbClr val="4F5361"/>
                </a:solidFill>
                <a:latin typeface="Neuromax"/>
              </a:rPr>
              <a:t>Una </a:t>
            </a:r>
            <a:r>
              <a:rPr sz="1400" b="0" i="0" dirty="0" err="1">
                <a:solidFill>
                  <a:srgbClr val="4F5361"/>
                </a:solidFill>
                <a:latin typeface="Neuromax"/>
              </a:rPr>
              <a:t>línea</a:t>
            </a:r>
            <a:r>
              <a:rPr sz="1400" b="0" i="0" dirty="0">
                <a:solidFill>
                  <a:srgbClr val="4F5361"/>
                </a:solidFill>
                <a:latin typeface="Neuromax"/>
              </a:rPr>
              <a:t> recta entre dos puntos de la zona</a:t>
            </a:r>
            <a:r>
              <a:rPr lang="en-US" sz="1400" dirty="0">
                <a:solidFill>
                  <a:srgbClr val="4F5361"/>
                </a:solidFill>
                <a:latin typeface="Neuromax"/>
              </a:rPr>
              <a:t>,</a:t>
            </a:r>
            <a:r>
              <a:rPr lang="en-US" sz="1400" b="0" i="0" dirty="0">
                <a:solidFill>
                  <a:srgbClr val="4F5361"/>
                </a:solidFill>
                <a:latin typeface="Neuromax"/>
              </a:rPr>
              <a:t> </a:t>
            </a:r>
            <a:r>
              <a:rPr lang="en-US" sz="1400" dirty="0" err="1">
                <a:solidFill>
                  <a:srgbClr val="4F5361"/>
                </a:solidFill>
                <a:latin typeface="Neuromax"/>
              </a:rPr>
              <a:t>dicha</a:t>
            </a:r>
            <a:r>
              <a:rPr lang="en-US" sz="1400" dirty="0">
                <a:solidFill>
                  <a:srgbClr val="4F5361"/>
                </a:solidFill>
                <a:latin typeface="Neuromax"/>
              </a:rPr>
              <a:t> </a:t>
            </a:r>
            <a:r>
              <a:rPr lang="en-US" sz="1400" dirty="0" err="1">
                <a:solidFill>
                  <a:srgbClr val="4F5361"/>
                </a:solidFill>
                <a:latin typeface="Neuromax"/>
              </a:rPr>
              <a:t>linea</a:t>
            </a:r>
            <a:r>
              <a:rPr lang="en-US" sz="1400" dirty="0">
                <a:solidFill>
                  <a:srgbClr val="4F5361"/>
                </a:solidFill>
                <a:latin typeface="Neuromax"/>
              </a:rPr>
              <a:t> </a:t>
            </a:r>
            <a:r>
              <a:rPr sz="1400" b="0" i="0" dirty="0" err="1">
                <a:solidFill>
                  <a:srgbClr val="4F5361"/>
                </a:solidFill>
                <a:latin typeface="Neuromax"/>
              </a:rPr>
              <a:t>nunca</a:t>
            </a:r>
            <a:r>
              <a:rPr sz="1400" b="0" i="0" dirty="0">
                <a:solidFill>
                  <a:srgbClr val="4F5361"/>
                </a:solidFill>
                <a:latin typeface="Neuromax"/>
              </a:rPr>
              <a:t> sale de la zona.</a:t>
            </a:r>
            <a:endParaRPr lang="en-US" sz="1400" b="0" i="0" dirty="0">
              <a:solidFill>
                <a:srgbClr val="4F5361"/>
              </a:solidFill>
              <a:latin typeface="Neuromax"/>
            </a:endParaRPr>
          </a:p>
        </p:txBody>
      </p:sp>
      <p:sp>
        <p:nvSpPr>
          <p:cNvPr id="16" name="Rectangle 15"/>
          <p:cNvSpPr/>
          <p:nvPr/>
        </p:nvSpPr>
        <p:spPr>
          <a:xfrm>
            <a:off x="4315968" y="1444752"/>
            <a:ext cx="7278624" cy="4041648"/>
          </a:xfrm>
          <a:prstGeom prst="rect">
            <a:avLst/>
          </a:prstGeom>
          <a:solidFill>
            <a:srgbClr val="FFFFFF"/>
          </a:solidFill>
          <a:ln>
            <a:noFill/>
          </a:ln>
          <a:effectLst/>
        </p:spPr>
        <p:txBody>
          <a:bodyPr rtlCol="0" anchor="ctr"/>
          <a:lstStyle/>
          <a:p>
            <a:pPr algn="ctr"/>
            <a:endParaRPr/>
          </a:p>
        </p:txBody>
      </p:sp>
      <p:pic>
        <p:nvPicPr>
          <p:cNvPr id="17" name="Picture 16" descr="bsp_arbol.png"/>
          <p:cNvPicPr>
            <a:picLocks noChangeAspect="1"/>
          </p:cNvPicPr>
          <p:nvPr/>
        </p:nvPicPr>
        <p:blipFill>
          <a:blip r:embed="rId4"/>
          <a:stretch>
            <a:fillRect/>
          </a:stretch>
        </p:blipFill>
        <p:spPr>
          <a:xfrm>
            <a:off x="4480560" y="1761094"/>
            <a:ext cx="6949440" cy="3408963"/>
          </a:xfrm>
          <a:prstGeom prst="rect">
            <a:avLst/>
          </a:prstGeom>
        </p:spPr>
      </p:pic>
      <p:sp>
        <p:nvSpPr>
          <p:cNvPr id="18" name="Rectangle 17"/>
          <p:cNvSpPr/>
          <p:nvPr/>
        </p:nvSpPr>
        <p:spPr>
          <a:xfrm>
            <a:off x="502920" y="5650992"/>
            <a:ext cx="10213848" cy="457200"/>
          </a:xfrm>
          <a:prstGeom prst="rect">
            <a:avLst/>
          </a:prstGeom>
          <a:solidFill>
            <a:srgbClr val="FFFFFF"/>
          </a:solidFill>
          <a:ln>
            <a:noFill/>
          </a:ln>
          <a:effectLst/>
        </p:spPr>
        <p:txBody>
          <a:bodyPr rtlCol="0" anchor="ctr"/>
          <a:lstStyle/>
          <a:p>
            <a:pPr algn="ctr"/>
            <a:endParaRPr/>
          </a:p>
        </p:txBody>
      </p:sp>
      <p:sp>
        <p:nvSpPr>
          <p:cNvPr id="19" name="TextBox 18"/>
          <p:cNvSpPr txBox="1"/>
          <p:nvPr/>
        </p:nvSpPr>
        <p:spPr>
          <a:xfrm>
            <a:off x="2900680" y="5750560"/>
            <a:ext cx="5201920" cy="256032"/>
          </a:xfrm>
          <a:prstGeom prst="rect">
            <a:avLst/>
          </a:prstGeom>
          <a:noFill/>
        </p:spPr>
        <p:txBody>
          <a:bodyPr wrap="square" lIns="0" tIns="0" rIns="0" bIns="0" anchor="t">
            <a:noAutofit/>
          </a:bodyPr>
          <a:lstStyle/>
          <a:p>
            <a:pPr algn="l">
              <a:lnSpc>
                <a:spcPct val="100000"/>
              </a:lnSpc>
              <a:spcBef>
                <a:spcPts val="0"/>
              </a:spcBef>
              <a:spcAft>
                <a:spcPts val="0"/>
              </a:spcAft>
            </a:pPr>
            <a:r>
              <a:rPr sz="1600" b="1" i="0" dirty="0">
                <a:solidFill>
                  <a:srgbClr val="4F5361"/>
                </a:solidFill>
                <a:latin typeface="Neuromax"/>
              </a:rPr>
              <a:t>Doom </a:t>
            </a:r>
            <a:r>
              <a:rPr sz="1600" b="1" i="0" dirty="0" err="1">
                <a:solidFill>
                  <a:srgbClr val="4F5361"/>
                </a:solidFill>
                <a:latin typeface="Neuromax"/>
              </a:rPr>
              <a:t>dividía</a:t>
            </a:r>
            <a:r>
              <a:rPr sz="1600" b="1" i="0" dirty="0">
                <a:solidFill>
                  <a:srgbClr val="4F5361"/>
                </a:solidFill>
                <a:latin typeface="Neuromax"/>
              </a:rPr>
              <a:t> el </a:t>
            </a:r>
            <a:r>
              <a:rPr sz="1600" b="1" i="0" dirty="0" err="1">
                <a:solidFill>
                  <a:srgbClr val="4F5361"/>
                </a:solidFill>
                <a:latin typeface="Neuromax"/>
              </a:rPr>
              <a:t>mapa</a:t>
            </a:r>
            <a:r>
              <a:rPr sz="1600" b="1" i="0" dirty="0">
                <a:solidFill>
                  <a:srgbClr val="4F5361"/>
                </a:solidFill>
                <a:latin typeface="Neuromax"/>
              </a:rPr>
              <a:t> </a:t>
            </a:r>
            <a:r>
              <a:rPr sz="1600" b="1" i="0" dirty="0" err="1">
                <a:solidFill>
                  <a:srgbClr val="4F5361"/>
                </a:solidFill>
                <a:latin typeface="Neuromax"/>
              </a:rPr>
              <a:t>en</a:t>
            </a:r>
            <a:r>
              <a:rPr sz="1600" b="1" i="0" dirty="0">
                <a:solidFill>
                  <a:srgbClr val="4F5361"/>
                </a:solidFill>
                <a:latin typeface="Neuromax"/>
              </a:rPr>
              <a:t> </a:t>
            </a:r>
            <a:r>
              <a:rPr sz="1600" b="1" i="0" dirty="0" err="1">
                <a:solidFill>
                  <a:srgbClr val="4F5361"/>
                </a:solidFill>
                <a:latin typeface="Neuromax"/>
              </a:rPr>
              <a:t>cientos</a:t>
            </a:r>
            <a:r>
              <a:rPr sz="1600" b="1" i="0" dirty="0">
                <a:solidFill>
                  <a:srgbClr val="4F5361"/>
                </a:solidFill>
                <a:latin typeface="Neuromax"/>
              </a:rPr>
              <a:t> o miles de zonas </a:t>
            </a:r>
            <a:r>
              <a:rPr sz="1600" b="1" i="0" dirty="0" err="1">
                <a:solidFill>
                  <a:srgbClr val="4F5361"/>
                </a:solidFill>
                <a:latin typeface="Neuromax"/>
              </a:rPr>
              <a:t>convexas</a:t>
            </a:r>
            <a:r>
              <a:rPr sz="1600" b="1" i="0" dirty="0">
                <a:solidFill>
                  <a:srgbClr val="4F5361"/>
                </a:solidFill>
                <a:latin typeface="Neuromax"/>
              </a:rPr>
              <a:t>.</a:t>
            </a:r>
            <a:endParaRPr lang="en-US" sz="1600" b="1" i="0">
              <a:solidFill>
                <a:srgbClr val="4F5361"/>
              </a:solidFill>
              <a:latin typeface="Neuromax"/>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g.png">
            <a:extLst>
              <a:ext uri="{FF2B5EF4-FFF2-40B4-BE49-F238E27FC236}">
                <a16:creationId xmlns:a16="http://schemas.microsoft.com/office/drawing/2014/main" id="{63C579EA-15B3-1AB8-EDC3-D919D4D32DAB}"/>
              </a:ext>
            </a:extLst>
          </p:cNvPr>
          <p:cNvPicPr>
            <a:picLocks noChangeAspect="1"/>
          </p:cNvPicPr>
          <p:nvPr/>
        </p:nvPicPr>
        <p:blipFill>
          <a:blip r:embed="rId2"/>
          <a:stretch>
            <a:fillRect/>
          </a:stretch>
        </p:blipFill>
        <p:spPr>
          <a:xfrm>
            <a:off x="0" y="0"/>
            <a:ext cx="12191695" cy="6858000"/>
          </a:xfrm>
          <a:prstGeom prst="rect">
            <a:avLst/>
          </a:prstGeom>
        </p:spPr>
      </p:pic>
      <p:sp>
        <p:nvSpPr>
          <p:cNvPr id="5" name="TextBox 4">
            <a:extLst>
              <a:ext uri="{FF2B5EF4-FFF2-40B4-BE49-F238E27FC236}">
                <a16:creationId xmlns:a16="http://schemas.microsoft.com/office/drawing/2014/main" id="{AB87A8E3-3266-C050-6A29-F3FA2DBD1D41}"/>
              </a:ext>
            </a:extLst>
          </p:cNvPr>
          <p:cNvSpPr txBox="1"/>
          <p:nvPr/>
        </p:nvSpPr>
        <p:spPr>
          <a:xfrm>
            <a:off x="363728" y="262128"/>
            <a:ext cx="10927080" cy="658368"/>
          </a:xfrm>
          <a:prstGeom prst="rect">
            <a:avLst/>
          </a:prstGeom>
          <a:noFill/>
        </p:spPr>
        <p:txBody>
          <a:bodyPr wrap="square" lIns="0" tIns="0" rIns="0" bIns="0" anchor="t">
            <a:noAutofit/>
          </a:bodyPr>
          <a:lstStyle/>
          <a:p>
            <a:pPr>
              <a:lnSpc>
                <a:spcPct val="95000"/>
              </a:lnSpc>
            </a:pPr>
            <a:r>
              <a:rPr lang="en-US" sz="3600">
                <a:solidFill>
                  <a:srgbClr val="131315"/>
                </a:solidFill>
                <a:latin typeface="Neuromax SemBd"/>
              </a:rPr>
              <a:t>BINARY SPACE PARTION</a:t>
            </a:r>
            <a:endParaRPr lang="en-US"/>
          </a:p>
        </p:txBody>
      </p:sp>
      <p:pic>
        <p:nvPicPr>
          <p:cNvPr id="6" name="Picture 5">
            <a:extLst>
              <a:ext uri="{FF2B5EF4-FFF2-40B4-BE49-F238E27FC236}">
                <a16:creationId xmlns:a16="http://schemas.microsoft.com/office/drawing/2014/main" id="{03597248-C279-252A-2B9B-08EC6C74B324}"/>
              </a:ext>
            </a:extLst>
          </p:cNvPr>
          <p:cNvPicPr>
            <a:picLocks noChangeAspect="1"/>
          </p:cNvPicPr>
          <p:nvPr/>
        </p:nvPicPr>
        <p:blipFill>
          <a:blip r:embed="rId3"/>
          <a:stretch>
            <a:fillRect/>
          </a:stretch>
        </p:blipFill>
        <p:spPr>
          <a:xfrm>
            <a:off x="6002020" y="1254125"/>
            <a:ext cx="5715000" cy="3943350"/>
          </a:xfrm>
          <a:prstGeom prst="rect">
            <a:avLst/>
          </a:prstGeom>
        </p:spPr>
      </p:pic>
      <p:pic>
        <p:nvPicPr>
          <p:cNvPr id="7" name="Picture 6">
            <a:extLst>
              <a:ext uri="{FF2B5EF4-FFF2-40B4-BE49-F238E27FC236}">
                <a16:creationId xmlns:a16="http://schemas.microsoft.com/office/drawing/2014/main" id="{03DACDB2-3EDD-0779-DB2F-18AD28D542F6}"/>
              </a:ext>
            </a:extLst>
          </p:cNvPr>
          <p:cNvPicPr>
            <a:picLocks noChangeAspect="1"/>
          </p:cNvPicPr>
          <p:nvPr/>
        </p:nvPicPr>
        <p:blipFill>
          <a:blip r:embed="rId4"/>
          <a:stretch>
            <a:fillRect/>
          </a:stretch>
        </p:blipFill>
        <p:spPr>
          <a:xfrm>
            <a:off x="107950" y="1718310"/>
            <a:ext cx="5422900" cy="2679700"/>
          </a:xfrm>
          <a:prstGeom prst="rect">
            <a:avLst/>
          </a:prstGeom>
        </p:spPr>
      </p:pic>
    </p:spTree>
    <p:extLst>
      <p:ext uri="{BB962C8B-B14F-4D97-AF65-F5344CB8AC3E}">
        <p14:creationId xmlns:p14="http://schemas.microsoft.com/office/powerpoint/2010/main" val="468754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160528" y="119888"/>
            <a:ext cx="10927080" cy="658368"/>
          </a:xfrm>
          <a:prstGeom prst="rect">
            <a:avLst/>
          </a:prstGeom>
          <a:noFill/>
        </p:spPr>
        <p:txBody>
          <a:bodyPr wrap="square" lIns="0" tIns="0" rIns="0" bIns="0" anchor="t">
            <a:noAutofit/>
          </a:bodyPr>
          <a:lstStyle/>
          <a:p>
            <a:pPr>
              <a:lnSpc>
                <a:spcPct val="95000"/>
              </a:lnSpc>
            </a:pPr>
            <a:r>
              <a:rPr sz="3600" b="0" i="0">
                <a:solidFill>
                  <a:srgbClr val="131315"/>
                </a:solidFill>
                <a:latin typeface="Neuromax SemBd"/>
              </a:rPr>
              <a:t>RECORRER EL ÁRBOL, </a:t>
            </a:r>
            <a:r>
              <a:rPr lang="en-US" sz="3600">
                <a:solidFill>
                  <a:srgbClr val="131315"/>
                </a:solidFill>
                <a:latin typeface="Neuromax SemBd"/>
              </a:rPr>
              <a:t>PARA </a:t>
            </a:r>
            <a:r>
              <a:rPr sz="3600" b="0" i="0">
                <a:solidFill>
                  <a:srgbClr val="131315"/>
                </a:solidFill>
                <a:latin typeface="Neuromax SemBd"/>
              </a:rPr>
              <a:t>DIBUJAR EN ORDEN</a:t>
            </a:r>
          </a:p>
        </p:txBody>
      </p:sp>
      <p:sp>
        <p:nvSpPr>
          <p:cNvPr id="6" name="TextBox 5"/>
          <p:cNvSpPr txBox="1"/>
          <p:nvPr/>
        </p:nvSpPr>
        <p:spPr>
          <a:xfrm>
            <a:off x="160528" y="703072"/>
            <a:ext cx="10927080" cy="347472"/>
          </a:xfrm>
          <a:prstGeom prst="rect">
            <a:avLst/>
          </a:prstGeom>
          <a:noFill/>
        </p:spPr>
        <p:txBody>
          <a:bodyPr wrap="square" lIns="0" tIns="0" rIns="0" bIns="0" anchor="t">
            <a:noAutofit/>
          </a:bodyPr>
          <a:lstStyle/>
          <a:p>
            <a:r>
              <a:rPr sz="1600" b="0" i="0" dirty="0">
                <a:solidFill>
                  <a:srgbClr val="4F5361"/>
                </a:solidFill>
                <a:latin typeface="Neuromax"/>
              </a:rPr>
              <a:t>La </a:t>
            </a:r>
            <a:r>
              <a:rPr lang="en-US" sz="1600" dirty="0" err="1">
                <a:solidFill>
                  <a:srgbClr val="4F5361"/>
                </a:solidFill>
                <a:latin typeface="Neuromax"/>
              </a:rPr>
              <a:t>posicion</a:t>
            </a:r>
            <a:r>
              <a:rPr lang="en-US" sz="1600" dirty="0">
                <a:solidFill>
                  <a:srgbClr val="4F5361"/>
                </a:solidFill>
                <a:latin typeface="Neuromax"/>
              </a:rPr>
              <a:t> de la </a:t>
            </a:r>
            <a:r>
              <a:rPr lang="en-US" sz="1600" dirty="0" err="1">
                <a:solidFill>
                  <a:srgbClr val="4F5361"/>
                </a:solidFill>
                <a:latin typeface="Neuromax"/>
              </a:rPr>
              <a:t>cámara</a:t>
            </a:r>
            <a:r>
              <a:rPr sz="1600" b="0" i="0" dirty="0">
                <a:solidFill>
                  <a:srgbClr val="4F5361"/>
                </a:solidFill>
                <a:latin typeface="Neuromax"/>
              </a:rPr>
              <a:t> decide </a:t>
            </a:r>
            <a:r>
              <a:rPr sz="1600" b="0" i="0" dirty="0" err="1">
                <a:solidFill>
                  <a:srgbClr val="4F5361"/>
                </a:solidFill>
                <a:latin typeface="Neuromax"/>
              </a:rPr>
              <a:t>por</a:t>
            </a:r>
            <a:r>
              <a:rPr sz="1600" b="0" i="0" dirty="0">
                <a:solidFill>
                  <a:srgbClr val="4F5361"/>
                </a:solidFill>
                <a:latin typeface="Neuromax"/>
              </a:rPr>
              <a:t> </a:t>
            </a:r>
            <a:r>
              <a:rPr sz="1600" b="0" i="0" dirty="0" err="1">
                <a:solidFill>
                  <a:srgbClr val="4F5361"/>
                </a:solidFill>
                <a:latin typeface="Neuromax"/>
              </a:rPr>
              <a:t>dónde</a:t>
            </a:r>
            <a:r>
              <a:rPr sz="1600" b="0" i="0" dirty="0">
                <a:solidFill>
                  <a:srgbClr val="4F5361"/>
                </a:solidFill>
                <a:latin typeface="Neuromax"/>
              </a:rPr>
              <a:t> </a:t>
            </a:r>
            <a:r>
              <a:rPr sz="1600" b="0" i="0" dirty="0" err="1">
                <a:solidFill>
                  <a:srgbClr val="4F5361"/>
                </a:solidFill>
                <a:latin typeface="Neuromax"/>
              </a:rPr>
              <a:t>empezar</a:t>
            </a:r>
            <a:r>
              <a:rPr sz="1600" b="0" i="0" dirty="0">
                <a:solidFill>
                  <a:srgbClr val="4F5361"/>
                </a:solidFill>
                <a:latin typeface="Neuromax"/>
              </a:rPr>
              <a:t>; el árbol </a:t>
            </a:r>
            <a:r>
              <a:rPr sz="1600" b="0" i="0" dirty="0" err="1">
                <a:solidFill>
                  <a:srgbClr val="4F5361"/>
                </a:solidFill>
                <a:latin typeface="Neuromax"/>
              </a:rPr>
              <a:t>entrega</a:t>
            </a:r>
            <a:r>
              <a:rPr sz="1600" b="0" i="0" dirty="0">
                <a:solidFill>
                  <a:srgbClr val="4F5361"/>
                </a:solidFill>
                <a:latin typeface="Neuromax"/>
              </a:rPr>
              <a:t> las </a:t>
            </a:r>
            <a:r>
              <a:rPr sz="1600" b="0" i="0" dirty="0" err="1">
                <a:solidFill>
                  <a:srgbClr val="4F5361"/>
                </a:solidFill>
                <a:latin typeface="Neuromax"/>
              </a:rPr>
              <a:t>paredes</a:t>
            </a:r>
            <a:r>
              <a:rPr sz="1600" b="0" i="0" dirty="0">
                <a:solidFill>
                  <a:srgbClr val="4F5361"/>
                </a:solidFill>
                <a:latin typeface="Neuromax"/>
              </a:rPr>
              <a:t> de </a:t>
            </a:r>
            <a:r>
              <a:rPr sz="1600" b="0" i="0" dirty="0" err="1">
                <a:solidFill>
                  <a:srgbClr val="4F5361"/>
                </a:solidFill>
                <a:latin typeface="Neuromax"/>
              </a:rPr>
              <a:t>cerca</a:t>
            </a:r>
            <a:r>
              <a:rPr sz="1600" b="0" i="0" dirty="0">
                <a:solidFill>
                  <a:srgbClr val="4F5361"/>
                </a:solidFill>
                <a:latin typeface="Neuromax"/>
              </a:rPr>
              <a:t> a </a:t>
            </a:r>
            <a:r>
              <a:rPr sz="1600" b="0" i="0" dirty="0" err="1">
                <a:solidFill>
                  <a:srgbClr val="4F5361"/>
                </a:solidFill>
                <a:latin typeface="Neuromax"/>
              </a:rPr>
              <a:t>lejos</a:t>
            </a:r>
            <a:r>
              <a:rPr sz="1600" b="0" i="0" dirty="0">
                <a:solidFill>
                  <a:srgbClr val="4F5361"/>
                </a:solidFill>
                <a:latin typeface="Neuromax"/>
              </a:rPr>
              <a:t>.</a:t>
            </a:r>
          </a:p>
        </p:txBody>
      </p:sp>
      <p:sp>
        <p:nvSpPr>
          <p:cNvPr id="7" name="Rectangle 6"/>
          <p:cNvSpPr/>
          <p:nvPr/>
        </p:nvSpPr>
        <p:spPr>
          <a:xfrm>
            <a:off x="292608" y="1534160"/>
            <a:ext cx="64008" cy="64008"/>
          </a:xfrm>
          <a:prstGeom prst="rect">
            <a:avLst/>
          </a:prstGeom>
          <a:solidFill>
            <a:srgbClr val="F08A3C"/>
          </a:solidFill>
          <a:ln>
            <a:noFill/>
          </a:ln>
          <a:effectLst/>
        </p:spPr>
        <p:txBody>
          <a:bodyPr rtlCol="0" anchor="ctr"/>
          <a:lstStyle/>
          <a:p>
            <a:pPr algn="ctr"/>
            <a:endParaRPr sz="2000"/>
          </a:p>
        </p:txBody>
      </p:sp>
      <p:sp>
        <p:nvSpPr>
          <p:cNvPr id="8" name="TextBox 7"/>
          <p:cNvSpPr txBox="1"/>
          <p:nvPr/>
        </p:nvSpPr>
        <p:spPr>
          <a:xfrm>
            <a:off x="457200" y="1461008"/>
            <a:ext cx="3447288" cy="73152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En cada nodo, Doom mira de qué lado está la cámara y recorre primero ese lado.</a:t>
            </a:r>
          </a:p>
        </p:txBody>
      </p:sp>
      <p:sp>
        <p:nvSpPr>
          <p:cNvPr id="9" name="Rectangle 8"/>
          <p:cNvSpPr/>
          <p:nvPr/>
        </p:nvSpPr>
        <p:spPr>
          <a:xfrm>
            <a:off x="292608" y="2265680"/>
            <a:ext cx="64008" cy="64008"/>
          </a:xfrm>
          <a:prstGeom prst="rect">
            <a:avLst/>
          </a:prstGeom>
          <a:solidFill>
            <a:srgbClr val="F08A3C"/>
          </a:solidFill>
          <a:ln>
            <a:noFill/>
          </a:ln>
          <a:effectLst/>
        </p:spPr>
        <p:txBody>
          <a:bodyPr rtlCol="0" anchor="ctr"/>
          <a:lstStyle/>
          <a:p>
            <a:pPr algn="ctr"/>
            <a:endParaRPr sz="2000"/>
          </a:p>
        </p:txBody>
      </p:sp>
      <p:sp>
        <p:nvSpPr>
          <p:cNvPr id="10" name="TextBox 9"/>
          <p:cNvSpPr txBox="1"/>
          <p:nvPr/>
        </p:nvSpPr>
        <p:spPr>
          <a:xfrm>
            <a:off x="457200" y="2192528"/>
            <a:ext cx="3447288" cy="73152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Dibuja las paredes de cerca a lejos y recorta lo que ya está tapado. No necesita z-buffer.</a:t>
            </a:r>
          </a:p>
        </p:txBody>
      </p:sp>
      <p:sp>
        <p:nvSpPr>
          <p:cNvPr id="11" name="Rectangle 10"/>
          <p:cNvSpPr/>
          <p:nvPr/>
        </p:nvSpPr>
        <p:spPr>
          <a:xfrm>
            <a:off x="292608" y="2997200"/>
            <a:ext cx="64008" cy="64008"/>
          </a:xfrm>
          <a:prstGeom prst="rect">
            <a:avLst/>
          </a:prstGeom>
          <a:solidFill>
            <a:srgbClr val="F08A3C"/>
          </a:solidFill>
          <a:ln>
            <a:noFill/>
          </a:ln>
          <a:effectLst/>
        </p:spPr>
        <p:txBody>
          <a:bodyPr rtlCol="0" anchor="ctr"/>
          <a:lstStyle/>
          <a:p>
            <a:pPr algn="ctr"/>
            <a:endParaRPr sz="2000"/>
          </a:p>
        </p:txBody>
      </p:sp>
      <p:sp>
        <p:nvSpPr>
          <p:cNvPr id="12" name="TextBox 11"/>
          <p:cNvSpPr txBox="1"/>
          <p:nvPr/>
        </p:nvSpPr>
        <p:spPr>
          <a:xfrm>
            <a:off x="457200" y="2924048"/>
            <a:ext cx="3447288" cy="73152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El mismo árbol sirve para colisiones y para saber en qué zona está el jugador.</a:t>
            </a:r>
          </a:p>
        </p:txBody>
      </p:sp>
      <p:sp>
        <p:nvSpPr>
          <p:cNvPr id="13" name="Rectangle 12"/>
          <p:cNvSpPr/>
          <p:nvPr/>
        </p:nvSpPr>
        <p:spPr>
          <a:xfrm>
            <a:off x="566928" y="3977639"/>
            <a:ext cx="3611880" cy="1097280"/>
          </a:xfrm>
          <a:prstGeom prst="rect">
            <a:avLst/>
          </a:prstGeom>
          <a:solidFill>
            <a:srgbClr val="FFFFFF"/>
          </a:solidFill>
          <a:ln>
            <a:noFill/>
          </a:ln>
          <a:effectLst/>
        </p:spPr>
        <p:txBody>
          <a:bodyPr rtlCol="0" anchor="ctr"/>
          <a:lstStyle/>
          <a:p>
            <a:pPr algn="ctr"/>
            <a:endParaRPr/>
          </a:p>
        </p:txBody>
      </p:sp>
      <p:sp>
        <p:nvSpPr>
          <p:cNvPr id="14" name="Rectangle 13"/>
          <p:cNvSpPr/>
          <p:nvPr/>
        </p:nvSpPr>
        <p:spPr>
          <a:xfrm>
            <a:off x="566928" y="3977639"/>
            <a:ext cx="64008" cy="1097280"/>
          </a:xfrm>
          <a:prstGeom prst="rect">
            <a:avLst/>
          </a:prstGeom>
          <a:solidFill>
            <a:srgbClr val="E8386D"/>
          </a:solidFill>
          <a:ln>
            <a:noFill/>
          </a:ln>
          <a:effectLst/>
        </p:spPr>
        <p:txBody>
          <a:bodyPr rtlCol="0" anchor="ctr"/>
          <a:lstStyle/>
          <a:p>
            <a:pPr algn="ctr"/>
            <a:endParaRPr/>
          </a:p>
        </p:txBody>
      </p:sp>
      <p:sp>
        <p:nvSpPr>
          <p:cNvPr id="15" name="TextBox 14"/>
          <p:cNvSpPr txBox="1"/>
          <p:nvPr/>
        </p:nvSpPr>
        <p:spPr>
          <a:xfrm>
            <a:off x="786384" y="4096512"/>
            <a:ext cx="320040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E8386D"/>
                </a:solidFill>
                <a:latin typeface="Neuromax SemBd"/>
              </a:rPr>
              <a:t>SIN Z-BUFFER</a:t>
            </a:r>
            <a:endParaRPr lang="en-US" sz="1200" b="0" i="0">
              <a:solidFill>
                <a:srgbClr val="E8386D"/>
              </a:solidFill>
              <a:latin typeface="Neuromax SemBd"/>
            </a:endParaRPr>
          </a:p>
        </p:txBody>
      </p:sp>
      <p:sp>
        <p:nvSpPr>
          <p:cNvPr id="16" name="TextBox 15"/>
          <p:cNvSpPr txBox="1"/>
          <p:nvPr/>
        </p:nvSpPr>
        <p:spPr>
          <a:xfrm>
            <a:off x="786384" y="4404360"/>
            <a:ext cx="3154680" cy="502920"/>
          </a:xfrm>
          <a:prstGeom prst="rect">
            <a:avLst/>
          </a:prstGeom>
          <a:noFill/>
        </p:spPr>
        <p:txBody>
          <a:bodyPr wrap="square" lIns="0" tIns="0" rIns="0" bIns="0" anchor="t">
            <a:noAutofit/>
          </a:bodyPr>
          <a:lstStyle/>
          <a:p>
            <a:r>
              <a:rPr sz="1400" b="0" i="0" dirty="0">
                <a:solidFill>
                  <a:srgbClr val="4F5361"/>
                </a:solidFill>
                <a:latin typeface="Neuromax"/>
              </a:rPr>
              <a:t>El árbol no </a:t>
            </a:r>
            <a:r>
              <a:rPr sz="1400" b="0" i="0" dirty="0" err="1">
                <a:solidFill>
                  <a:srgbClr val="4F5361"/>
                </a:solidFill>
                <a:latin typeface="Neuromax"/>
              </a:rPr>
              <a:t>guarda</a:t>
            </a:r>
            <a:r>
              <a:rPr sz="1400" b="0" i="0" dirty="0">
                <a:solidFill>
                  <a:srgbClr val="4F5361"/>
                </a:solidFill>
                <a:latin typeface="Neuromax"/>
              </a:rPr>
              <a:t> </a:t>
            </a:r>
            <a:r>
              <a:rPr sz="1400" b="0" i="0" dirty="0" err="1">
                <a:solidFill>
                  <a:srgbClr val="4F5361"/>
                </a:solidFill>
                <a:latin typeface="Neuromax"/>
              </a:rPr>
              <a:t>píxeles</a:t>
            </a:r>
            <a:r>
              <a:rPr sz="1400" b="0" i="0" dirty="0">
                <a:solidFill>
                  <a:srgbClr val="4F5361"/>
                </a:solidFill>
                <a:latin typeface="Neuromax"/>
              </a:rPr>
              <a:t>: </a:t>
            </a:r>
            <a:endParaRPr lang="en-US" sz="1400" dirty="0">
              <a:solidFill>
                <a:srgbClr val="4F5361"/>
              </a:solidFill>
              <a:latin typeface="Neuromax"/>
            </a:endParaRPr>
          </a:p>
          <a:p>
            <a:pPr algn="l">
              <a:lnSpc>
                <a:spcPct val="100000"/>
              </a:lnSpc>
              <a:spcBef>
                <a:spcPts val="0"/>
              </a:spcBef>
              <a:spcAft>
                <a:spcPts val="0"/>
              </a:spcAft>
            </a:pPr>
            <a:r>
              <a:rPr sz="1400" b="0" i="0" dirty="0" err="1">
                <a:solidFill>
                  <a:srgbClr val="4F5361"/>
                </a:solidFill>
                <a:latin typeface="Neuromax"/>
              </a:rPr>
              <a:t>guarda</a:t>
            </a:r>
            <a:r>
              <a:rPr sz="1400" b="0" i="0" dirty="0">
                <a:solidFill>
                  <a:srgbClr val="4F5361"/>
                </a:solidFill>
                <a:latin typeface="Neuromax"/>
              </a:rPr>
              <a:t> el </a:t>
            </a:r>
            <a:r>
              <a:rPr sz="1400" b="0" i="0" dirty="0" err="1">
                <a:solidFill>
                  <a:srgbClr val="4F5361"/>
                </a:solidFill>
                <a:latin typeface="Neuromax"/>
              </a:rPr>
              <a:t>orden</a:t>
            </a:r>
            <a:r>
              <a:rPr sz="1400" b="0" i="0" dirty="0">
                <a:solidFill>
                  <a:srgbClr val="4F5361"/>
                </a:solidFill>
                <a:latin typeface="Neuromax"/>
              </a:rPr>
              <a:t> </a:t>
            </a:r>
            <a:r>
              <a:rPr sz="1400" b="0" i="0" dirty="0" err="1">
                <a:solidFill>
                  <a:srgbClr val="4F5361"/>
                </a:solidFill>
                <a:latin typeface="Neuromax"/>
              </a:rPr>
              <a:t>en</a:t>
            </a:r>
            <a:r>
              <a:rPr sz="1400" b="0" i="0" dirty="0">
                <a:solidFill>
                  <a:srgbClr val="4F5361"/>
                </a:solidFill>
                <a:latin typeface="Neuromax"/>
              </a:rPr>
              <a:t> </a:t>
            </a:r>
            <a:r>
              <a:rPr sz="1400" b="0" i="0" dirty="0" err="1">
                <a:solidFill>
                  <a:srgbClr val="4F5361"/>
                </a:solidFill>
                <a:latin typeface="Neuromax"/>
              </a:rPr>
              <a:t>que</a:t>
            </a:r>
            <a:r>
              <a:rPr sz="1400" b="0" i="0" dirty="0">
                <a:solidFill>
                  <a:srgbClr val="4F5361"/>
                </a:solidFill>
                <a:latin typeface="Neuromax"/>
              </a:rPr>
              <a:t> hay </a:t>
            </a:r>
            <a:r>
              <a:rPr sz="1400" b="0" i="0" dirty="0" err="1">
                <a:solidFill>
                  <a:srgbClr val="4F5361"/>
                </a:solidFill>
                <a:latin typeface="Neuromax"/>
              </a:rPr>
              <a:t>que</a:t>
            </a:r>
            <a:r>
              <a:rPr sz="1400" b="0" i="0" dirty="0">
                <a:solidFill>
                  <a:srgbClr val="4F5361"/>
                </a:solidFill>
                <a:latin typeface="Neuromax"/>
              </a:rPr>
              <a:t> </a:t>
            </a:r>
            <a:r>
              <a:rPr sz="1400" b="0" i="0" dirty="0" err="1">
                <a:solidFill>
                  <a:srgbClr val="4F5361"/>
                </a:solidFill>
                <a:latin typeface="Neuromax"/>
              </a:rPr>
              <a:t>dibujarlos</a:t>
            </a:r>
            <a:r>
              <a:rPr sz="1400" b="0" i="0" dirty="0">
                <a:solidFill>
                  <a:srgbClr val="4F5361"/>
                </a:solidFill>
                <a:latin typeface="Neuromax"/>
              </a:rPr>
              <a:t>.</a:t>
            </a:r>
            <a:endParaRPr lang="en-US" sz="1400" b="0" i="0">
              <a:solidFill>
                <a:srgbClr val="4F5361"/>
              </a:solidFill>
              <a:latin typeface="Neuromax"/>
            </a:endParaRPr>
          </a:p>
        </p:txBody>
      </p:sp>
      <p:pic>
        <p:nvPicPr>
          <p:cNvPr id="18" name="Picture 17" descr="bsp_recorrido.png"/>
          <p:cNvPicPr>
            <a:picLocks noChangeAspect="1"/>
          </p:cNvPicPr>
          <p:nvPr/>
        </p:nvPicPr>
        <p:blipFill>
          <a:blip r:embed="rId4"/>
          <a:stretch>
            <a:fillRect/>
          </a:stretch>
        </p:blipFill>
        <p:spPr>
          <a:xfrm>
            <a:off x="4307840" y="1355362"/>
            <a:ext cx="7701280" cy="3712427"/>
          </a:xfrm>
          <a:prstGeom prst="rect">
            <a:avLst/>
          </a:prstGeom>
        </p:spPr>
      </p:pic>
      <p:sp>
        <p:nvSpPr>
          <p:cNvPr id="19" name="Rectangle 18"/>
          <p:cNvSpPr/>
          <p:nvPr/>
        </p:nvSpPr>
        <p:spPr>
          <a:xfrm>
            <a:off x="502920" y="5650992"/>
            <a:ext cx="10213848" cy="457200"/>
          </a:xfrm>
          <a:prstGeom prst="rect">
            <a:avLst/>
          </a:prstGeom>
          <a:solidFill>
            <a:srgbClr val="FFFFFF"/>
          </a:solidFill>
          <a:ln>
            <a:noFill/>
          </a:ln>
          <a:effectLst/>
        </p:spPr>
        <p:txBody>
          <a:bodyPr rtlCol="0" anchor="ctr"/>
          <a:lstStyle/>
          <a:p>
            <a:pPr algn="ctr"/>
            <a:endParaRPr/>
          </a:p>
        </p:txBody>
      </p:sp>
      <p:sp>
        <p:nvSpPr>
          <p:cNvPr id="20" name="TextBox 19"/>
          <p:cNvSpPr txBox="1"/>
          <p:nvPr/>
        </p:nvSpPr>
        <p:spPr>
          <a:xfrm>
            <a:off x="3195320" y="5750560"/>
            <a:ext cx="4947920" cy="256032"/>
          </a:xfrm>
          <a:prstGeom prst="rect">
            <a:avLst/>
          </a:prstGeom>
          <a:noFill/>
        </p:spPr>
        <p:txBody>
          <a:bodyPr wrap="square" lIns="0" tIns="0" rIns="0" bIns="0" anchor="t">
            <a:noAutofit/>
          </a:bodyPr>
          <a:lstStyle/>
          <a:p>
            <a:pPr algn="l">
              <a:lnSpc>
                <a:spcPct val="100000"/>
              </a:lnSpc>
              <a:spcBef>
                <a:spcPts val="0"/>
              </a:spcBef>
              <a:spcAft>
                <a:spcPts val="0"/>
              </a:spcAft>
            </a:pPr>
            <a:r>
              <a:rPr sz="1400" b="0" i="0" dirty="0">
                <a:solidFill>
                  <a:srgbClr val="4F5361"/>
                </a:solidFill>
                <a:latin typeface="Neuromax"/>
              </a:rPr>
              <a:t>Orden 1 a 7: primero la zona de la </a:t>
            </a:r>
            <a:r>
              <a:rPr sz="1400" b="0" i="0" dirty="0" err="1">
                <a:solidFill>
                  <a:srgbClr val="4F5361"/>
                </a:solidFill>
                <a:latin typeface="Neuromax"/>
              </a:rPr>
              <a:t>cámara</a:t>
            </a:r>
            <a:r>
              <a:rPr sz="1400" b="0" i="0" dirty="0">
                <a:solidFill>
                  <a:srgbClr val="4F5361"/>
                </a:solidFill>
                <a:latin typeface="Neuromax"/>
              </a:rPr>
              <a:t>; al final, la </a:t>
            </a:r>
            <a:r>
              <a:rPr sz="1400" b="0" i="0" dirty="0" err="1">
                <a:solidFill>
                  <a:srgbClr val="4F5361"/>
                </a:solidFill>
                <a:latin typeface="Neuromax"/>
              </a:rPr>
              <a:t>más</a:t>
            </a:r>
            <a:r>
              <a:rPr sz="1400" b="0" i="0" dirty="0">
                <a:solidFill>
                  <a:srgbClr val="4F5361"/>
                </a:solidFill>
                <a:latin typeface="Neuromax"/>
              </a:rPr>
              <a:t> </a:t>
            </a:r>
            <a:r>
              <a:rPr sz="1400" b="0" i="0" dirty="0" err="1">
                <a:solidFill>
                  <a:srgbClr val="4F5361"/>
                </a:solidFill>
                <a:latin typeface="Neuromax"/>
              </a:rPr>
              <a:t>lejana</a:t>
            </a:r>
            <a:r>
              <a:rPr sz="1400" b="0" i="0" dirty="0">
                <a:solidFill>
                  <a:srgbClr val="4F5361"/>
                </a:solidFill>
                <a:latin typeface="Neuromax"/>
              </a:rPr>
              <a:t>.</a:t>
            </a:r>
            <a:endParaRPr lang="en-US" sz="1400" b="0" i="0">
              <a:solidFill>
                <a:srgbClr val="4F5361"/>
              </a:solidFill>
              <a:latin typeface="Neuromax"/>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g.png">
            <a:extLst>
              <a:ext uri="{FF2B5EF4-FFF2-40B4-BE49-F238E27FC236}">
                <a16:creationId xmlns:a16="http://schemas.microsoft.com/office/drawing/2014/main" id="{155D1D0B-C697-FEAC-721F-E64D8261A369}"/>
              </a:ext>
            </a:extLst>
          </p:cNvPr>
          <p:cNvPicPr>
            <a:picLocks noChangeAspect="1"/>
          </p:cNvPicPr>
          <p:nvPr/>
        </p:nvPicPr>
        <p:blipFill>
          <a:blip r:embed="rId3"/>
          <a:stretch>
            <a:fillRect/>
          </a:stretch>
        </p:blipFill>
        <p:spPr>
          <a:xfrm>
            <a:off x="0" y="0"/>
            <a:ext cx="12191695" cy="6858000"/>
          </a:xfrm>
          <a:prstGeom prst="rect">
            <a:avLst/>
          </a:prstGeom>
        </p:spPr>
      </p:pic>
      <p:pic>
        <p:nvPicPr>
          <p:cNvPr id="5" name="Picture 4" descr="cloud-low.png">
            <a:extLst>
              <a:ext uri="{FF2B5EF4-FFF2-40B4-BE49-F238E27FC236}">
                <a16:creationId xmlns:a16="http://schemas.microsoft.com/office/drawing/2014/main" id="{29AF05B9-EFE6-25D4-BEA8-305635FC379A}"/>
              </a:ext>
            </a:extLst>
          </p:cNvPr>
          <p:cNvPicPr>
            <a:picLocks noChangeAspect="1"/>
          </p:cNvPicPr>
          <p:nvPr/>
        </p:nvPicPr>
        <p:blipFill>
          <a:blip r:embed="rId4"/>
          <a:stretch>
            <a:fillRect/>
          </a:stretch>
        </p:blipFill>
        <p:spPr>
          <a:xfrm>
            <a:off x="479883" y="405455"/>
            <a:ext cx="1280160" cy="530352"/>
          </a:xfrm>
          <a:prstGeom prst="rect">
            <a:avLst/>
          </a:prstGeom>
        </p:spPr>
      </p:pic>
      <p:sp>
        <p:nvSpPr>
          <p:cNvPr id="7" name="TextBox 6">
            <a:extLst>
              <a:ext uri="{FF2B5EF4-FFF2-40B4-BE49-F238E27FC236}">
                <a16:creationId xmlns:a16="http://schemas.microsoft.com/office/drawing/2014/main" id="{89A23D52-6A7D-83E0-78D2-C115830ADCBA}"/>
              </a:ext>
            </a:extLst>
          </p:cNvPr>
          <p:cNvSpPr txBox="1"/>
          <p:nvPr/>
        </p:nvSpPr>
        <p:spPr>
          <a:xfrm>
            <a:off x="251968" y="1897888"/>
            <a:ext cx="3865880" cy="658368"/>
          </a:xfrm>
          <a:prstGeom prst="rect">
            <a:avLst/>
          </a:prstGeom>
          <a:noFill/>
        </p:spPr>
        <p:txBody>
          <a:bodyPr wrap="square" lIns="0" tIns="0" rIns="0" bIns="0" anchor="t">
            <a:noAutofit/>
          </a:bodyPr>
          <a:lstStyle/>
          <a:p>
            <a:pPr>
              <a:lnSpc>
                <a:spcPct val="95000"/>
              </a:lnSpc>
            </a:pPr>
            <a:r>
              <a:rPr lang="en-US" sz="3200">
                <a:solidFill>
                  <a:srgbClr val="131315"/>
                </a:solidFill>
                <a:latin typeface="Neuromax SemBd"/>
              </a:rPr>
              <a:t>BSP EN</a:t>
            </a:r>
            <a:br>
              <a:rPr lang="en-US" sz="3200" dirty="0">
                <a:solidFill>
                  <a:srgbClr val="131315"/>
                </a:solidFill>
                <a:latin typeface="Neuromax SemBd"/>
              </a:rPr>
            </a:br>
            <a:r>
              <a:rPr lang="en-US" sz="3200">
                <a:solidFill>
                  <a:srgbClr val="131315"/>
                </a:solidFill>
                <a:latin typeface="Neuromax SemBd"/>
              </a:rPr>
              <a:t>ACCION</a:t>
            </a:r>
          </a:p>
        </p:txBody>
      </p:sp>
      <p:pic>
        <p:nvPicPr>
          <p:cNvPr id="8" name="Online Media 7" title="DOOM under the hood">
            <a:hlinkClick r:id="" action="ppaction://noaction"/>
            <a:extLst>
              <a:ext uri="{FF2B5EF4-FFF2-40B4-BE49-F238E27FC236}">
                <a16:creationId xmlns:a16="http://schemas.microsoft.com/office/drawing/2014/main" id="{42B58DC5-0B56-747C-5AD3-08B2A5294CAB}"/>
              </a:ext>
            </a:extLst>
          </p:cNvPr>
          <p:cNvPicPr>
            <a:picLocks noRot="1" noChangeAspect="1"/>
          </p:cNvPicPr>
          <p:nvPr>
            <a:videoFile r:link="rId1"/>
          </p:nvPr>
        </p:nvPicPr>
        <p:blipFill>
          <a:blip r:embed="rId5"/>
          <a:stretch>
            <a:fillRect/>
          </a:stretch>
        </p:blipFill>
        <p:spPr>
          <a:xfrm>
            <a:off x="2240651" y="405442"/>
            <a:ext cx="9710738" cy="5486400"/>
          </a:xfrm>
          <a:prstGeom prst="rect">
            <a:avLst/>
          </a:prstGeom>
        </p:spPr>
      </p:pic>
    </p:spTree>
    <p:extLst>
      <p:ext uri="{BB962C8B-B14F-4D97-AF65-F5344CB8AC3E}">
        <p14:creationId xmlns:p14="http://schemas.microsoft.com/office/powerpoint/2010/main" val="106819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566928" y="896112"/>
            <a:ext cx="1828800" cy="914400"/>
          </a:xfrm>
          <a:prstGeom prst="rect">
            <a:avLst/>
          </a:prstGeom>
          <a:noFill/>
        </p:spPr>
        <p:txBody>
          <a:bodyPr wrap="square" lIns="0" tIns="0" rIns="0" bIns="0" anchor="t">
            <a:noAutofit/>
          </a:bodyPr>
          <a:lstStyle/>
          <a:p>
            <a:pPr algn="l">
              <a:lnSpc>
                <a:spcPct val="100000"/>
              </a:lnSpc>
              <a:spcBef>
                <a:spcPts val="0"/>
              </a:spcBef>
              <a:spcAft>
                <a:spcPts val="0"/>
              </a:spcAft>
            </a:pPr>
            <a:r>
              <a:rPr sz="6000" b="0" i="0">
                <a:solidFill>
                  <a:srgbClr val="F08A3C"/>
                </a:solidFill>
                <a:latin typeface="Neuromax SemBd"/>
              </a:rPr>
              <a:t>03</a:t>
            </a:r>
          </a:p>
        </p:txBody>
      </p:sp>
      <p:sp>
        <p:nvSpPr>
          <p:cNvPr id="6" name="TextBox 5"/>
          <p:cNvSpPr txBox="1"/>
          <p:nvPr/>
        </p:nvSpPr>
        <p:spPr>
          <a:xfrm>
            <a:off x="566928" y="1755648"/>
            <a:ext cx="6766560" cy="1463040"/>
          </a:xfrm>
          <a:prstGeom prst="rect">
            <a:avLst/>
          </a:prstGeom>
          <a:noFill/>
        </p:spPr>
        <p:txBody>
          <a:bodyPr wrap="square" lIns="0" tIns="0" rIns="0" bIns="0" anchor="t">
            <a:noAutofit/>
          </a:bodyPr>
          <a:lstStyle/>
          <a:p>
            <a:pPr algn="l">
              <a:lnSpc>
                <a:spcPct val="95000"/>
              </a:lnSpc>
              <a:spcBef>
                <a:spcPts val="0"/>
              </a:spcBef>
              <a:spcAft>
                <a:spcPts val="0"/>
              </a:spcAft>
            </a:pPr>
            <a:r>
              <a:rPr sz="4800" b="0" i="0">
                <a:solidFill>
                  <a:srgbClr val="131315"/>
                </a:solidFill>
                <a:latin typeface="Neuromax SemBd"/>
              </a:rPr>
              <a:t>RAÍZ CUADRADA</a:t>
            </a:r>
          </a:p>
          <a:p>
            <a:pPr algn="l">
              <a:lnSpc>
                <a:spcPct val="95000"/>
              </a:lnSpc>
              <a:spcBef>
                <a:spcPts val="0"/>
              </a:spcBef>
              <a:spcAft>
                <a:spcPts val="0"/>
              </a:spcAft>
            </a:pPr>
            <a:r>
              <a:rPr sz="4800" b="0" i="0">
                <a:solidFill>
                  <a:srgbClr val="131315"/>
                </a:solidFill>
                <a:latin typeface="Neuromax SemBd"/>
              </a:rPr>
              <a:t>INVERSA</a:t>
            </a:r>
          </a:p>
        </p:txBody>
      </p:sp>
      <p:sp>
        <p:nvSpPr>
          <p:cNvPr id="7" name="Rectangle 6"/>
          <p:cNvSpPr/>
          <p:nvPr/>
        </p:nvSpPr>
        <p:spPr>
          <a:xfrm>
            <a:off x="566928" y="3520440"/>
            <a:ext cx="2011680" cy="64008"/>
          </a:xfrm>
          <a:prstGeom prst="rect">
            <a:avLst/>
          </a:prstGeom>
          <a:solidFill>
            <a:srgbClr val="F08A3C"/>
          </a:solidFill>
          <a:ln>
            <a:noFill/>
          </a:ln>
          <a:effectLst/>
        </p:spPr>
        <p:txBody>
          <a:bodyPr rtlCol="0" anchor="ctr"/>
          <a:lstStyle/>
          <a:p>
            <a:pPr algn="ctr"/>
            <a:endParaRPr/>
          </a:p>
        </p:txBody>
      </p:sp>
      <p:sp>
        <p:nvSpPr>
          <p:cNvPr id="8" name="TextBox 7"/>
          <p:cNvSpPr txBox="1"/>
          <p:nvPr/>
        </p:nvSpPr>
        <p:spPr>
          <a:xfrm>
            <a:off x="566928" y="3767328"/>
            <a:ext cx="6035040" cy="822960"/>
          </a:xfrm>
          <a:prstGeom prst="rect">
            <a:avLst/>
          </a:prstGeom>
          <a:noFill/>
        </p:spPr>
        <p:txBody>
          <a:bodyPr wrap="square" lIns="0" tIns="0" rIns="0" bIns="0" anchor="t">
            <a:noAutofit/>
          </a:bodyPr>
          <a:lstStyle/>
          <a:p>
            <a:pPr algn="l">
              <a:lnSpc>
                <a:spcPct val="105000"/>
              </a:lnSpc>
              <a:spcBef>
                <a:spcPts val="0"/>
              </a:spcBef>
              <a:spcAft>
                <a:spcPts val="0"/>
              </a:spcAft>
            </a:pPr>
            <a:r>
              <a:rPr sz="1800" b="0" i="0">
                <a:solidFill>
                  <a:srgbClr val="4F5361"/>
                </a:solidFill>
                <a:latin typeface="Neuromax"/>
              </a:rPr>
              <a:t>El truco de bits que se popularizó con Quake III Arena (1999).</a:t>
            </a:r>
          </a:p>
        </p:txBody>
      </p:sp>
      <p:sp>
        <p:nvSpPr>
          <p:cNvPr id="9" name="TextBox 8"/>
          <p:cNvSpPr txBox="1"/>
          <p:nvPr/>
        </p:nvSpPr>
        <p:spPr>
          <a:xfrm>
            <a:off x="566928" y="4255008"/>
            <a:ext cx="6766560" cy="274320"/>
          </a:xfrm>
          <a:prstGeom prst="rect">
            <a:avLst/>
          </a:prstGeom>
          <a:noFill/>
        </p:spPr>
        <p:txBody>
          <a:bodyPr wrap="square" lIns="0" tIns="0" rIns="0" bIns="0" anchor="t">
            <a:noAutofit/>
          </a:bodyPr>
          <a:lstStyle/>
          <a:p>
            <a:r>
              <a:rPr sz="1300" b="0" i="0">
                <a:solidFill>
                  <a:srgbClr val="B45309"/>
                </a:solidFill>
                <a:latin typeface="Neuromax SemBd"/>
              </a:rPr>
              <a:t>QUAKE III · IEEE 754 · NEWTON · </a:t>
            </a:r>
            <a:r>
              <a:rPr lang="en-US" sz="1300">
                <a:solidFill>
                  <a:srgbClr val="B45309"/>
                </a:solidFill>
                <a:latin typeface="Neuromax SemBd"/>
              </a:rPr>
              <a:t>MAGIC NUMBER 0x5F3759DF</a:t>
            </a:r>
            <a:endParaRPr sz="1300" b="0" i="0">
              <a:solidFill>
                <a:srgbClr val="B45309"/>
              </a:solidFill>
              <a:latin typeface="Neuromax SemBd"/>
            </a:endParaRPr>
          </a:p>
        </p:txBody>
      </p:sp>
      <p:pic>
        <p:nvPicPr>
          <p:cNvPr id="10" name="Picture 9" descr="cloud.png"/>
          <p:cNvPicPr>
            <a:picLocks noChangeAspect="1"/>
          </p:cNvPicPr>
          <p:nvPr/>
        </p:nvPicPr>
        <p:blipFill>
          <a:blip r:embed="rId4"/>
          <a:stretch>
            <a:fillRect/>
          </a:stretch>
        </p:blipFill>
        <p:spPr>
          <a:xfrm>
            <a:off x="8741664" y="1005840"/>
            <a:ext cx="1682496" cy="731520"/>
          </a:xfrm>
          <a:prstGeom prst="rect">
            <a:avLst/>
          </a:prstGeom>
        </p:spPr>
      </p:pic>
      <p:pic>
        <p:nvPicPr>
          <p:cNvPr id="11" name="Picture 10" descr="cloud-low.png"/>
          <p:cNvPicPr>
            <a:picLocks noChangeAspect="1"/>
          </p:cNvPicPr>
          <p:nvPr/>
        </p:nvPicPr>
        <p:blipFill>
          <a:blip r:embed="rId5"/>
          <a:stretch>
            <a:fillRect/>
          </a:stretch>
        </p:blipFill>
        <p:spPr>
          <a:xfrm>
            <a:off x="6903720" y="502920"/>
            <a:ext cx="1280160" cy="530352"/>
          </a:xfrm>
          <a:prstGeom prst="rect">
            <a:avLst/>
          </a:prstGeom>
        </p:spPr>
      </p:pic>
      <p:pic>
        <p:nvPicPr>
          <p:cNvPr id="12" name="Picture 11" descr="star.png"/>
          <p:cNvPicPr>
            <a:picLocks noChangeAspect="1"/>
          </p:cNvPicPr>
          <p:nvPr/>
        </p:nvPicPr>
        <p:blipFill>
          <a:blip r:embed="rId6"/>
          <a:stretch>
            <a:fillRect/>
          </a:stretch>
        </p:blipFill>
        <p:spPr>
          <a:xfrm>
            <a:off x="10378440" y="3063240"/>
            <a:ext cx="960120" cy="914400"/>
          </a:xfrm>
          <a:prstGeom prst="rect">
            <a:avLst/>
          </a:prstGeom>
        </p:spPr>
      </p:pic>
      <p:pic>
        <p:nvPicPr>
          <p:cNvPr id="13" name="Picture 12" descr="chest.png"/>
          <p:cNvPicPr>
            <a:picLocks noChangeAspect="1"/>
          </p:cNvPicPr>
          <p:nvPr/>
        </p:nvPicPr>
        <p:blipFill>
          <a:blip r:embed="rId7"/>
          <a:stretch>
            <a:fillRect/>
          </a:stretch>
        </p:blipFill>
        <p:spPr>
          <a:xfrm>
            <a:off x="8732520" y="4526280"/>
            <a:ext cx="2240280" cy="1188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373888" y="140208"/>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NORMALIZAR VECTORES, MILLONES DE VECES</a:t>
            </a:r>
          </a:p>
        </p:txBody>
      </p:sp>
      <p:sp>
        <p:nvSpPr>
          <p:cNvPr id="6" name="TextBox 5"/>
          <p:cNvSpPr txBox="1"/>
          <p:nvPr/>
        </p:nvSpPr>
        <p:spPr>
          <a:xfrm>
            <a:off x="373888" y="71323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Para iluminar, mover la cámara o calcular reflejos, los vectores deben medir 1.</a:t>
            </a:r>
          </a:p>
        </p:txBody>
      </p:sp>
      <p:sp>
        <p:nvSpPr>
          <p:cNvPr id="7" name="Rectangle 6"/>
          <p:cNvSpPr/>
          <p:nvPr/>
        </p:nvSpPr>
        <p:spPr>
          <a:xfrm>
            <a:off x="597408" y="1363472"/>
            <a:ext cx="64008" cy="64008"/>
          </a:xfrm>
          <a:prstGeom prst="rect">
            <a:avLst/>
          </a:prstGeom>
          <a:solidFill>
            <a:srgbClr val="F08A3C"/>
          </a:solidFill>
          <a:ln>
            <a:noFill/>
          </a:ln>
          <a:effectLst/>
        </p:spPr>
        <p:txBody>
          <a:bodyPr rtlCol="0" anchor="ctr"/>
          <a:lstStyle/>
          <a:p>
            <a:pPr algn="ctr"/>
            <a:endParaRPr sz="2000"/>
          </a:p>
        </p:txBody>
      </p:sp>
      <p:sp>
        <p:nvSpPr>
          <p:cNvPr id="8" name="TextBox 7"/>
          <p:cNvSpPr txBox="1"/>
          <p:nvPr/>
        </p:nvSpPr>
        <p:spPr>
          <a:xfrm>
            <a:off x="762000" y="1290320"/>
            <a:ext cx="4087368" cy="603504"/>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4F5361"/>
                </a:solidFill>
                <a:latin typeface="Neuromax"/>
              </a:rPr>
              <a:t>Normalizar un vector es dividirlo por su longitud: v / |v|.</a:t>
            </a:r>
          </a:p>
        </p:txBody>
      </p:sp>
      <p:sp>
        <p:nvSpPr>
          <p:cNvPr id="9" name="Rectangle 8"/>
          <p:cNvSpPr/>
          <p:nvPr/>
        </p:nvSpPr>
        <p:spPr>
          <a:xfrm>
            <a:off x="587248" y="1804416"/>
            <a:ext cx="64008" cy="64008"/>
          </a:xfrm>
          <a:prstGeom prst="rect">
            <a:avLst/>
          </a:prstGeom>
          <a:solidFill>
            <a:srgbClr val="F08A3C"/>
          </a:solidFill>
          <a:ln>
            <a:noFill/>
          </a:ln>
          <a:effectLst/>
        </p:spPr>
        <p:txBody>
          <a:bodyPr rtlCol="0" anchor="ctr"/>
          <a:lstStyle/>
          <a:p>
            <a:pPr algn="ctr"/>
            <a:endParaRPr sz="2000"/>
          </a:p>
        </p:txBody>
      </p:sp>
      <p:sp>
        <p:nvSpPr>
          <p:cNvPr id="10" name="TextBox 9"/>
          <p:cNvSpPr txBox="1"/>
          <p:nvPr/>
        </p:nvSpPr>
        <p:spPr>
          <a:xfrm>
            <a:off x="751840" y="1731264"/>
            <a:ext cx="4087368" cy="603504"/>
          </a:xfrm>
          <a:prstGeom prst="rect">
            <a:avLst/>
          </a:prstGeom>
          <a:noFill/>
        </p:spPr>
        <p:txBody>
          <a:bodyPr wrap="square" lIns="0" tIns="0" rIns="0" bIns="0" anchor="t">
            <a:noAutofit/>
          </a:bodyPr>
          <a:lstStyle/>
          <a:p>
            <a:pPr>
              <a:lnSpc>
                <a:spcPct val="102000"/>
              </a:lnSpc>
            </a:pPr>
            <a:r>
              <a:rPr sz="1400" b="0" i="0" dirty="0">
                <a:solidFill>
                  <a:srgbClr val="4F5361"/>
                </a:solidFill>
                <a:latin typeface="Neuromax"/>
              </a:rPr>
              <a:t>La </a:t>
            </a:r>
            <a:r>
              <a:rPr sz="1400" b="0" i="0" dirty="0" err="1">
                <a:solidFill>
                  <a:srgbClr val="4F5361"/>
                </a:solidFill>
                <a:latin typeface="Neuromax"/>
              </a:rPr>
              <a:t>longitud</a:t>
            </a:r>
            <a:r>
              <a:rPr sz="1400" b="0" i="0" dirty="0">
                <a:solidFill>
                  <a:srgbClr val="4F5361"/>
                </a:solidFill>
                <a:latin typeface="Neuromax"/>
              </a:rPr>
              <a:t> </a:t>
            </a:r>
            <a:r>
              <a:rPr sz="1400" b="0" i="0" dirty="0" err="1">
                <a:solidFill>
                  <a:srgbClr val="4F5361"/>
                </a:solidFill>
                <a:latin typeface="Neuromax"/>
              </a:rPr>
              <a:t>usa</a:t>
            </a:r>
            <a:r>
              <a:rPr sz="1400" b="0" i="0" dirty="0">
                <a:solidFill>
                  <a:srgbClr val="4F5361"/>
                </a:solidFill>
                <a:latin typeface="Neuromax"/>
              </a:rPr>
              <a:t> </a:t>
            </a:r>
            <a:r>
              <a:rPr sz="1400" b="0" i="0" dirty="0" err="1">
                <a:solidFill>
                  <a:srgbClr val="4F5361"/>
                </a:solidFill>
                <a:latin typeface="Neuromax"/>
              </a:rPr>
              <a:t>una</a:t>
            </a:r>
            <a:r>
              <a:rPr sz="1400" b="0" i="0" dirty="0">
                <a:solidFill>
                  <a:srgbClr val="4F5361"/>
                </a:solidFill>
                <a:latin typeface="Neuromax"/>
              </a:rPr>
              <a:t> </a:t>
            </a:r>
            <a:r>
              <a:rPr sz="1400" b="0" i="0" dirty="0" err="1">
                <a:solidFill>
                  <a:srgbClr val="4F5361"/>
                </a:solidFill>
                <a:latin typeface="Neuromax"/>
              </a:rPr>
              <a:t>raíz</a:t>
            </a:r>
            <a:r>
              <a:rPr sz="1400" b="0" i="0" dirty="0">
                <a:solidFill>
                  <a:srgbClr val="4F5361"/>
                </a:solidFill>
                <a:latin typeface="Neuromax"/>
              </a:rPr>
              <a:t> </a:t>
            </a:r>
            <a:r>
              <a:rPr sz="1400" b="0" i="0" dirty="0" err="1">
                <a:solidFill>
                  <a:srgbClr val="4F5361"/>
                </a:solidFill>
                <a:latin typeface="Neuromax"/>
              </a:rPr>
              <a:t>cuadrada</a:t>
            </a:r>
            <a:r>
              <a:rPr sz="1400" b="0" i="0" dirty="0">
                <a:solidFill>
                  <a:srgbClr val="4F5361"/>
                </a:solidFill>
                <a:latin typeface="Neuromax"/>
              </a:rPr>
              <a:t>; para </a:t>
            </a:r>
            <a:r>
              <a:rPr sz="1400" b="0" i="0" dirty="0" err="1">
                <a:solidFill>
                  <a:srgbClr val="4F5361"/>
                </a:solidFill>
                <a:latin typeface="Neuromax"/>
              </a:rPr>
              <a:t>normalizar</a:t>
            </a:r>
            <a:r>
              <a:rPr sz="1400" b="0" i="0" dirty="0">
                <a:solidFill>
                  <a:srgbClr val="4F5361"/>
                </a:solidFill>
                <a:latin typeface="Neuromax"/>
              </a:rPr>
              <a:t> </a:t>
            </a:r>
            <a:r>
              <a:rPr sz="1400" b="0" i="0" dirty="0" err="1">
                <a:solidFill>
                  <a:srgbClr val="4F5361"/>
                </a:solidFill>
                <a:latin typeface="Neuromax"/>
              </a:rPr>
              <a:t>hace</a:t>
            </a:r>
            <a:r>
              <a:rPr sz="1400" b="0" i="0" dirty="0">
                <a:solidFill>
                  <a:srgbClr val="4F5361"/>
                </a:solidFill>
                <a:latin typeface="Neuromax"/>
              </a:rPr>
              <a:t> </a:t>
            </a:r>
            <a:r>
              <a:rPr sz="1400" b="0" i="0" dirty="0" err="1">
                <a:solidFill>
                  <a:srgbClr val="4F5361"/>
                </a:solidFill>
                <a:latin typeface="Neuromax"/>
              </a:rPr>
              <a:t>falta</a:t>
            </a:r>
            <a:r>
              <a:rPr sz="1400" b="0" i="0" dirty="0">
                <a:solidFill>
                  <a:srgbClr val="4F5361"/>
                </a:solidFill>
                <a:latin typeface="Neuromax"/>
              </a:rPr>
              <a:t> </a:t>
            </a:r>
            <a:r>
              <a:rPr lang="en-US" sz="1400" dirty="0" err="1">
                <a:solidFill>
                  <a:srgbClr val="4F5361"/>
                </a:solidFill>
                <a:latin typeface="Neuromax"/>
              </a:rPr>
              <a:t>calcular</a:t>
            </a:r>
            <a:r>
              <a:rPr lang="en-US" sz="1400" dirty="0">
                <a:solidFill>
                  <a:srgbClr val="4F5361"/>
                </a:solidFill>
                <a:latin typeface="Neuromax"/>
              </a:rPr>
              <a:t> </a:t>
            </a:r>
            <a:r>
              <a:rPr lang="en-US" sz="1400" b="1" dirty="0">
                <a:solidFill>
                  <a:srgbClr val="4F5361"/>
                </a:solidFill>
                <a:latin typeface="Neuromax"/>
              </a:rPr>
              <a:t>1</a:t>
            </a:r>
            <a:r>
              <a:rPr sz="1400" b="1" i="0" dirty="0">
                <a:solidFill>
                  <a:srgbClr val="4F5361"/>
                </a:solidFill>
                <a:latin typeface="Neuromax"/>
              </a:rPr>
              <a:t>/√x</a:t>
            </a:r>
            <a:r>
              <a:rPr sz="1400" b="0" i="0" dirty="0">
                <a:solidFill>
                  <a:srgbClr val="4F5361"/>
                </a:solidFill>
                <a:latin typeface="Neuromax"/>
              </a:rPr>
              <a:t>.</a:t>
            </a:r>
          </a:p>
        </p:txBody>
      </p:sp>
      <p:sp>
        <p:nvSpPr>
          <p:cNvPr id="11" name="Rectangle 10"/>
          <p:cNvSpPr/>
          <p:nvPr/>
        </p:nvSpPr>
        <p:spPr>
          <a:xfrm>
            <a:off x="587248" y="2407920"/>
            <a:ext cx="64008" cy="64008"/>
          </a:xfrm>
          <a:prstGeom prst="rect">
            <a:avLst/>
          </a:prstGeom>
          <a:solidFill>
            <a:srgbClr val="F08A3C"/>
          </a:solidFill>
          <a:ln>
            <a:noFill/>
          </a:ln>
          <a:effectLst/>
        </p:spPr>
        <p:txBody>
          <a:bodyPr rtlCol="0" anchor="ctr"/>
          <a:lstStyle/>
          <a:p>
            <a:pPr algn="ctr"/>
            <a:endParaRPr sz="2000"/>
          </a:p>
        </p:txBody>
      </p:sp>
      <p:sp>
        <p:nvSpPr>
          <p:cNvPr id="12" name="TextBox 11"/>
          <p:cNvSpPr txBox="1"/>
          <p:nvPr/>
        </p:nvSpPr>
        <p:spPr>
          <a:xfrm>
            <a:off x="751840" y="2334768"/>
            <a:ext cx="4087368" cy="603504"/>
          </a:xfrm>
          <a:prstGeom prst="rect">
            <a:avLst/>
          </a:prstGeom>
          <a:noFill/>
        </p:spPr>
        <p:txBody>
          <a:bodyPr wrap="square" lIns="0" tIns="0" rIns="0" bIns="0" anchor="t">
            <a:noAutofit/>
          </a:bodyPr>
          <a:lstStyle/>
          <a:p>
            <a:pPr>
              <a:lnSpc>
                <a:spcPct val="102000"/>
              </a:lnSpc>
            </a:pPr>
            <a:r>
              <a:rPr lang="en-US" sz="1400" dirty="0">
                <a:solidFill>
                  <a:srgbClr val="4F5361"/>
                </a:solidFill>
                <a:latin typeface="Neuromax"/>
              </a:rPr>
              <a:t>Una</a:t>
            </a:r>
            <a:r>
              <a:rPr sz="1400" b="0" i="0" dirty="0">
                <a:solidFill>
                  <a:srgbClr val="4F5361"/>
                </a:solidFill>
                <a:latin typeface="Neuromax"/>
              </a:rPr>
              <a:t> </a:t>
            </a:r>
            <a:r>
              <a:rPr sz="1400" b="0" i="0" dirty="0" err="1">
                <a:solidFill>
                  <a:srgbClr val="4F5361"/>
                </a:solidFill>
                <a:latin typeface="Neuromax"/>
              </a:rPr>
              <a:t>raíz</a:t>
            </a:r>
            <a:r>
              <a:rPr sz="1400" b="0" i="0" dirty="0">
                <a:solidFill>
                  <a:srgbClr val="4F5361"/>
                </a:solidFill>
                <a:latin typeface="Neuromax"/>
              </a:rPr>
              <a:t> y </a:t>
            </a:r>
            <a:r>
              <a:rPr sz="1400" b="0" i="0" dirty="0" err="1">
                <a:solidFill>
                  <a:srgbClr val="4F5361"/>
                </a:solidFill>
                <a:latin typeface="Neuromax"/>
              </a:rPr>
              <a:t>una</a:t>
            </a:r>
            <a:r>
              <a:rPr sz="1400" b="0" i="0" dirty="0">
                <a:solidFill>
                  <a:srgbClr val="4F5361"/>
                </a:solidFill>
                <a:latin typeface="Neuromax"/>
              </a:rPr>
              <a:t> </a:t>
            </a:r>
            <a:r>
              <a:rPr sz="1400" b="0" i="0" dirty="0" err="1">
                <a:solidFill>
                  <a:srgbClr val="4F5361"/>
                </a:solidFill>
                <a:latin typeface="Neuromax"/>
              </a:rPr>
              <a:t>división</a:t>
            </a:r>
            <a:r>
              <a:rPr lang="en-US" sz="1400" dirty="0">
                <a:solidFill>
                  <a:srgbClr val="4F5361"/>
                </a:solidFill>
                <a:latin typeface="Neuromax"/>
              </a:rPr>
              <a:t> son</a:t>
            </a:r>
            <a:r>
              <a:rPr lang="en-US" sz="1400" b="0" i="0" dirty="0">
                <a:solidFill>
                  <a:srgbClr val="4F5361"/>
                </a:solidFill>
                <a:latin typeface="Neuromax"/>
              </a:rPr>
              <a:t> </a:t>
            </a:r>
            <a:r>
              <a:rPr lang="en-US" sz="1400" dirty="0" err="1">
                <a:solidFill>
                  <a:srgbClr val="4F5361"/>
                </a:solidFill>
                <a:latin typeface="Neuromax"/>
              </a:rPr>
              <a:t>operaciones</a:t>
            </a:r>
            <a:r>
              <a:rPr lang="en-US" sz="1400" dirty="0">
                <a:solidFill>
                  <a:srgbClr val="4F5361"/>
                </a:solidFill>
                <a:latin typeface="Neuromax"/>
              </a:rPr>
              <a:t> </a:t>
            </a:r>
            <a:r>
              <a:rPr sz="1400" b="0" i="0" dirty="0" err="1">
                <a:solidFill>
                  <a:srgbClr val="4F5361"/>
                </a:solidFill>
                <a:latin typeface="Neuromax"/>
              </a:rPr>
              <a:t>caras</a:t>
            </a:r>
            <a:r>
              <a:rPr lang="en-US" sz="1400" dirty="0">
                <a:solidFill>
                  <a:srgbClr val="4F5361"/>
                </a:solidFill>
                <a:latin typeface="Neuromax"/>
              </a:rPr>
              <a:t>,</a:t>
            </a:r>
            <a:r>
              <a:rPr sz="1400" b="0" i="0" dirty="0">
                <a:solidFill>
                  <a:srgbClr val="4F5361"/>
                </a:solidFill>
                <a:latin typeface="Neuromax"/>
              </a:rPr>
              <a:t> </a:t>
            </a:r>
            <a:r>
              <a:rPr sz="1400" b="0" i="0" dirty="0" err="1">
                <a:solidFill>
                  <a:srgbClr val="4F5361"/>
                </a:solidFill>
                <a:latin typeface="Neuromax"/>
              </a:rPr>
              <a:t>sumar</a:t>
            </a:r>
            <a:r>
              <a:rPr sz="1400" b="0" i="0" dirty="0">
                <a:solidFill>
                  <a:srgbClr val="4F5361"/>
                </a:solidFill>
                <a:latin typeface="Neuromax"/>
              </a:rPr>
              <a:t> </a:t>
            </a:r>
            <a:r>
              <a:rPr lang="en-US" sz="1400" dirty="0">
                <a:solidFill>
                  <a:srgbClr val="4F5361"/>
                </a:solidFill>
                <a:latin typeface="Neuromax"/>
              </a:rPr>
              <a:t>y </a:t>
            </a:r>
            <a:r>
              <a:rPr sz="1400" b="0" i="0" dirty="0" err="1">
                <a:solidFill>
                  <a:srgbClr val="4F5361"/>
                </a:solidFill>
                <a:latin typeface="Neuromax"/>
              </a:rPr>
              <a:t>multiplicar</a:t>
            </a:r>
            <a:r>
              <a:rPr lang="en-US" sz="1400" dirty="0">
                <a:solidFill>
                  <a:srgbClr val="4F5361"/>
                </a:solidFill>
                <a:latin typeface="Neuromax"/>
              </a:rPr>
              <a:t> son </a:t>
            </a:r>
            <a:r>
              <a:rPr lang="en-US" sz="1400" dirty="0" err="1">
                <a:solidFill>
                  <a:srgbClr val="4F5361"/>
                </a:solidFill>
                <a:latin typeface="Neuromax"/>
              </a:rPr>
              <a:t>operaciones</a:t>
            </a:r>
            <a:r>
              <a:rPr lang="en-US" sz="1400" dirty="0">
                <a:solidFill>
                  <a:srgbClr val="4F5361"/>
                </a:solidFill>
                <a:latin typeface="Neuromax"/>
              </a:rPr>
              <a:t> mas </a:t>
            </a:r>
            <a:r>
              <a:rPr lang="en-US" sz="1400" dirty="0" err="1">
                <a:solidFill>
                  <a:srgbClr val="4F5361"/>
                </a:solidFill>
                <a:latin typeface="Neuromax"/>
              </a:rPr>
              <a:t>baratas</a:t>
            </a:r>
            <a:endParaRPr sz="1400" b="0" i="0" dirty="0" err="1">
              <a:solidFill>
                <a:srgbClr val="4F5361"/>
              </a:solidFill>
              <a:latin typeface="Neuromax"/>
            </a:endParaRPr>
          </a:p>
        </p:txBody>
      </p:sp>
      <p:sp>
        <p:nvSpPr>
          <p:cNvPr id="13" name="Rectangle 12"/>
          <p:cNvSpPr/>
          <p:nvPr/>
        </p:nvSpPr>
        <p:spPr>
          <a:xfrm>
            <a:off x="587248" y="3052064"/>
            <a:ext cx="64008" cy="64008"/>
          </a:xfrm>
          <a:prstGeom prst="rect">
            <a:avLst/>
          </a:prstGeom>
          <a:solidFill>
            <a:srgbClr val="F08A3C"/>
          </a:solidFill>
          <a:ln>
            <a:noFill/>
          </a:ln>
          <a:effectLst/>
        </p:spPr>
        <p:txBody>
          <a:bodyPr rtlCol="0" anchor="ctr"/>
          <a:lstStyle/>
          <a:p>
            <a:pPr algn="ctr"/>
            <a:endParaRPr sz="2000"/>
          </a:p>
        </p:txBody>
      </p:sp>
      <p:sp>
        <p:nvSpPr>
          <p:cNvPr id="14" name="TextBox 13"/>
          <p:cNvSpPr txBox="1"/>
          <p:nvPr/>
        </p:nvSpPr>
        <p:spPr>
          <a:xfrm>
            <a:off x="751840" y="2978912"/>
            <a:ext cx="4087368" cy="603504"/>
          </a:xfrm>
          <a:prstGeom prst="rect">
            <a:avLst/>
          </a:prstGeom>
          <a:noFill/>
        </p:spPr>
        <p:txBody>
          <a:bodyPr wrap="square" lIns="0" tIns="0" rIns="0" bIns="0" anchor="t">
            <a:noAutofit/>
          </a:bodyPr>
          <a:lstStyle/>
          <a:p>
            <a:pPr>
              <a:lnSpc>
                <a:spcPct val="102000"/>
              </a:lnSpc>
            </a:pPr>
            <a:r>
              <a:rPr sz="1400" b="0" i="0" dirty="0">
                <a:solidFill>
                  <a:srgbClr val="4F5361"/>
                </a:solidFill>
                <a:latin typeface="Neuromax"/>
              </a:rPr>
              <a:t>Quake III </a:t>
            </a:r>
            <a:r>
              <a:rPr lang="en-US" sz="1400" dirty="0" err="1">
                <a:solidFill>
                  <a:srgbClr val="4F5361"/>
                </a:solidFill>
                <a:latin typeface="Neuromax"/>
              </a:rPr>
              <a:t>necesitaba</a:t>
            </a:r>
            <a:r>
              <a:rPr lang="en-US" sz="1400" dirty="0">
                <a:solidFill>
                  <a:srgbClr val="4F5361"/>
                </a:solidFill>
                <a:latin typeface="Neuromax"/>
              </a:rPr>
              <a:t> </a:t>
            </a:r>
            <a:r>
              <a:rPr lang="en-US" sz="1400" dirty="0" err="1">
                <a:solidFill>
                  <a:srgbClr val="4F5361"/>
                </a:solidFill>
                <a:latin typeface="Neuromax"/>
              </a:rPr>
              <a:t>normalizar</a:t>
            </a:r>
            <a:r>
              <a:rPr lang="en-US" sz="1400" dirty="0">
                <a:solidFill>
                  <a:srgbClr val="4F5361"/>
                </a:solidFill>
                <a:latin typeface="Neuromax"/>
              </a:rPr>
              <a:t> </a:t>
            </a:r>
            <a:r>
              <a:rPr sz="1400" b="0" i="0" dirty="0" err="1">
                <a:solidFill>
                  <a:srgbClr val="4F5361"/>
                </a:solidFill>
                <a:latin typeface="Neuromax"/>
              </a:rPr>
              <a:t>en</a:t>
            </a:r>
            <a:r>
              <a:rPr sz="1400" b="0" i="0" dirty="0">
                <a:solidFill>
                  <a:srgbClr val="4F5361"/>
                </a:solidFill>
                <a:latin typeface="Neuromax"/>
              </a:rPr>
              <a:t> el </a:t>
            </a:r>
            <a:r>
              <a:rPr sz="1400" b="0" i="0" dirty="0" err="1">
                <a:solidFill>
                  <a:srgbClr val="4F5361"/>
                </a:solidFill>
                <a:latin typeface="Neuromax"/>
              </a:rPr>
              <a:t>bucle</a:t>
            </a:r>
            <a:r>
              <a:rPr sz="1400" b="0" i="0" dirty="0">
                <a:solidFill>
                  <a:srgbClr val="4F5361"/>
                </a:solidFill>
                <a:latin typeface="Neuromax"/>
              </a:rPr>
              <a:t> </a:t>
            </a:r>
            <a:r>
              <a:rPr sz="1400" b="0" i="0" dirty="0" err="1">
                <a:solidFill>
                  <a:srgbClr val="4F5361"/>
                </a:solidFill>
                <a:latin typeface="Neuromax"/>
              </a:rPr>
              <a:t>interno</a:t>
            </a:r>
            <a:r>
              <a:rPr sz="1400" b="0" i="0" dirty="0">
                <a:solidFill>
                  <a:srgbClr val="4F5361"/>
                </a:solidFill>
                <a:latin typeface="Neuromax"/>
              </a:rPr>
              <a:t>, </a:t>
            </a:r>
            <a:r>
              <a:rPr sz="1400" b="0" i="0" dirty="0" err="1">
                <a:solidFill>
                  <a:srgbClr val="4F5361"/>
                </a:solidFill>
                <a:latin typeface="Neuromax"/>
              </a:rPr>
              <a:t>muchas</a:t>
            </a:r>
            <a:r>
              <a:rPr sz="1400" b="0" i="0" dirty="0">
                <a:solidFill>
                  <a:srgbClr val="4F5361"/>
                </a:solidFill>
                <a:latin typeface="Neuromax"/>
              </a:rPr>
              <a:t> </a:t>
            </a:r>
            <a:r>
              <a:rPr sz="1400" b="0" i="0" dirty="0" err="1">
                <a:solidFill>
                  <a:srgbClr val="4F5361"/>
                </a:solidFill>
                <a:latin typeface="Neuromax"/>
              </a:rPr>
              <a:t>veces</a:t>
            </a:r>
            <a:r>
              <a:rPr sz="1400" b="0" i="0" dirty="0">
                <a:solidFill>
                  <a:srgbClr val="4F5361"/>
                </a:solidFill>
                <a:latin typeface="Neuromax"/>
              </a:rPr>
              <a:t> </a:t>
            </a:r>
            <a:r>
              <a:rPr sz="1400" b="0" i="0" dirty="0" err="1">
                <a:solidFill>
                  <a:srgbClr val="4F5361"/>
                </a:solidFill>
                <a:latin typeface="Neuromax"/>
              </a:rPr>
              <a:t>por</a:t>
            </a:r>
            <a:r>
              <a:rPr sz="1400" b="0" i="0" dirty="0">
                <a:solidFill>
                  <a:srgbClr val="4F5361"/>
                </a:solidFill>
                <a:latin typeface="Neuromax"/>
              </a:rPr>
              <a:t> </a:t>
            </a:r>
            <a:r>
              <a:rPr sz="1400" b="0" i="0" dirty="0" err="1">
                <a:solidFill>
                  <a:srgbClr val="4F5361"/>
                </a:solidFill>
                <a:latin typeface="Neuromax"/>
              </a:rPr>
              <a:t>fotograma</a:t>
            </a:r>
            <a:r>
              <a:rPr sz="1400" b="0" i="0" dirty="0">
                <a:solidFill>
                  <a:srgbClr val="4F5361"/>
                </a:solidFill>
                <a:latin typeface="Neuromax"/>
              </a:rPr>
              <a:t>.</a:t>
            </a:r>
          </a:p>
        </p:txBody>
      </p:sp>
      <p:pic>
        <p:nvPicPr>
          <p:cNvPr id="15" name="Picture 14" descr="quake3.png"/>
          <p:cNvPicPr>
            <a:picLocks noChangeAspect="1"/>
          </p:cNvPicPr>
          <p:nvPr/>
        </p:nvPicPr>
        <p:blipFill>
          <a:blip r:embed="rId4"/>
          <a:srcRect t="65" b="65"/>
          <a:stretch>
            <a:fillRect/>
          </a:stretch>
        </p:blipFill>
        <p:spPr>
          <a:xfrm>
            <a:off x="1440688" y="3738879"/>
            <a:ext cx="2331720" cy="1746504"/>
          </a:xfrm>
          <a:prstGeom prst="rect">
            <a:avLst/>
          </a:prstGeom>
          <a:ln w="17780">
            <a:solidFill>
              <a:srgbClr val="FFFFFF"/>
            </a:solidFill>
          </a:ln>
        </p:spPr>
      </p:pic>
      <p:pic>
        <p:nvPicPr>
          <p:cNvPr id="18" name="Picture 17" descr="vector_unitario.png"/>
          <p:cNvPicPr>
            <a:picLocks noChangeAspect="1"/>
          </p:cNvPicPr>
          <p:nvPr/>
        </p:nvPicPr>
        <p:blipFill>
          <a:blip r:embed="rId5"/>
          <a:srcRect l="14380" r="15137"/>
          <a:stretch>
            <a:fillRect/>
          </a:stretch>
        </p:blipFill>
        <p:spPr>
          <a:xfrm>
            <a:off x="5836920" y="1189029"/>
            <a:ext cx="4930482" cy="4227973"/>
          </a:xfrm>
          <a:prstGeom prst="rect">
            <a:avLst/>
          </a:prstGeom>
        </p:spPr>
      </p:pic>
      <p:sp>
        <p:nvSpPr>
          <p:cNvPr id="19" name="Rectangle 18"/>
          <p:cNvSpPr/>
          <p:nvPr/>
        </p:nvSpPr>
        <p:spPr>
          <a:xfrm>
            <a:off x="716280" y="5833872"/>
            <a:ext cx="10213848" cy="457200"/>
          </a:xfrm>
          <a:prstGeom prst="rect">
            <a:avLst/>
          </a:prstGeom>
          <a:solidFill>
            <a:srgbClr val="FFFFFF"/>
          </a:solidFill>
          <a:ln>
            <a:noFill/>
          </a:ln>
          <a:effectLst/>
        </p:spPr>
        <p:txBody>
          <a:bodyPr rtlCol="0" anchor="ctr"/>
          <a:lstStyle/>
          <a:p>
            <a:pPr algn="ctr"/>
            <a:endParaRPr/>
          </a:p>
        </p:txBody>
      </p:sp>
      <p:sp>
        <p:nvSpPr>
          <p:cNvPr id="20" name="TextBox 19"/>
          <p:cNvSpPr txBox="1"/>
          <p:nvPr/>
        </p:nvSpPr>
        <p:spPr>
          <a:xfrm>
            <a:off x="2545080" y="5984240"/>
            <a:ext cx="6939280" cy="144272"/>
          </a:xfrm>
          <a:prstGeom prst="rect">
            <a:avLst/>
          </a:prstGeom>
          <a:noFill/>
        </p:spPr>
        <p:txBody>
          <a:bodyPr wrap="square" lIns="0" tIns="0" rIns="0" bIns="0" anchor="t">
            <a:noAutofit/>
          </a:bodyPr>
          <a:lstStyle/>
          <a:p>
            <a:pPr algn="l">
              <a:lnSpc>
                <a:spcPct val="100000"/>
              </a:lnSpc>
              <a:spcBef>
                <a:spcPts val="0"/>
              </a:spcBef>
              <a:spcAft>
                <a:spcPts val="0"/>
              </a:spcAft>
            </a:pPr>
            <a:r>
              <a:rPr sz="1600" b="1" i="0" dirty="0" err="1">
                <a:solidFill>
                  <a:srgbClr val="4F5361"/>
                </a:solidFill>
                <a:latin typeface="Neuromax"/>
              </a:rPr>
              <a:t>Normalizar</a:t>
            </a:r>
            <a:r>
              <a:rPr sz="1600" b="1" i="0" dirty="0">
                <a:solidFill>
                  <a:srgbClr val="4F5361"/>
                </a:solidFill>
                <a:latin typeface="Neuromax"/>
              </a:rPr>
              <a:t> un vector es </a:t>
            </a:r>
            <a:r>
              <a:rPr sz="1600" b="1" i="0" dirty="0" err="1">
                <a:solidFill>
                  <a:srgbClr val="4F5361"/>
                </a:solidFill>
                <a:latin typeface="Neuromax"/>
              </a:rPr>
              <a:t>hacer</a:t>
            </a:r>
            <a:r>
              <a:rPr sz="1600" b="1" i="0" dirty="0">
                <a:solidFill>
                  <a:srgbClr val="4F5361"/>
                </a:solidFill>
                <a:latin typeface="Neuromax"/>
              </a:rPr>
              <a:t> </a:t>
            </a:r>
            <a:r>
              <a:rPr sz="1600" b="1" i="0" dirty="0" err="1">
                <a:solidFill>
                  <a:srgbClr val="4F5361"/>
                </a:solidFill>
                <a:latin typeface="Neuromax"/>
              </a:rPr>
              <a:t>que</a:t>
            </a:r>
            <a:r>
              <a:rPr sz="1600" b="1" i="0" dirty="0">
                <a:solidFill>
                  <a:srgbClr val="4F5361"/>
                </a:solidFill>
                <a:latin typeface="Neuromax"/>
              </a:rPr>
              <a:t> </a:t>
            </a:r>
            <a:r>
              <a:rPr sz="1600" b="1" i="0" dirty="0" err="1">
                <a:solidFill>
                  <a:srgbClr val="4F5361"/>
                </a:solidFill>
                <a:latin typeface="Neuromax"/>
              </a:rPr>
              <a:t>su</a:t>
            </a:r>
            <a:r>
              <a:rPr sz="1600" b="1" i="0" dirty="0">
                <a:solidFill>
                  <a:srgbClr val="4F5361"/>
                </a:solidFill>
                <a:latin typeface="Neuromax"/>
              </a:rPr>
              <a:t> </a:t>
            </a:r>
            <a:r>
              <a:rPr sz="1600" b="1" i="0" dirty="0" err="1">
                <a:solidFill>
                  <a:srgbClr val="4F5361"/>
                </a:solidFill>
                <a:latin typeface="Neuromax"/>
              </a:rPr>
              <a:t>longitud</a:t>
            </a:r>
            <a:r>
              <a:rPr sz="1600" b="1" i="0" dirty="0">
                <a:solidFill>
                  <a:srgbClr val="4F5361"/>
                </a:solidFill>
                <a:latin typeface="Neuromax"/>
              </a:rPr>
              <a:t> sea 1, sin </a:t>
            </a:r>
            <a:r>
              <a:rPr sz="1600" b="1" i="0" dirty="0" err="1">
                <a:solidFill>
                  <a:srgbClr val="4F5361"/>
                </a:solidFill>
                <a:latin typeface="Neuromax"/>
              </a:rPr>
              <a:t>cambiar</a:t>
            </a:r>
            <a:r>
              <a:rPr sz="1600" b="1" i="0" dirty="0">
                <a:solidFill>
                  <a:srgbClr val="4F5361"/>
                </a:solidFill>
                <a:latin typeface="Neuromax"/>
              </a:rPr>
              <a:t> </a:t>
            </a:r>
            <a:r>
              <a:rPr sz="1600" b="1" i="0" dirty="0" err="1">
                <a:solidFill>
                  <a:srgbClr val="4F5361"/>
                </a:solidFill>
                <a:latin typeface="Neuromax"/>
              </a:rPr>
              <a:t>su</a:t>
            </a:r>
            <a:r>
              <a:rPr sz="1600" b="1" i="0" dirty="0">
                <a:solidFill>
                  <a:srgbClr val="4F5361"/>
                </a:solidFill>
                <a:latin typeface="Neuromax"/>
              </a:rPr>
              <a:t> </a:t>
            </a:r>
            <a:r>
              <a:rPr sz="1600" b="1" i="0" dirty="0" err="1">
                <a:solidFill>
                  <a:srgbClr val="4F5361"/>
                </a:solidFill>
                <a:latin typeface="Neuromax"/>
              </a:rPr>
              <a:t>dirección</a:t>
            </a:r>
            <a:r>
              <a:rPr sz="1600" b="1" i="0" dirty="0">
                <a:solidFill>
                  <a:srgbClr val="4F5361"/>
                </a:solidFill>
                <a:latin typeface="Neuromax"/>
              </a:rPr>
              <a:t>.</a:t>
            </a:r>
            <a:endParaRPr lang="en-US" sz="1600" b="1" i="0" dirty="0">
              <a:solidFill>
                <a:srgbClr val="4F5361"/>
              </a:solidFill>
              <a:latin typeface="Neuromax"/>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384048" y="109728"/>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EL CÓDIGO</a:t>
            </a:r>
          </a:p>
        </p:txBody>
      </p:sp>
      <p:sp>
        <p:nvSpPr>
          <p:cNvPr id="6" name="TextBox 5"/>
          <p:cNvSpPr txBox="1"/>
          <p:nvPr/>
        </p:nvSpPr>
        <p:spPr>
          <a:xfrm>
            <a:off x="384048" y="77419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Una función de C que estima 1/√x con bits y una corrección de Newton.</a:t>
            </a:r>
          </a:p>
        </p:txBody>
      </p:sp>
      <p:pic>
        <p:nvPicPr>
          <p:cNvPr id="8" name="Picture 7" descr="code_rsqrt.png"/>
          <p:cNvPicPr>
            <a:picLocks noChangeAspect="1"/>
          </p:cNvPicPr>
          <p:nvPr/>
        </p:nvPicPr>
        <p:blipFill>
          <a:blip r:embed="rId4"/>
          <a:stretch>
            <a:fillRect/>
          </a:stretch>
        </p:blipFill>
        <p:spPr>
          <a:xfrm>
            <a:off x="831752" y="1609344"/>
            <a:ext cx="5194495" cy="3858768"/>
          </a:xfrm>
          <a:prstGeom prst="rect">
            <a:avLst/>
          </a:prstGeom>
        </p:spPr>
      </p:pic>
      <p:sp>
        <p:nvSpPr>
          <p:cNvPr id="11" name="TextBox 10"/>
          <p:cNvSpPr txBox="1"/>
          <p:nvPr/>
        </p:nvSpPr>
        <p:spPr>
          <a:xfrm>
            <a:off x="6516969" y="1985168"/>
            <a:ext cx="411480" cy="219456"/>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B45309"/>
                </a:solidFill>
                <a:latin typeface="Neuromax SemBd"/>
              </a:rPr>
              <a:t>01</a:t>
            </a:r>
          </a:p>
        </p:txBody>
      </p:sp>
      <p:sp>
        <p:nvSpPr>
          <p:cNvPr id="12" name="TextBox 11"/>
          <p:cNvSpPr txBox="1"/>
          <p:nvPr/>
        </p:nvSpPr>
        <p:spPr>
          <a:xfrm>
            <a:off x="6955881" y="1966880"/>
            <a:ext cx="4526280" cy="256032"/>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131315"/>
                </a:solidFill>
                <a:latin typeface="Neuromax SemBd"/>
              </a:rPr>
              <a:t>LEER LOS BITS</a:t>
            </a:r>
          </a:p>
        </p:txBody>
      </p:sp>
      <p:sp>
        <p:nvSpPr>
          <p:cNvPr id="13" name="TextBox 12"/>
          <p:cNvSpPr txBox="1"/>
          <p:nvPr/>
        </p:nvSpPr>
        <p:spPr>
          <a:xfrm>
            <a:off x="7006202" y="2295431"/>
            <a:ext cx="4526280" cy="566928"/>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4F5361"/>
                </a:solidFill>
                <a:latin typeface="Neuromax"/>
              </a:rPr>
              <a:t>memcpy copia el float a un entero de 32 bits. No cambia el número: cambia cómo lo miramos.</a:t>
            </a:r>
          </a:p>
        </p:txBody>
      </p:sp>
      <p:sp>
        <p:nvSpPr>
          <p:cNvPr id="14" name="TextBox 13"/>
          <p:cNvSpPr txBox="1"/>
          <p:nvPr/>
        </p:nvSpPr>
        <p:spPr>
          <a:xfrm>
            <a:off x="6516969" y="3027584"/>
            <a:ext cx="411480" cy="219456"/>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B45309"/>
                </a:solidFill>
                <a:latin typeface="Neuromax SemBd"/>
              </a:rPr>
              <a:t>02</a:t>
            </a:r>
          </a:p>
        </p:txBody>
      </p:sp>
      <p:sp>
        <p:nvSpPr>
          <p:cNvPr id="15" name="TextBox 14"/>
          <p:cNvSpPr txBox="1"/>
          <p:nvPr/>
        </p:nvSpPr>
        <p:spPr>
          <a:xfrm>
            <a:off x="6955881" y="3009296"/>
            <a:ext cx="4526280" cy="256032"/>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131315"/>
                </a:solidFill>
                <a:latin typeface="Neuromax SemBd"/>
              </a:rPr>
              <a:t>LA CONSTANTE MÁGICA</a:t>
            </a:r>
          </a:p>
        </p:txBody>
      </p:sp>
      <p:sp>
        <p:nvSpPr>
          <p:cNvPr id="16" name="TextBox 15"/>
          <p:cNvSpPr txBox="1"/>
          <p:nvPr/>
        </p:nvSpPr>
        <p:spPr>
          <a:xfrm>
            <a:off x="7006202" y="3337846"/>
            <a:ext cx="4526280" cy="566928"/>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4F5361"/>
                </a:solidFill>
                <a:latin typeface="Neuromax"/>
              </a:rPr>
              <a:t>0x5f3759df - (i &gt;&gt; 1) produce una primera aproximación. Es una resta de enteros, muy barata.</a:t>
            </a:r>
          </a:p>
        </p:txBody>
      </p:sp>
      <p:sp>
        <p:nvSpPr>
          <p:cNvPr id="17" name="TextBox 16"/>
          <p:cNvSpPr txBox="1"/>
          <p:nvPr/>
        </p:nvSpPr>
        <p:spPr>
          <a:xfrm>
            <a:off x="6516969" y="4069999"/>
            <a:ext cx="411480" cy="219456"/>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B45309"/>
                </a:solidFill>
                <a:latin typeface="Neuromax SemBd"/>
              </a:rPr>
              <a:t>03</a:t>
            </a:r>
          </a:p>
        </p:txBody>
      </p:sp>
      <p:sp>
        <p:nvSpPr>
          <p:cNvPr id="18" name="TextBox 17"/>
          <p:cNvSpPr txBox="1"/>
          <p:nvPr/>
        </p:nvSpPr>
        <p:spPr>
          <a:xfrm>
            <a:off x="6955881" y="4051711"/>
            <a:ext cx="4526280" cy="256032"/>
          </a:xfrm>
          <a:prstGeom prst="rect">
            <a:avLst/>
          </a:prstGeom>
          <a:noFill/>
        </p:spPr>
        <p:txBody>
          <a:bodyPr wrap="square" lIns="0" tIns="0" rIns="0" bIns="0" anchor="t">
            <a:noAutofit/>
          </a:bodyPr>
          <a:lstStyle/>
          <a:p>
            <a:pPr algn="l">
              <a:lnSpc>
                <a:spcPct val="100000"/>
              </a:lnSpc>
              <a:spcBef>
                <a:spcPts val="0"/>
              </a:spcBef>
              <a:spcAft>
                <a:spcPts val="0"/>
              </a:spcAft>
            </a:pPr>
            <a:r>
              <a:rPr b="0" i="0">
                <a:solidFill>
                  <a:srgbClr val="131315"/>
                </a:solidFill>
                <a:latin typeface="Neuromax SemBd"/>
              </a:rPr>
              <a:t>CORREGIR CON NEWTON</a:t>
            </a:r>
          </a:p>
        </p:txBody>
      </p:sp>
      <p:sp>
        <p:nvSpPr>
          <p:cNvPr id="19" name="TextBox 18"/>
          <p:cNvSpPr txBox="1"/>
          <p:nvPr/>
        </p:nvSpPr>
        <p:spPr>
          <a:xfrm>
            <a:off x="7006202" y="4380262"/>
            <a:ext cx="4526280" cy="566928"/>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4F5361"/>
                </a:solidFill>
                <a:latin typeface="Neuromax"/>
              </a:rPr>
              <a:t>Una iteración de Newton ajusta la aproximación. El error baja de 3.4 % a 0.175 %.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272288" y="99568"/>
            <a:ext cx="10927080" cy="658368"/>
          </a:xfrm>
          <a:prstGeom prst="rect">
            <a:avLst/>
          </a:prstGeom>
          <a:noFill/>
        </p:spPr>
        <p:txBody>
          <a:bodyPr wrap="square" lIns="0" tIns="0" rIns="0" bIns="0" anchor="t">
            <a:noAutofit/>
          </a:bodyPr>
          <a:lstStyle/>
          <a:p>
            <a:pPr>
              <a:lnSpc>
                <a:spcPct val="95000"/>
              </a:lnSpc>
            </a:pPr>
            <a:r>
              <a:rPr lang="en-US" sz="3600">
                <a:solidFill>
                  <a:srgbClr val="131315"/>
                </a:solidFill>
                <a:latin typeface="Neuromax SemBd"/>
              </a:rPr>
              <a:t>FAST </a:t>
            </a:r>
            <a:r>
              <a:rPr lang="en-US" sz="3600" dirty="0">
                <a:solidFill>
                  <a:srgbClr val="131315"/>
                </a:solidFill>
                <a:latin typeface="Neuromax SemBd"/>
              </a:rPr>
              <a:t>INVERSE SQUARE ROOT</a:t>
            </a:r>
            <a:endParaRPr lang="en-US" sz="3600" b="0" i="0" dirty="0">
              <a:solidFill>
                <a:srgbClr val="131315"/>
              </a:solidFill>
              <a:latin typeface="Neuromax SemBd"/>
            </a:endParaRPr>
          </a:p>
        </p:txBody>
      </p:sp>
      <p:sp>
        <p:nvSpPr>
          <p:cNvPr id="6" name="TextBox 5"/>
          <p:cNvSpPr txBox="1"/>
          <p:nvPr/>
        </p:nvSpPr>
        <p:spPr>
          <a:xfrm>
            <a:off x="272288" y="65227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Leer bits, aplicar la constante y corregir: tres ideas detrás de una función de C.</a:t>
            </a:r>
          </a:p>
        </p:txBody>
      </p:sp>
      <p:pic>
        <p:nvPicPr>
          <p:cNvPr id="8" name="Picture 7" descr="rsqrt_pipeline.png"/>
          <p:cNvPicPr>
            <a:picLocks noChangeAspect="1"/>
          </p:cNvPicPr>
          <p:nvPr/>
        </p:nvPicPr>
        <p:blipFill>
          <a:blip r:embed="rId4"/>
          <a:stretch>
            <a:fillRect/>
          </a:stretch>
        </p:blipFill>
        <p:spPr>
          <a:xfrm>
            <a:off x="412631" y="1557576"/>
            <a:ext cx="11362426" cy="3082407"/>
          </a:xfrm>
          <a:prstGeom prst="rect">
            <a:avLst/>
          </a:prstGeom>
        </p:spPr>
      </p:pic>
      <p:sp>
        <p:nvSpPr>
          <p:cNvPr id="9" name="TextBox 8"/>
          <p:cNvSpPr txBox="1"/>
          <p:nvPr/>
        </p:nvSpPr>
        <p:spPr>
          <a:xfrm>
            <a:off x="1913741" y="4377158"/>
            <a:ext cx="8366758" cy="256032"/>
          </a:xfrm>
          <a:prstGeom prst="rect">
            <a:avLst/>
          </a:prstGeom>
          <a:noFill/>
        </p:spPr>
        <p:txBody>
          <a:bodyPr wrap="square" lIns="0" tIns="0" rIns="0" bIns="0" anchor="t">
            <a:noAutofit/>
          </a:bodyPr>
          <a:lstStyle/>
          <a:p>
            <a:r>
              <a:rPr sz="1400" b="1" i="0" dirty="0">
                <a:solidFill>
                  <a:srgbClr val="131315"/>
                </a:solidFill>
                <a:latin typeface="Neuromax"/>
              </a:rPr>
              <a:t>Ejemplo con x = 0.25:</a:t>
            </a:r>
            <a:r>
              <a:rPr sz="1400" b="0" i="0" dirty="0">
                <a:solidFill>
                  <a:srgbClr val="131315"/>
                </a:solidFill>
                <a:latin typeface="Neuromax"/>
              </a:rPr>
              <a:t> el valor </a:t>
            </a:r>
            <a:r>
              <a:rPr sz="1400" b="0" i="0" dirty="0" err="1">
                <a:solidFill>
                  <a:srgbClr val="131315"/>
                </a:solidFill>
                <a:latin typeface="Neuromax"/>
              </a:rPr>
              <a:t>exacto</a:t>
            </a:r>
            <a:r>
              <a:rPr sz="1400" b="0" i="0" dirty="0">
                <a:solidFill>
                  <a:srgbClr val="131315"/>
                </a:solidFill>
                <a:latin typeface="Neuromax"/>
              </a:rPr>
              <a:t> es 2.0</a:t>
            </a:r>
            <a:r>
              <a:rPr lang="en-US" sz="1400" dirty="0">
                <a:solidFill>
                  <a:srgbClr val="131315"/>
                </a:solidFill>
                <a:latin typeface="Neuromax"/>
              </a:rPr>
              <a:t>, la </a:t>
            </a:r>
            <a:r>
              <a:rPr lang="en-US" sz="1400" dirty="0" err="1">
                <a:solidFill>
                  <a:srgbClr val="131315"/>
                </a:solidFill>
                <a:latin typeface="Neuromax"/>
              </a:rPr>
              <a:t>implementacion</a:t>
            </a:r>
            <a:r>
              <a:rPr lang="en-US" sz="1400" dirty="0">
                <a:solidFill>
                  <a:srgbClr val="131315"/>
                </a:solidFill>
                <a:latin typeface="Neuromax"/>
              </a:rPr>
              <a:t> de ID Software </a:t>
            </a:r>
            <a:r>
              <a:rPr sz="1400" b="0" i="0" dirty="0" err="1">
                <a:solidFill>
                  <a:srgbClr val="131315"/>
                </a:solidFill>
                <a:latin typeface="Neuromax"/>
              </a:rPr>
              <a:t>devuelve</a:t>
            </a:r>
            <a:r>
              <a:rPr sz="1400" b="0" i="0" dirty="0">
                <a:solidFill>
                  <a:srgbClr val="131315"/>
                </a:solidFill>
                <a:latin typeface="Neuromax"/>
              </a:rPr>
              <a:t> 1.9966 </a:t>
            </a:r>
            <a:r>
              <a:rPr lang="en-US" sz="1400" dirty="0">
                <a:solidFill>
                  <a:srgbClr val="131315"/>
                </a:solidFill>
                <a:latin typeface="Neuromax"/>
              </a:rPr>
              <a:t> </a:t>
            </a:r>
            <a:r>
              <a:rPr sz="1400" b="0" i="0" dirty="0">
                <a:solidFill>
                  <a:srgbClr val="131315"/>
                </a:solidFill>
                <a:latin typeface="Neuromax"/>
              </a:rPr>
              <a:t>(0.17 % de error).</a:t>
            </a:r>
            <a:endParaRPr lang="en-US" sz="1400" b="0" i="0" dirty="0">
              <a:solidFill>
                <a:srgbClr val="131315"/>
              </a:solidFill>
              <a:latin typeface="Neuromax"/>
            </a:endParaRPr>
          </a:p>
        </p:txBody>
      </p:sp>
      <p:sp>
        <p:nvSpPr>
          <p:cNvPr id="10" name="Rectangle 9"/>
          <p:cNvSpPr/>
          <p:nvPr/>
        </p:nvSpPr>
        <p:spPr>
          <a:xfrm>
            <a:off x="502920" y="5650992"/>
            <a:ext cx="10213848" cy="457200"/>
          </a:xfrm>
          <a:prstGeom prst="rect">
            <a:avLst/>
          </a:prstGeom>
          <a:solidFill>
            <a:srgbClr val="FFFFFF"/>
          </a:solidFill>
          <a:ln>
            <a:noFill/>
          </a:ln>
          <a:effectLst/>
        </p:spPr>
        <p:txBody>
          <a:bodyPr rtlCol="0" anchor="ctr"/>
          <a:lstStyle/>
          <a:p>
            <a:pPr algn="ctr"/>
            <a:endParaRPr/>
          </a:p>
        </p:txBody>
      </p:sp>
      <p:sp>
        <p:nvSpPr>
          <p:cNvPr id="11" name="TextBox 10"/>
          <p:cNvSpPr txBox="1"/>
          <p:nvPr/>
        </p:nvSpPr>
        <p:spPr>
          <a:xfrm>
            <a:off x="716280" y="5750560"/>
            <a:ext cx="9875520" cy="256032"/>
          </a:xfrm>
          <a:prstGeom prst="rect">
            <a:avLst/>
          </a:prstGeom>
          <a:noFill/>
        </p:spPr>
        <p:txBody>
          <a:bodyPr wrap="square" lIns="0" tIns="0" rIns="0" bIns="0" anchor="t">
            <a:noAutofit/>
          </a:bodyPr>
          <a:lstStyle/>
          <a:p>
            <a:pPr algn="l">
              <a:lnSpc>
                <a:spcPct val="100000"/>
              </a:lnSpc>
              <a:spcBef>
                <a:spcPts val="0"/>
              </a:spcBef>
              <a:spcAft>
                <a:spcPts val="0"/>
              </a:spcAft>
            </a:pPr>
            <a:r>
              <a:rPr sz="1220" b="0" i="0">
                <a:solidFill>
                  <a:srgbClr val="4F5361"/>
                </a:solidFill>
                <a:latin typeface="Neuromax"/>
              </a:rPr>
              <a:t>La constante mágica da una pista; una iteración de Newton la corrige.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329702" y="159186"/>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¿POR QUÉ FUE RELEVANTE?</a:t>
            </a:r>
          </a:p>
        </p:txBody>
      </p:sp>
      <p:sp>
        <p:nvSpPr>
          <p:cNvPr id="6" name="TextBox 5"/>
          <p:cNvSpPr txBox="1"/>
          <p:nvPr/>
        </p:nvSpPr>
        <p:spPr>
          <a:xfrm>
            <a:off x="329702" y="762690"/>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dirty="0">
                <a:solidFill>
                  <a:srgbClr val="4F5361"/>
                </a:solidFill>
                <a:latin typeface="Neuromax"/>
              </a:rPr>
              <a:t>No era </a:t>
            </a:r>
            <a:r>
              <a:rPr sz="1600" b="0" i="0" dirty="0" err="1">
                <a:solidFill>
                  <a:srgbClr val="4F5361"/>
                </a:solidFill>
                <a:latin typeface="Neuromax"/>
              </a:rPr>
              <a:t>exacto</a:t>
            </a:r>
            <a:r>
              <a:rPr sz="1600" b="0" i="0" dirty="0">
                <a:solidFill>
                  <a:srgbClr val="4F5361"/>
                </a:solidFill>
                <a:latin typeface="Neuromax"/>
              </a:rPr>
              <a:t>, </a:t>
            </a:r>
            <a:r>
              <a:rPr sz="1600" b="0" i="0" dirty="0" err="1">
                <a:solidFill>
                  <a:srgbClr val="4F5361"/>
                </a:solidFill>
                <a:latin typeface="Neuromax"/>
              </a:rPr>
              <a:t>pero</a:t>
            </a:r>
            <a:r>
              <a:rPr sz="1600" b="0" i="0" dirty="0">
                <a:solidFill>
                  <a:srgbClr val="4F5361"/>
                </a:solidFill>
                <a:latin typeface="Neuromax"/>
              </a:rPr>
              <a:t> era </a:t>
            </a:r>
            <a:r>
              <a:rPr sz="1600" b="1" i="0" dirty="0" err="1">
                <a:solidFill>
                  <a:srgbClr val="4F5361"/>
                </a:solidFill>
                <a:latin typeface="Neuromax"/>
              </a:rPr>
              <a:t>mucho</a:t>
            </a:r>
            <a:r>
              <a:rPr sz="1600" b="1" i="0" dirty="0">
                <a:solidFill>
                  <a:srgbClr val="4F5361"/>
                </a:solidFill>
                <a:latin typeface="Neuromax"/>
              </a:rPr>
              <a:t> </a:t>
            </a:r>
            <a:r>
              <a:rPr sz="1600" b="1" i="0" dirty="0" err="1">
                <a:solidFill>
                  <a:srgbClr val="4F5361"/>
                </a:solidFill>
                <a:latin typeface="Neuromax"/>
              </a:rPr>
              <a:t>más</a:t>
            </a:r>
            <a:r>
              <a:rPr sz="1600" b="1" i="0" dirty="0">
                <a:solidFill>
                  <a:srgbClr val="4F5361"/>
                </a:solidFill>
                <a:latin typeface="Neuromax"/>
              </a:rPr>
              <a:t> </a:t>
            </a:r>
            <a:r>
              <a:rPr sz="1600" b="1" i="0" dirty="0" err="1">
                <a:solidFill>
                  <a:srgbClr val="4F5361"/>
                </a:solidFill>
                <a:latin typeface="Neuromax"/>
              </a:rPr>
              <a:t>rápido</a:t>
            </a:r>
            <a:r>
              <a:rPr sz="1600" b="1" i="0" dirty="0">
                <a:solidFill>
                  <a:srgbClr val="4F5361"/>
                </a:solidFill>
                <a:latin typeface="Neuromax"/>
              </a:rPr>
              <a:t> </a:t>
            </a:r>
            <a:r>
              <a:rPr sz="1600" b="1" i="0" dirty="0" err="1">
                <a:solidFill>
                  <a:srgbClr val="4F5361"/>
                </a:solidFill>
                <a:latin typeface="Neuromax"/>
              </a:rPr>
              <a:t>que</a:t>
            </a:r>
            <a:r>
              <a:rPr sz="1600" b="1" i="0" dirty="0">
                <a:solidFill>
                  <a:srgbClr val="4F5361"/>
                </a:solidFill>
                <a:latin typeface="Neuromax"/>
              </a:rPr>
              <a:t> la </a:t>
            </a:r>
            <a:r>
              <a:rPr sz="1600" b="1" i="0" dirty="0" err="1">
                <a:solidFill>
                  <a:srgbClr val="4F5361"/>
                </a:solidFill>
                <a:latin typeface="Neuromax"/>
              </a:rPr>
              <a:t>alternativa</a:t>
            </a:r>
            <a:r>
              <a:rPr sz="1600" b="1" i="0" dirty="0">
                <a:solidFill>
                  <a:srgbClr val="4F5361"/>
                </a:solidFill>
                <a:latin typeface="Neuromax"/>
              </a:rPr>
              <a:t> de </a:t>
            </a:r>
            <a:r>
              <a:rPr sz="1600" b="1" i="0" dirty="0" err="1">
                <a:solidFill>
                  <a:srgbClr val="4F5361"/>
                </a:solidFill>
                <a:latin typeface="Neuromax"/>
              </a:rPr>
              <a:t>su</a:t>
            </a:r>
            <a:r>
              <a:rPr sz="1600" b="1" i="0" dirty="0">
                <a:solidFill>
                  <a:srgbClr val="4F5361"/>
                </a:solidFill>
                <a:latin typeface="Neuromax"/>
              </a:rPr>
              <a:t> </a:t>
            </a:r>
            <a:r>
              <a:rPr sz="1600" b="1" i="0" dirty="0" err="1">
                <a:solidFill>
                  <a:srgbClr val="4F5361"/>
                </a:solidFill>
                <a:latin typeface="Neuromax"/>
              </a:rPr>
              <a:t>época</a:t>
            </a:r>
            <a:r>
              <a:rPr sz="1600" b="0" i="0" dirty="0">
                <a:solidFill>
                  <a:srgbClr val="4F5361"/>
                </a:solidFill>
                <a:latin typeface="Neuromax"/>
              </a:rPr>
              <a:t>.</a:t>
            </a:r>
          </a:p>
        </p:txBody>
      </p:sp>
      <p:sp>
        <p:nvSpPr>
          <p:cNvPr id="7" name="Rectangle 6"/>
          <p:cNvSpPr/>
          <p:nvPr/>
        </p:nvSpPr>
        <p:spPr>
          <a:xfrm>
            <a:off x="566928" y="1481328"/>
            <a:ext cx="5989320" cy="365760"/>
          </a:xfrm>
          <a:prstGeom prst="rect">
            <a:avLst/>
          </a:prstGeom>
          <a:solidFill>
            <a:srgbClr val="2B293D"/>
          </a:solidFill>
          <a:ln>
            <a:noFill/>
          </a:ln>
          <a:effectLst/>
        </p:spPr>
        <p:txBody>
          <a:bodyPr rtlCol="0" anchor="ctr"/>
          <a:lstStyle/>
          <a:p>
            <a:pPr algn="ctr"/>
            <a:endParaRPr sz="1400" b="1"/>
          </a:p>
        </p:txBody>
      </p:sp>
      <p:sp>
        <p:nvSpPr>
          <p:cNvPr id="8" name="TextBox 7"/>
          <p:cNvSpPr txBox="1"/>
          <p:nvPr/>
        </p:nvSpPr>
        <p:spPr>
          <a:xfrm>
            <a:off x="731520" y="1563624"/>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400" b="1" i="0">
                <a:solidFill>
                  <a:srgbClr val="FFFFFF"/>
                </a:solidFill>
                <a:latin typeface="Neuromax SemBd"/>
              </a:rPr>
              <a:t>MÉTODO</a:t>
            </a:r>
          </a:p>
        </p:txBody>
      </p:sp>
      <p:sp>
        <p:nvSpPr>
          <p:cNvPr id="9" name="TextBox 8"/>
          <p:cNvSpPr txBox="1"/>
          <p:nvPr/>
        </p:nvSpPr>
        <p:spPr>
          <a:xfrm>
            <a:off x="2514600" y="1563624"/>
            <a:ext cx="1234440" cy="201168"/>
          </a:xfrm>
          <a:prstGeom prst="rect">
            <a:avLst/>
          </a:prstGeom>
          <a:noFill/>
        </p:spPr>
        <p:txBody>
          <a:bodyPr wrap="square" lIns="0" tIns="0" rIns="0" bIns="0" anchor="t">
            <a:noAutofit/>
          </a:bodyPr>
          <a:lstStyle/>
          <a:p>
            <a:pPr algn="l">
              <a:lnSpc>
                <a:spcPct val="100000"/>
              </a:lnSpc>
              <a:spcBef>
                <a:spcPts val="0"/>
              </a:spcBef>
              <a:spcAft>
                <a:spcPts val="0"/>
              </a:spcAft>
            </a:pPr>
            <a:r>
              <a:rPr sz="1400" b="1" i="0">
                <a:solidFill>
                  <a:srgbClr val="FFFFFF"/>
                </a:solidFill>
                <a:latin typeface="Neuromax SemBd"/>
              </a:rPr>
              <a:t>ERROR</a:t>
            </a:r>
          </a:p>
        </p:txBody>
      </p:sp>
      <p:sp>
        <p:nvSpPr>
          <p:cNvPr id="10" name="TextBox 9"/>
          <p:cNvSpPr txBox="1"/>
          <p:nvPr/>
        </p:nvSpPr>
        <p:spPr>
          <a:xfrm>
            <a:off x="3794760" y="1563624"/>
            <a:ext cx="2606040" cy="201168"/>
          </a:xfrm>
          <a:prstGeom prst="rect">
            <a:avLst/>
          </a:prstGeom>
          <a:noFill/>
        </p:spPr>
        <p:txBody>
          <a:bodyPr wrap="square" lIns="0" tIns="0" rIns="0" bIns="0" anchor="t">
            <a:noAutofit/>
          </a:bodyPr>
          <a:lstStyle/>
          <a:p>
            <a:pPr algn="l">
              <a:lnSpc>
                <a:spcPct val="100000"/>
              </a:lnSpc>
              <a:spcBef>
                <a:spcPts val="0"/>
              </a:spcBef>
              <a:spcAft>
                <a:spcPts val="0"/>
              </a:spcAft>
            </a:pPr>
            <a:r>
              <a:rPr sz="1400" b="1" i="0">
                <a:solidFill>
                  <a:srgbClr val="FFFFFF"/>
                </a:solidFill>
                <a:latin typeface="Neuromax SemBd"/>
              </a:rPr>
              <a:t>VELOCIDAD (1999)</a:t>
            </a:r>
          </a:p>
        </p:txBody>
      </p:sp>
      <p:sp>
        <p:nvSpPr>
          <p:cNvPr id="11" name="Rectangle 10"/>
          <p:cNvSpPr/>
          <p:nvPr/>
        </p:nvSpPr>
        <p:spPr>
          <a:xfrm>
            <a:off x="566928" y="1847088"/>
            <a:ext cx="5989320" cy="603504"/>
          </a:xfrm>
          <a:prstGeom prst="rect">
            <a:avLst/>
          </a:prstGeom>
          <a:solidFill>
            <a:srgbClr val="FFFFFF"/>
          </a:solidFill>
          <a:ln>
            <a:noFill/>
          </a:ln>
          <a:effectLst/>
        </p:spPr>
        <p:txBody>
          <a:bodyPr rtlCol="0" anchor="ctr"/>
          <a:lstStyle/>
          <a:p>
            <a:pPr algn="ctr"/>
            <a:endParaRPr sz="1200"/>
          </a:p>
        </p:txBody>
      </p:sp>
      <p:sp>
        <p:nvSpPr>
          <p:cNvPr id="12" name="TextBox 11"/>
          <p:cNvSpPr txBox="1"/>
          <p:nvPr/>
        </p:nvSpPr>
        <p:spPr>
          <a:xfrm>
            <a:off x="749808" y="1938528"/>
            <a:ext cx="17830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131315"/>
                </a:solidFill>
                <a:latin typeface="Neuromax SemBd"/>
              </a:rPr>
              <a:t>1/sqrt(x) exacto</a:t>
            </a:r>
          </a:p>
        </p:txBody>
      </p:sp>
      <p:sp>
        <p:nvSpPr>
          <p:cNvPr id="13" name="TextBox 12"/>
          <p:cNvSpPr txBox="1"/>
          <p:nvPr/>
        </p:nvSpPr>
        <p:spPr>
          <a:xfrm>
            <a:off x="2514600" y="1938528"/>
            <a:ext cx="118872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4F5361"/>
                </a:solidFill>
                <a:latin typeface="Neuromax"/>
              </a:rPr>
              <a:t>≈0 %</a:t>
            </a:r>
          </a:p>
        </p:txBody>
      </p:sp>
      <p:sp>
        <p:nvSpPr>
          <p:cNvPr id="14" name="TextBox 13"/>
          <p:cNvSpPr txBox="1"/>
          <p:nvPr/>
        </p:nvSpPr>
        <p:spPr>
          <a:xfrm>
            <a:off x="3794760" y="1938528"/>
            <a:ext cx="2606040" cy="384048"/>
          </a:xfrm>
          <a:prstGeom prst="rect">
            <a:avLst/>
          </a:prstGeom>
          <a:noFill/>
        </p:spPr>
        <p:txBody>
          <a:bodyPr wrap="square" lIns="0" tIns="0" rIns="0" bIns="0" anchor="t">
            <a:noAutofit/>
          </a:bodyPr>
          <a:lstStyle/>
          <a:p>
            <a:pPr algn="l">
              <a:lnSpc>
                <a:spcPct val="95000"/>
              </a:lnSpc>
              <a:spcBef>
                <a:spcPts val="0"/>
              </a:spcBef>
              <a:spcAft>
                <a:spcPts val="0"/>
              </a:spcAft>
            </a:pPr>
            <a:r>
              <a:rPr sz="1200" b="0" i="0">
                <a:solidFill>
                  <a:srgbClr val="4F5361"/>
                </a:solidFill>
                <a:latin typeface="Neuromax"/>
              </a:rPr>
              <a:t>Lento: raíz + división</a:t>
            </a:r>
          </a:p>
        </p:txBody>
      </p:sp>
      <p:sp>
        <p:nvSpPr>
          <p:cNvPr id="15" name="Rectangle 14"/>
          <p:cNvSpPr/>
          <p:nvPr/>
        </p:nvSpPr>
        <p:spPr>
          <a:xfrm>
            <a:off x="566928" y="2487168"/>
            <a:ext cx="5989320" cy="603504"/>
          </a:xfrm>
          <a:prstGeom prst="rect">
            <a:avLst/>
          </a:prstGeom>
          <a:solidFill>
            <a:srgbClr val="FFFFFF"/>
          </a:solidFill>
          <a:ln>
            <a:noFill/>
          </a:ln>
          <a:effectLst/>
        </p:spPr>
        <p:txBody>
          <a:bodyPr rtlCol="0" anchor="ctr"/>
          <a:lstStyle/>
          <a:p>
            <a:pPr algn="ctr"/>
            <a:endParaRPr sz="1200"/>
          </a:p>
        </p:txBody>
      </p:sp>
      <p:sp>
        <p:nvSpPr>
          <p:cNvPr id="16" name="TextBox 15"/>
          <p:cNvSpPr txBox="1"/>
          <p:nvPr/>
        </p:nvSpPr>
        <p:spPr>
          <a:xfrm>
            <a:off x="749808" y="2578608"/>
            <a:ext cx="17830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131315"/>
                </a:solidFill>
                <a:latin typeface="Neuromax SemBd"/>
              </a:rPr>
              <a:t>Tabla de valores</a:t>
            </a:r>
          </a:p>
        </p:txBody>
      </p:sp>
      <p:sp>
        <p:nvSpPr>
          <p:cNvPr id="17" name="TextBox 16"/>
          <p:cNvSpPr txBox="1"/>
          <p:nvPr/>
        </p:nvSpPr>
        <p:spPr>
          <a:xfrm>
            <a:off x="2514600" y="2578608"/>
            <a:ext cx="118872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4F5361"/>
                </a:solidFill>
                <a:latin typeface="Neuromax"/>
              </a:rPr>
              <a:t>Depende</a:t>
            </a:r>
          </a:p>
        </p:txBody>
      </p:sp>
      <p:sp>
        <p:nvSpPr>
          <p:cNvPr id="18" name="TextBox 17"/>
          <p:cNvSpPr txBox="1"/>
          <p:nvPr/>
        </p:nvSpPr>
        <p:spPr>
          <a:xfrm>
            <a:off x="3794760" y="2578608"/>
            <a:ext cx="2606040" cy="384048"/>
          </a:xfrm>
          <a:prstGeom prst="rect">
            <a:avLst/>
          </a:prstGeom>
          <a:noFill/>
        </p:spPr>
        <p:txBody>
          <a:bodyPr wrap="square" lIns="0" tIns="0" rIns="0" bIns="0" anchor="t">
            <a:noAutofit/>
          </a:bodyPr>
          <a:lstStyle/>
          <a:p>
            <a:pPr algn="l">
              <a:lnSpc>
                <a:spcPct val="95000"/>
              </a:lnSpc>
              <a:spcBef>
                <a:spcPts val="0"/>
              </a:spcBef>
              <a:spcAft>
                <a:spcPts val="0"/>
              </a:spcAft>
            </a:pPr>
            <a:r>
              <a:rPr sz="1200" b="0" i="0">
                <a:solidFill>
                  <a:srgbClr val="4F5361"/>
                </a:solidFill>
                <a:latin typeface="Neuromax"/>
              </a:rPr>
              <a:t>Rápido, pero usa memoria</a:t>
            </a:r>
          </a:p>
        </p:txBody>
      </p:sp>
      <p:sp>
        <p:nvSpPr>
          <p:cNvPr id="19" name="Rectangle 18"/>
          <p:cNvSpPr/>
          <p:nvPr/>
        </p:nvSpPr>
        <p:spPr>
          <a:xfrm>
            <a:off x="566928" y="3127248"/>
            <a:ext cx="5989320" cy="603504"/>
          </a:xfrm>
          <a:prstGeom prst="rect">
            <a:avLst/>
          </a:prstGeom>
          <a:solidFill>
            <a:srgbClr val="FFFFFF"/>
          </a:solidFill>
          <a:ln>
            <a:noFill/>
          </a:ln>
          <a:effectLst/>
        </p:spPr>
        <p:txBody>
          <a:bodyPr rtlCol="0" anchor="ctr"/>
          <a:lstStyle/>
          <a:p>
            <a:pPr algn="ctr"/>
            <a:endParaRPr sz="1200"/>
          </a:p>
        </p:txBody>
      </p:sp>
      <p:sp>
        <p:nvSpPr>
          <p:cNvPr id="20" name="TextBox 19"/>
          <p:cNvSpPr txBox="1"/>
          <p:nvPr/>
        </p:nvSpPr>
        <p:spPr>
          <a:xfrm>
            <a:off x="749808" y="3218688"/>
            <a:ext cx="17830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131315"/>
                </a:solidFill>
                <a:latin typeface="Neuromax SemBd"/>
              </a:rPr>
              <a:t>Newton con mala pista</a:t>
            </a:r>
          </a:p>
        </p:txBody>
      </p:sp>
      <p:sp>
        <p:nvSpPr>
          <p:cNvPr id="21" name="TextBox 20"/>
          <p:cNvSpPr txBox="1"/>
          <p:nvPr/>
        </p:nvSpPr>
        <p:spPr>
          <a:xfrm>
            <a:off x="2514600" y="3218688"/>
            <a:ext cx="118872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4F5361"/>
                </a:solidFill>
                <a:latin typeface="Neuromax"/>
              </a:rPr>
              <a:t>Converge</a:t>
            </a:r>
          </a:p>
        </p:txBody>
      </p:sp>
      <p:sp>
        <p:nvSpPr>
          <p:cNvPr id="22" name="TextBox 21"/>
          <p:cNvSpPr txBox="1"/>
          <p:nvPr/>
        </p:nvSpPr>
        <p:spPr>
          <a:xfrm>
            <a:off x="3794760" y="3218688"/>
            <a:ext cx="2606040" cy="384048"/>
          </a:xfrm>
          <a:prstGeom prst="rect">
            <a:avLst/>
          </a:prstGeom>
          <a:noFill/>
        </p:spPr>
        <p:txBody>
          <a:bodyPr wrap="square" lIns="0" tIns="0" rIns="0" bIns="0" anchor="t">
            <a:noAutofit/>
          </a:bodyPr>
          <a:lstStyle/>
          <a:p>
            <a:pPr algn="l">
              <a:lnSpc>
                <a:spcPct val="95000"/>
              </a:lnSpc>
              <a:spcBef>
                <a:spcPts val="0"/>
              </a:spcBef>
              <a:spcAft>
                <a:spcPts val="0"/>
              </a:spcAft>
            </a:pPr>
            <a:r>
              <a:rPr sz="1200" b="0" i="0">
                <a:solidFill>
                  <a:srgbClr val="4F5361"/>
                </a:solidFill>
                <a:latin typeface="Neuromax"/>
              </a:rPr>
              <a:t>Necesita varias iteraciones</a:t>
            </a:r>
          </a:p>
        </p:txBody>
      </p:sp>
      <p:sp>
        <p:nvSpPr>
          <p:cNvPr id="23" name="Rectangle 22"/>
          <p:cNvSpPr/>
          <p:nvPr/>
        </p:nvSpPr>
        <p:spPr>
          <a:xfrm>
            <a:off x="566928" y="3767328"/>
            <a:ext cx="5989320" cy="603504"/>
          </a:xfrm>
          <a:prstGeom prst="rect">
            <a:avLst/>
          </a:prstGeom>
          <a:solidFill>
            <a:srgbClr val="F4F7FA"/>
          </a:solidFill>
          <a:ln>
            <a:noFill/>
          </a:ln>
          <a:effectLst/>
        </p:spPr>
        <p:txBody>
          <a:bodyPr rtlCol="0" anchor="ctr"/>
          <a:lstStyle/>
          <a:p>
            <a:pPr algn="ctr"/>
            <a:endParaRPr sz="1200"/>
          </a:p>
        </p:txBody>
      </p:sp>
      <p:sp>
        <p:nvSpPr>
          <p:cNvPr id="24" name="Rectangle 23"/>
          <p:cNvSpPr/>
          <p:nvPr/>
        </p:nvSpPr>
        <p:spPr>
          <a:xfrm>
            <a:off x="566928" y="3767328"/>
            <a:ext cx="64008" cy="603504"/>
          </a:xfrm>
          <a:prstGeom prst="rect">
            <a:avLst/>
          </a:prstGeom>
          <a:solidFill>
            <a:srgbClr val="F08A3C"/>
          </a:solidFill>
          <a:ln>
            <a:noFill/>
          </a:ln>
          <a:effectLst/>
        </p:spPr>
        <p:txBody>
          <a:bodyPr rtlCol="0" anchor="ctr"/>
          <a:lstStyle/>
          <a:p>
            <a:pPr algn="ctr"/>
            <a:endParaRPr sz="1200"/>
          </a:p>
        </p:txBody>
      </p:sp>
      <p:sp>
        <p:nvSpPr>
          <p:cNvPr id="25" name="TextBox 24"/>
          <p:cNvSpPr txBox="1"/>
          <p:nvPr/>
        </p:nvSpPr>
        <p:spPr>
          <a:xfrm>
            <a:off x="749808" y="3858768"/>
            <a:ext cx="17830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131315"/>
                </a:solidFill>
                <a:latin typeface="Neuromax SemBd"/>
              </a:rPr>
              <a:t>Q_rsqrt (Quake)</a:t>
            </a:r>
          </a:p>
        </p:txBody>
      </p:sp>
      <p:sp>
        <p:nvSpPr>
          <p:cNvPr id="26" name="TextBox 25"/>
          <p:cNvSpPr txBox="1"/>
          <p:nvPr/>
        </p:nvSpPr>
        <p:spPr>
          <a:xfrm>
            <a:off x="2514600" y="3858768"/>
            <a:ext cx="118872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4F5361"/>
                </a:solidFill>
                <a:latin typeface="Neuromax"/>
              </a:rPr>
              <a:t>0.175 %</a:t>
            </a:r>
          </a:p>
        </p:txBody>
      </p:sp>
      <p:sp>
        <p:nvSpPr>
          <p:cNvPr id="27" name="TextBox 26"/>
          <p:cNvSpPr txBox="1"/>
          <p:nvPr/>
        </p:nvSpPr>
        <p:spPr>
          <a:xfrm>
            <a:off x="3794760" y="3858768"/>
            <a:ext cx="2606040" cy="384048"/>
          </a:xfrm>
          <a:prstGeom prst="rect">
            <a:avLst/>
          </a:prstGeom>
          <a:noFill/>
        </p:spPr>
        <p:txBody>
          <a:bodyPr wrap="square" lIns="0" tIns="0" rIns="0" bIns="0" anchor="t">
            <a:noAutofit/>
          </a:bodyPr>
          <a:lstStyle/>
          <a:p>
            <a:pPr algn="l">
              <a:lnSpc>
                <a:spcPct val="95000"/>
              </a:lnSpc>
              <a:spcBef>
                <a:spcPts val="0"/>
              </a:spcBef>
              <a:spcAft>
                <a:spcPts val="0"/>
              </a:spcAft>
            </a:pPr>
            <a:r>
              <a:rPr sz="1200" b="0" i="0">
                <a:solidFill>
                  <a:srgbClr val="4F5361"/>
                </a:solidFill>
                <a:latin typeface="Neuromax"/>
              </a:rPr>
              <a:t>~4× más rápido</a:t>
            </a:r>
          </a:p>
        </p:txBody>
      </p:sp>
      <p:sp>
        <p:nvSpPr>
          <p:cNvPr id="28" name="Rectangle 27"/>
          <p:cNvSpPr/>
          <p:nvPr/>
        </p:nvSpPr>
        <p:spPr>
          <a:xfrm>
            <a:off x="566928" y="4407408"/>
            <a:ext cx="5989320" cy="603504"/>
          </a:xfrm>
          <a:prstGeom prst="rect">
            <a:avLst/>
          </a:prstGeom>
          <a:solidFill>
            <a:srgbClr val="F4F7FA"/>
          </a:solidFill>
          <a:ln>
            <a:noFill/>
          </a:ln>
          <a:effectLst/>
        </p:spPr>
        <p:txBody>
          <a:bodyPr rtlCol="0" anchor="ctr"/>
          <a:lstStyle/>
          <a:p>
            <a:pPr algn="ctr"/>
            <a:endParaRPr sz="1200"/>
          </a:p>
        </p:txBody>
      </p:sp>
      <p:sp>
        <p:nvSpPr>
          <p:cNvPr id="29" name="Rectangle 28"/>
          <p:cNvSpPr/>
          <p:nvPr/>
        </p:nvSpPr>
        <p:spPr>
          <a:xfrm>
            <a:off x="566928" y="4407408"/>
            <a:ext cx="64008" cy="603504"/>
          </a:xfrm>
          <a:prstGeom prst="rect">
            <a:avLst/>
          </a:prstGeom>
          <a:solidFill>
            <a:srgbClr val="3B6FD4"/>
          </a:solidFill>
          <a:ln>
            <a:noFill/>
          </a:ln>
          <a:effectLst/>
        </p:spPr>
        <p:txBody>
          <a:bodyPr rtlCol="0" anchor="ctr"/>
          <a:lstStyle/>
          <a:p>
            <a:pPr algn="ctr"/>
            <a:endParaRPr sz="1200"/>
          </a:p>
        </p:txBody>
      </p:sp>
      <p:sp>
        <p:nvSpPr>
          <p:cNvPr id="30" name="TextBox 29"/>
          <p:cNvSpPr txBox="1"/>
          <p:nvPr/>
        </p:nvSpPr>
        <p:spPr>
          <a:xfrm>
            <a:off x="749808" y="4498848"/>
            <a:ext cx="178308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131315"/>
                </a:solidFill>
                <a:latin typeface="Neuromax SemBd"/>
              </a:rPr>
              <a:t>rsqrtss (hardware)</a:t>
            </a:r>
          </a:p>
        </p:txBody>
      </p:sp>
      <p:sp>
        <p:nvSpPr>
          <p:cNvPr id="31" name="TextBox 30"/>
          <p:cNvSpPr txBox="1"/>
          <p:nvPr/>
        </p:nvSpPr>
        <p:spPr>
          <a:xfrm>
            <a:off x="2514600" y="4498848"/>
            <a:ext cx="1188720" cy="219456"/>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4F5361"/>
                </a:solidFill>
                <a:latin typeface="Neuromax"/>
              </a:rPr>
              <a:t>Mejor</a:t>
            </a:r>
          </a:p>
        </p:txBody>
      </p:sp>
      <p:sp>
        <p:nvSpPr>
          <p:cNvPr id="32" name="TextBox 31"/>
          <p:cNvSpPr txBox="1"/>
          <p:nvPr/>
        </p:nvSpPr>
        <p:spPr>
          <a:xfrm>
            <a:off x="3794760" y="4498848"/>
            <a:ext cx="2606040" cy="384048"/>
          </a:xfrm>
          <a:prstGeom prst="rect">
            <a:avLst/>
          </a:prstGeom>
          <a:noFill/>
        </p:spPr>
        <p:txBody>
          <a:bodyPr wrap="square" lIns="0" tIns="0" rIns="0" bIns="0" anchor="t">
            <a:noAutofit/>
          </a:bodyPr>
          <a:lstStyle/>
          <a:p>
            <a:pPr algn="l">
              <a:lnSpc>
                <a:spcPct val="95000"/>
              </a:lnSpc>
              <a:spcBef>
                <a:spcPts val="0"/>
              </a:spcBef>
              <a:spcAft>
                <a:spcPts val="0"/>
              </a:spcAft>
            </a:pPr>
            <a:r>
              <a:rPr sz="1200" b="0" i="0">
                <a:solidFill>
                  <a:srgbClr val="4F5361"/>
                </a:solidFill>
                <a:latin typeface="Neuromax"/>
              </a:rPr>
              <a:t>1 instrucción, pero no en todas las PCs</a:t>
            </a:r>
          </a:p>
        </p:txBody>
      </p:sp>
      <p:pic>
        <p:nvPicPr>
          <p:cNvPr id="34" name="Picture 33" descr="rsqrt_bars.png"/>
          <p:cNvPicPr>
            <a:picLocks noChangeAspect="1"/>
          </p:cNvPicPr>
          <p:nvPr/>
        </p:nvPicPr>
        <p:blipFill>
          <a:blip r:embed="rId4"/>
          <a:stretch>
            <a:fillRect/>
          </a:stretch>
        </p:blipFill>
        <p:spPr>
          <a:xfrm>
            <a:off x="6813732" y="1052068"/>
            <a:ext cx="5089579" cy="3058885"/>
          </a:xfrm>
          <a:prstGeom prst="rect">
            <a:avLst/>
          </a:prstGeom>
        </p:spPr>
      </p:pic>
      <p:sp>
        <p:nvSpPr>
          <p:cNvPr id="35" name="Rectangle 34"/>
          <p:cNvSpPr/>
          <p:nvPr/>
        </p:nvSpPr>
        <p:spPr>
          <a:xfrm>
            <a:off x="7029994" y="4350802"/>
            <a:ext cx="4773168" cy="822960"/>
          </a:xfrm>
          <a:prstGeom prst="rect">
            <a:avLst/>
          </a:prstGeom>
          <a:solidFill>
            <a:srgbClr val="FFFFFF"/>
          </a:solidFill>
          <a:ln>
            <a:noFill/>
          </a:ln>
          <a:effectLst/>
        </p:spPr>
        <p:txBody>
          <a:bodyPr rtlCol="0" anchor="ctr"/>
          <a:lstStyle/>
          <a:p>
            <a:pPr algn="ctr"/>
            <a:endParaRPr/>
          </a:p>
        </p:txBody>
      </p:sp>
      <p:sp>
        <p:nvSpPr>
          <p:cNvPr id="36" name="Rectangle 35"/>
          <p:cNvSpPr/>
          <p:nvPr/>
        </p:nvSpPr>
        <p:spPr>
          <a:xfrm>
            <a:off x="7029994" y="4350802"/>
            <a:ext cx="64008" cy="822960"/>
          </a:xfrm>
          <a:prstGeom prst="rect">
            <a:avLst/>
          </a:prstGeom>
          <a:solidFill>
            <a:srgbClr val="E8386D"/>
          </a:solidFill>
          <a:ln>
            <a:noFill/>
          </a:ln>
          <a:effectLst/>
        </p:spPr>
        <p:txBody>
          <a:bodyPr rtlCol="0" anchor="ctr"/>
          <a:lstStyle/>
          <a:p>
            <a:pPr algn="ctr"/>
            <a:endParaRPr/>
          </a:p>
        </p:txBody>
      </p:sp>
      <p:sp>
        <p:nvSpPr>
          <p:cNvPr id="37" name="TextBox 36"/>
          <p:cNvSpPr txBox="1"/>
          <p:nvPr/>
        </p:nvSpPr>
        <p:spPr>
          <a:xfrm>
            <a:off x="7240306" y="4424244"/>
            <a:ext cx="4389120" cy="219456"/>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E8386D"/>
                </a:solidFill>
                <a:latin typeface="Neuromax SemBd"/>
              </a:rPr>
              <a:t>EL TRUCO</a:t>
            </a:r>
            <a:endParaRPr lang="en-US" sz="1400" b="0" i="0">
              <a:solidFill>
                <a:srgbClr val="E8386D"/>
              </a:solidFill>
              <a:latin typeface="Neuromax SemBd"/>
            </a:endParaRPr>
          </a:p>
        </p:txBody>
      </p:sp>
      <p:sp>
        <p:nvSpPr>
          <p:cNvPr id="38" name="TextBox 37"/>
          <p:cNvSpPr txBox="1"/>
          <p:nvPr/>
        </p:nvSpPr>
        <p:spPr>
          <a:xfrm>
            <a:off x="7240306" y="4727303"/>
            <a:ext cx="4389120" cy="384048"/>
          </a:xfrm>
          <a:prstGeom prst="rect">
            <a:avLst/>
          </a:prstGeom>
          <a:noFill/>
        </p:spPr>
        <p:txBody>
          <a:bodyPr wrap="square" lIns="0" tIns="0" rIns="0" bIns="0" anchor="t">
            <a:noAutofit/>
          </a:bodyPr>
          <a:lstStyle/>
          <a:p>
            <a:pPr>
              <a:lnSpc>
                <a:spcPct val="98000"/>
              </a:lnSpc>
            </a:pPr>
            <a:r>
              <a:rPr sz="1200" i="0" dirty="0">
                <a:solidFill>
                  <a:srgbClr val="4F5361"/>
                </a:solidFill>
                <a:latin typeface="Neuromax"/>
              </a:rPr>
              <a:t>Con </a:t>
            </a:r>
            <a:r>
              <a:rPr sz="1200" i="0" dirty="0" err="1">
                <a:solidFill>
                  <a:srgbClr val="4F5361"/>
                </a:solidFill>
                <a:latin typeface="Neuromax"/>
              </a:rPr>
              <a:t>una</a:t>
            </a:r>
            <a:r>
              <a:rPr sz="1200" i="0" dirty="0">
                <a:solidFill>
                  <a:srgbClr val="4F5361"/>
                </a:solidFill>
                <a:latin typeface="Neuromax"/>
              </a:rPr>
              <a:t> sola </a:t>
            </a:r>
            <a:r>
              <a:rPr sz="1200" i="0" dirty="0" err="1">
                <a:solidFill>
                  <a:srgbClr val="4F5361"/>
                </a:solidFill>
                <a:latin typeface="Neuromax"/>
              </a:rPr>
              <a:t>iteración</a:t>
            </a:r>
            <a:r>
              <a:rPr sz="1200" i="0" dirty="0">
                <a:solidFill>
                  <a:srgbClr val="4F5361"/>
                </a:solidFill>
                <a:latin typeface="Neuromax"/>
              </a:rPr>
              <a:t>, el error </a:t>
            </a:r>
            <a:r>
              <a:rPr sz="1200" i="0" dirty="0" err="1">
                <a:solidFill>
                  <a:srgbClr val="4F5361"/>
                </a:solidFill>
                <a:latin typeface="Neuromax"/>
              </a:rPr>
              <a:t>cabe</a:t>
            </a:r>
            <a:r>
              <a:rPr sz="1200" i="0" dirty="0">
                <a:solidFill>
                  <a:srgbClr val="4F5361"/>
                </a:solidFill>
                <a:latin typeface="Neuromax"/>
              </a:rPr>
              <a:t> </a:t>
            </a:r>
            <a:r>
              <a:rPr sz="1200" i="0" dirty="0" err="1">
                <a:solidFill>
                  <a:srgbClr val="4F5361"/>
                </a:solidFill>
                <a:latin typeface="Neuromax"/>
              </a:rPr>
              <a:t>en</a:t>
            </a:r>
            <a:r>
              <a:rPr sz="1200" i="0" dirty="0">
                <a:solidFill>
                  <a:srgbClr val="4F5361"/>
                </a:solidFill>
                <a:latin typeface="Neuromax"/>
              </a:rPr>
              <a:t> 0.175 %. </a:t>
            </a:r>
            <a:endParaRPr lang="en-US" sz="1200">
              <a:ea typeface="Calibri"/>
              <a:cs typeface="Calibri"/>
            </a:endParaRPr>
          </a:p>
          <a:p>
            <a:pPr>
              <a:lnSpc>
                <a:spcPct val="98000"/>
              </a:lnSpc>
            </a:pPr>
            <a:r>
              <a:rPr sz="1200" i="0" dirty="0">
                <a:solidFill>
                  <a:srgbClr val="4F5361"/>
                </a:solidFill>
                <a:latin typeface="Neuromax"/>
              </a:rPr>
              <a:t>Hoy el CPU </a:t>
            </a:r>
            <a:r>
              <a:rPr sz="1200" i="0" dirty="0" err="1">
                <a:solidFill>
                  <a:srgbClr val="4F5361"/>
                </a:solidFill>
                <a:latin typeface="Neuromax"/>
              </a:rPr>
              <a:t>tiene</a:t>
            </a:r>
            <a:r>
              <a:rPr sz="1200" i="0" dirty="0">
                <a:solidFill>
                  <a:srgbClr val="4F5361"/>
                </a:solidFill>
                <a:latin typeface="Neuromax"/>
              </a:rPr>
              <a:t> </a:t>
            </a:r>
            <a:r>
              <a:rPr sz="1200" i="0" dirty="0" err="1">
                <a:solidFill>
                  <a:srgbClr val="4F5361"/>
                </a:solidFill>
                <a:latin typeface="Neuromax"/>
              </a:rPr>
              <a:t>instrucciones</a:t>
            </a:r>
            <a:r>
              <a:rPr sz="1200" i="0" dirty="0">
                <a:solidFill>
                  <a:srgbClr val="4F5361"/>
                </a:solidFill>
                <a:latin typeface="Neuromax"/>
              </a:rPr>
              <a:t> </a:t>
            </a:r>
            <a:r>
              <a:rPr sz="1200" i="0" dirty="0" err="1">
                <a:solidFill>
                  <a:srgbClr val="4F5361"/>
                </a:solidFill>
                <a:latin typeface="Neuromax"/>
              </a:rPr>
              <a:t>mejores</a:t>
            </a:r>
            <a:r>
              <a:rPr lang="en-US" sz="1200" dirty="0">
                <a:solidFill>
                  <a:srgbClr val="4F5361"/>
                </a:solidFill>
                <a:latin typeface="Neuromax"/>
              </a:rPr>
              <a:t> (</a:t>
            </a:r>
            <a:r>
              <a:rPr lang="en-US" sz="1200" dirty="0" err="1">
                <a:solidFill>
                  <a:srgbClr val="4F5361"/>
                </a:solidFill>
                <a:latin typeface="Neuromax"/>
              </a:rPr>
              <a:t>pero</a:t>
            </a:r>
            <a:r>
              <a:rPr lang="en-US" sz="1200" dirty="0">
                <a:solidFill>
                  <a:srgbClr val="4F5361"/>
                </a:solidFill>
                <a:latin typeface="Neuromax"/>
              </a:rPr>
              <a:t> no </a:t>
            </a:r>
            <a:r>
              <a:rPr lang="en-US" sz="1200" dirty="0" err="1">
                <a:solidFill>
                  <a:srgbClr val="4F5361"/>
                </a:solidFill>
                <a:latin typeface="Neuromax"/>
              </a:rPr>
              <a:t>sirven</a:t>
            </a:r>
            <a:r>
              <a:rPr lang="en-US" sz="1200" dirty="0">
                <a:solidFill>
                  <a:srgbClr val="4F5361"/>
                </a:solidFill>
                <a:latin typeface="Neuromax"/>
              </a:rPr>
              <a:t> para RealTime)</a:t>
            </a:r>
            <a:r>
              <a:rPr sz="1200" i="0" dirty="0">
                <a:solidFill>
                  <a:srgbClr val="4F5361"/>
                </a:solidFill>
                <a:latin typeface="Neuromax"/>
              </a:rPr>
              <a:t>.</a:t>
            </a:r>
            <a:endParaRPr sz="1200">
              <a:ea typeface="Calibri"/>
              <a:cs typeface="Calibri"/>
            </a:endParaRPr>
          </a:p>
        </p:txBody>
      </p:sp>
      <p:sp>
        <p:nvSpPr>
          <p:cNvPr id="39" name="Rectangle 38"/>
          <p:cNvSpPr/>
          <p:nvPr/>
        </p:nvSpPr>
        <p:spPr>
          <a:xfrm>
            <a:off x="2368005" y="5650992"/>
            <a:ext cx="6643335" cy="457200"/>
          </a:xfrm>
          <a:prstGeom prst="rect">
            <a:avLst/>
          </a:prstGeom>
          <a:solidFill>
            <a:srgbClr val="FFFFFF"/>
          </a:solidFill>
          <a:ln>
            <a:noFill/>
          </a:ln>
          <a:effectLst/>
        </p:spPr>
        <p:txBody>
          <a:bodyPr rtlCol="0" anchor="ctr"/>
          <a:lstStyle/>
          <a:p>
            <a:pPr algn="ctr"/>
            <a:endParaRPr/>
          </a:p>
        </p:txBody>
      </p:sp>
      <p:sp>
        <p:nvSpPr>
          <p:cNvPr id="40" name="TextBox 39"/>
          <p:cNvSpPr txBox="1"/>
          <p:nvPr/>
        </p:nvSpPr>
        <p:spPr>
          <a:xfrm>
            <a:off x="2514189" y="5753463"/>
            <a:ext cx="6547162" cy="256032"/>
          </a:xfrm>
          <a:prstGeom prst="rect">
            <a:avLst/>
          </a:prstGeom>
          <a:noFill/>
        </p:spPr>
        <p:txBody>
          <a:bodyPr wrap="square" lIns="0" tIns="0" rIns="0" bIns="0" anchor="t">
            <a:noAutofit/>
          </a:bodyPr>
          <a:lstStyle/>
          <a:p>
            <a:pPr algn="l">
              <a:lnSpc>
                <a:spcPct val="100000"/>
              </a:lnSpc>
              <a:spcBef>
                <a:spcPts val="0"/>
              </a:spcBef>
              <a:spcAft>
                <a:spcPts val="0"/>
              </a:spcAft>
            </a:pPr>
            <a:r>
              <a:rPr sz="1400" b="1" i="0">
                <a:solidFill>
                  <a:srgbClr val="4F5361"/>
                </a:solidFill>
                <a:latin typeface="Neuromax"/>
              </a:rPr>
              <a:t>Fuente: Chris Lomont, Fast Inverse Square Root (2003); Matthew Robertson (2012).</a:t>
            </a:r>
            <a:endParaRPr lang="en-US" sz="1400" b="1" i="0">
              <a:solidFill>
                <a:srgbClr val="4F5361"/>
              </a:solidFill>
              <a:latin typeface="Neuromax"/>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g.png">
            <a:extLst>
              <a:ext uri="{FF2B5EF4-FFF2-40B4-BE49-F238E27FC236}">
                <a16:creationId xmlns:a16="http://schemas.microsoft.com/office/drawing/2014/main" id="{CA1A6CE0-FCAC-70F2-3A9F-90D6A2DF1AE7}"/>
              </a:ext>
            </a:extLst>
          </p:cNvPr>
          <p:cNvPicPr>
            <a:picLocks noChangeAspect="1"/>
          </p:cNvPicPr>
          <p:nvPr/>
        </p:nvPicPr>
        <p:blipFill>
          <a:blip r:embed="rId3"/>
          <a:stretch>
            <a:fillRect/>
          </a:stretch>
        </p:blipFill>
        <p:spPr>
          <a:xfrm>
            <a:off x="0" y="0"/>
            <a:ext cx="12191695" cy="6858000"/>
          </a:xfrm>
          <a:prstGeom prst="rect">
            <a:avLst/>
          </a:prstGeom>
        </p:spPr>
      </p:pic>
      <p:sp>
        <p:nvSpPr>
          <p:cNvPr id="5" name="TextBox 4">
            <a:extLst>
              <a:ext uri="{FF2B5EF4-FFF2-40B4-BE49-F238E27FC236}">
                <a16:creationId xmlns:a16="http://schemas.microsoft.com/office/drawing/2014/main" id="{4AE258AC-E4CD-00BB-F381-6479F947B452}"/>
              </a:ext>
            </a:extLst>
          </p:cNvPr>
          <p:cNvSpPr txBox="1"/>
          <p:nvPr/>
        </p:nvSpPr>
        <p:spPr>
          <a:xfrm>
            <a:off x="912368" y="2192528"/>
            <a:ext cx="3865880" cy="658368"/>
          </a:xfrm>
          <a:prstGeom prst="rect">
            <a:avLst/>
          </a:prstGeom>
          <a:noFill/>
        </p:spPr>
        <p:txBody>
          <a:bodyPr wrap="square" lIns="0" tIns="0" rIns="0" bIns="0" anchor="t">
            <a:noAutofit/>
          </a:bodyPr>
          <a:lstStyle/>
          <a:p>
            <a:pPr>
              <a:lnSpc>
                <a:spcPct val="95000"/>
              </a:lnSpc>
            </a:pPr>
            <a:r>
              <a:rPr lang="en-US" sz="3200">
                <a:solidFill>
                  <a:srgbClr val="131315"/>
                </a:solidFill>
                <a:latin typeface="Neuromax SemBd"/>
              </a:rPr>
              <a:t>FAST INVERSE</a:t>
            </a:r>
            <a:endParaRPr lang="en-US"/>
          </a:p>
          <a:p>
            <a:pPr>
              <a:lnSpc>
                <a:spcPct val="95000"/>
              </a:lnSpc>
            </a:pPr>
            <a:r>
              <a:rPr lang="en-US" sz="3200">
                <a:solidFill>
                  <a:srgbClr val="131315"/>
                </a:solidFill>
                <a:latin typeface="Neuromax SemBd"/>
              </a:rPr>
              <a:t>SQUARE</a:t>
            </a:r>
            <a:endParaRPr lang="en-US" sz="3200" dirty="0">
              <a:solidFill>
                <a:srgbClr val="131315"/>
              </a:solidFill>
              <a:latin typeface="Neuromax SemBd"/>
            </a:endParaRPr>
          </a:p>
          <a:p>
            <a:pPr>
              <a:lnSpc>
                <a:spcPct val="95000"/>
              </a:lnSpc>
            </a:pPr>
            <a:r>
              <a:rPr lang="en-US" sz="3200">
                <a:solidFill>
                  <a:srgbClr val="131315"/>
                </a:solidFill>
                <a:latin typeface="Neuromax SemBd"/>
              </a:rPr>
              <a:t>ROOT</a:t>
            </a:r>
            <a:endParaRPr lang="en-US" sz="3200" dirty="0">
              <a:solidFill>
                <a:srgbClr val="131315"/>
              </a:solidFill>
              <a:latin typeface="Neuromax SemBd"/>
            </a:endParaRPr>
          </a:p>
        </p:txBody>
      </p:sp>
      <p:pic>
        <p:nvPicPr>
          <p:cNvPr id="6" name="Online Media 5" title="How Quake's Fast Inverse Square Root Works">
            <a:hlinkClick r:id="" action="ppaction://noaction"/>
            <a:extLst>
              <a:ext uri="{FF2B5EF4-FFF2-40B4-BE49-F238E27FC236}">
                <a16:creationId xmlns:a16="http://schemas.microsoft.com/office/drawing/2014/main" id="{3F80FC28-E6CE-4E50-A2E7-5F62E5FC93A3}"/>
              </a:ext>
            </a:extLst>
          </p:cNvPr>
          <p:cNvPicPr>
            <a:picLocks noRot="1" noChangeAspect="1"/>
          </p:cNvPicPr>
          <p:nvPr>
            <a:videoFile r:link="rId1"/>
          </p:nvPr>
        </p:nvPicPr>
        <p:blipFill>
          <a:blip r:embed="rId4"/>
          <a:stretch>
            <a:fillRect/>
          </a:stretch>
        </p:blipFill>
        <p:spPr>
          <a:xfrm>
            <a:off x="4985845" y="-2559"/>
            <a:ext cx="3821748" cy="6847840"/>
          </a:xfrm>
          <a:prstGeom prst="rect">
            <a:avLst/>
          </a:prstGeom>
        </p:spPr>
      </p:pic>
    </p:spTree>
    <p:extLst>
      <p:ext uri="{BB962C8B-B14F-4D97-AF65-F5344CB8AC3E}">
        <p14:creationId xmlns:p14="http://schemas.microsoft.com/office/powerpoint/2010/main" val="1772868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566928" y="896112"/>
            <a:ext cx="1828800" cy="914400"/>
          </a:xfrm>
          <a:prstGeom prst="rect">
            <a:avLst/>
          </a:prstGeom>
          <a:noFill/>
        </p:spPr>
        <p:txBody>
          <a:bodyPr wrap="square" lIns="0" tIns="0" rIns="0" bIns="0" anchor="t">
            <a:noAutofit/>
          </a:bodyPr>
          <a:lstStyle/>
          <a:p>
            <a:pPr algn="l">
              <a:lnSpc>
                <a:spcPct val="100000"/>
              </a:lnSpc>
              <a:spcBef>
                <a:spcPts val="0"/>
              </a:spcBef>
              <a:spcAft>
                <a:spcPts val="0"/>
              </a:spcAft>
            </a:pPr>
            <a:r>
              <a:rPr sz="6000" b="0" i="0">
                <a:solidFill>
                  <a:srgbClr val="F08A3C"/>
                </a:solidFill>
                <a:latin typeface="Neuromax SemBd"/>
              </a:rPr>
              <a:t>04</a:t>
            </a:r>
          </a:p>
        </p:txBody>
      </p:sp>
      <p:sp>
        <p:nvSpPr>
          <p:cNvPr id="6" name="TextBox 5"/>
          <p:cNvSpPr txBox="1"/>
          <p:nvPr/>
        </p:nvSpPr>
        <p:spPr>
          <a:xfrm>
            <a:off x="566928" y="1755648"/>
            <a:ext cx="5212080" cy="1463040"/>
          </a:xfrm>
          <a:prstGeom prst="rect">
            <a:avLst/>
          </a:prstGeom>
          <a:noFill/>
        </p:spPr>
        <p:txBody>
          <a:bodyPr wrap="square" lIns="0" tIns="0" rIns="0" bIns="0" anchor="t">
            <a:noAutofit/>
          </a:bodyPr>
          <a:lstStyle/>
          <a:p>
            <a:pPr algn="l">
              <a:lnSpc>
                <a:spcPct val="95000"/>
              </a:lnSpc>
              <a:spcBef>
                <a:spcPts val="0"/>
              </a:spcBef>
              <a:spcAft>
                <a:spcPts val="0"/>
              </a:spcAft>
            </a:pPr>
            <a:r>
              <a:rPr sz="4800" b="0" i="0">
                <a:solidFill>
                  <a:srgbClr val="131315"/>
                </a:solidFill>
                <a:latin typeface="Neuromax SemBd"/>
              </a:rPr>
              <a:t>CINCO</a:t>
            </a:r>
          </a:p>
          <a:p>
            <a:pPr algn="l">
              <a:lnSpc>
                <a:spcPct val="95000"/>
              </a:lnSpc>
              <a:spcBef>
                <a:spcPts val="0"/>
              </a:spcBef>
              <a:spcAft>
                <a:spcPts val="0"/>
              </a:spcAft>
            </a:pPr>
            <a:r>
              <a:rPr sz="4800" b="0" i="0">
                <a:solidFill>
                  <a:srgbClr val="131315"/>
                </a:solidFill>
                <a:latin typeface="Neuromax SemBd"/>
              </a:rPr>
              <a:t>PRINCIPIOS</a:t>
            </a:r>
          </a:p>
        </p:txBody>
      </p:sp>
      <p:sp>
        <p:nvSpPr>
          <p:cNvPr id="7" name="Rectangle 6"/>
          <p:cNvSpPr/>
          <p:nvPr/>
        </p:nvSpPr>
        <p:spPr>
          <a:xfrm>
            <a:off x="566928" y="3310128"/>
            <a:ext cx="2011680" cy="64008"/>
          </a:xfrm>
          <a:prstGeom prst="rect">
            <a:avLst/>
          </a:prstGeom>
          <a:solidFill>
            <a:srgbClr val="F08A3C"/>
          </a:solidFill>
          <a:ln>
            <a:noFill/>
          </a:ln>
          <a:effectLst/>
        </p:spPr>
        <p:txBody>
          <a:bodyPr rtlCol="0" anchor="ctr"/>
          <a:lstStyle/>
          <a:p>
            <a:pPr algn="ctr"/>
            <a:endParaRPr/>
          </a:p>
        </p:txBody>
      </p:sp>
      <p:sp>
        <p:nvSpPr>
          <p:cNvPr id="8" name="TextBox 7"/>
          <p:cNvSpPr txBox="1"/>
          <p:nvPr/>
        </p:nvSpPr>
        <p:spPr>
          <a:xfrm>
            <a:off x="566928" y="3547872"/>
            <a:ext cx="5212080" cy="822960"/>
          </a:xfrm>
          <a:prstGeom prst="rect">
            <a:avLst/>
          </a:prstGeom>
          <a:noFill/>
        </p:spPr>
        <p:txBody>
          <a:bodyPr wrap="square" lIns="0" tIns="0" rIns="0" bIns="0" anchor="t">
            <a:noAutofit/>
          </a:bodyPr>
          <a:lstStyle/>
          <a:p>
            <a:pPr>
              <a:lnSpc>
                <a:spcPct val="105000"/>
              </a:lnSpc>
            </a:pPr>
            <a:r>
              <a:rPr lang="en-US" dirty="0">
                <a:solidFill>
                  <a:srgbClr val="4F5361"/>
                </a:solidFill>
                <a:latin typeface="Neuromax"/>
              </a:rPr>
              <a:t>La </a:t>
            </a:r>
            <a:r>
              <a:rPr lang="en-US" dirty="0" err="1">
                <a:solidFill>
                  <a:srgbClr val="4F5361"/>
                </a:solidFill>
                <a:latin typeface="Neuromax"/>
              </a:rPr>
              <a:t>leccion</a:t>
            </a:r>
            <a:r>
              <a:rPr lang="en-US" dirty="0">
                <a:solidFill>
                  <a:srgbClr val="4F5361"/>
                </a:solidFill>
                <a:latin typeface="Neuromax"/>
              </a:rPr>
              <a:t> </a:t>
            </a:r>
            <a:r>
              <a:rPr sz="1800" b="0" i="0" dirty="0">
                <a:solidFill>
                  <a:srgbClr val="4F5361"/>
                </a:solidFill>
                <a:latin typeface="Neuromax"/>
              </a:rPr>
              <a:t>de </a:t>
            </a:r>
            <a:r>
              <a:rPr lang="en-US" dirty="0">
                <a:solidFill>
                  <a:srgbClr val="4F5361"/>
                </a:solidFill>
                <a:latin typeface="Neuromax"/>
              </a:rPr>
              <a:t>John Romero</a:t>
            </a:r>
            <a:r>
              <a:rPr sz="1800" b="0" i="0" dirty="0">
                <a:solidFill>
                  <a:srgbClr val="4F5361"/>
                </a:solidFill>
                <a:latin typeface="Neuromax"/>
              </a:rPr>
              <a:t>.</a:t>
            </a:r>
          </a:p>
        </p:txBody>
      </p:sp>
      <p:sp>
        <p:nvSpPr>
          <p:cNvPr id="9" name="TextBox 8"/>
          <p:cNvSpPr txBox="1"/>
          <p:nvPr/>
        </p:nvSpPr>
        <p:spPr>
          <a:xfrm>
            <a:off x="508871" y="3967480"/>
            <a:ext cx="52120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0" i="0">
                <a:solidFill>
                  <a:srgbClr val="B45309"/>
                </a:solidFill>
                <a:latin typeface="Neuromax SemBd"/>
              </a:rPr>
              <a:t>GDC EUROPE 2016 · STRANGE LOOP 2022</a:t>
            </a:r>
          </a:p>
        </p:txBody>
      </p:sp>
      <p:sp>
        <p:nvSpPr>
          <p:cNvPr id="10" name="TextBox 9"/>
          <p:cNvSpPr txBox="1"/>
          <p:nvPr/>
        </p:nvSpPr>
        <p:spPr>
          <a:xfrm>
            <a:off x="443556" y="4623526"/>
            <a:ext cx="5212080" cy="594360"/>
          </a:xfrm>
          <a:prstGeom prst="rect">
            <a:avLst/>
          </a:prstGeom>
          <a:noFill/>
        </p:spPr>
        <p:txBody>
          <a:bodyPr wrap="square" lIns="0" tIns="0" rIns="0" bIns="0" anchor="t">
            <a:noAutofit/>
          </a:bodyPr>
          <a:lstStyle/>
          <a:p>
            <a:r>
              <a:rPr lang="en-US" sz="1150" dirty="0">
                <a:solidFill>
                  <a:srgbClr val="4F5361"/>
                </a:solidFill>
                <a:latin typeface="Neuromax"/>
              </a:rPr>
              <a:t>Las </a:t>
            </a:r>
            <a:r>
              <a:rPr lang="en-US" sz="1150" dirty="0" err="1">
                <a:solidFill>
                  <a:srgbClr val="4F5361"/>
                </a:solidFill>
                <a:latin typeface="Neuromax"/>
              </a:rPr>
              <a:t>reglas</a:t>
            </a:r>
            <a:r>
              <a:rPr lang="en-US" sz="1150" dirty="0">
                <a:solidFill>
                  <a:srgbClr val="4F5361"/>
                </a:solidFill>
                <a:latin typeface="Neuromax"/>
              </a:rPr>
              <a:t> </a:t>
            </a:r>
            <a:r>
              <a:rPr lang="en-US" sz="1150" dirty="0" err="1">
                <a:solidFill>
                  <a:srgbClr val="4F5361"/>
                </a:solidFill>
                <a:latin typeface="Neuromax"/>
              </a:rPr>
              <a:t>que</a:t>
            </a:r>
            <a:r>
              <a:rPr lang="en-US" sz="1150" dirty="0">
                <a:solidFill>
                  <a:srgbClr val="4F5361"/>
                </a:solidFill>
                <a:latin typeface="Neuromax"/>
              </a:rPr>
              <a:t> le</a:t>
            </a:r>
            <a:r>
              <a:rPr sz="1150" b="0" i="0" dirty="0">
                <a:solidFill>
                  <a:srgbClr val="4F5361"/>
                </a:solidFill>
                <a:latin typeface="Neuromax"/>
              </a:rPr>
              <a:t> </a:t>
            </a:r>
            <a:r>
              <a:rPr sz="1150" b="0" i="0" dirty="0" err="1">
                <a:solidFill>
                  <a:srgbClr val="4F5361"/>
                </a:solidFill>
                <a:latin typeface="Neuromax"/>
              </a:rPr>
              <a:t>funcionaron</a:t>
            </a:r>
            <a:r>
              <a:rPr sz="1150" b="0" i="0" dirty="0">
                <a:solidFill>
                  <a:srgbClr val="4F5361"/>
                </a:solidFill>
                <a:latin typeface="Neuromax"/>
              </a:rPr>
              <a:t> para un </a:t>
            </a:r>
            <a:r>
              <a:rPr sz="1150" b="0" i="0" dirty="0" err="1">
                <a:solidFill>
                  <a:srgbClr val="4F5361"/>
                </a:solidFill>
                <a:latin typeface="Neuromax"/>
              </a:rPr>
              <a:t>equipo</a:t>
            </a:r>
            <a:r>
              <a:rPr sz="1150" b="0" i="0" dirty="0">
                <a:solidFill>
                  <a:srgbClr val="4F5361"/>
                </a:solidFill>
                <a:latin typeface="Neuromax"/>
              </a:rPr>
              <a:t> </a:t>
            </a:r>
            <a:r>
              <a:rPr sz="1150" b="0" i="0" dirty="0" err="1">
                <a:solidFill>
                  <a:srgbClr val="4F5361"/>
                </a:solidFill>
                <a:latin typeface="Neuromax"/>
              </a:rPr>
              <a:t>pequeño</a:t>
            </a:r>
            <a:r>
              <a:rPr sz="1150" b="0" i="0" dirty="0">
                <a:solidFill>
                  <a:srgbClr val="4F5361"/>
                </a:solidFill>
                <a:latin typeface="Neuromax"/>
              </a:rPr>
              <a:t> </a:t>
            </a:r>
            <a:r>
              <a:rPr lang="en-US" sz="1150" dirty="0">
                <a:solidFill>
                  <a:srgbClr val="4F5361"/>
                </a:solidFill>
                <a:latin typeface="Neuromax"/>
              </a:rPr>
              <a:t>con un </a:t>
            </a:r>
            <a:r>
              <a:rPr sz="1150" b="0" i="0" dirty="0">
                <a:solidFill>
                  <a:srgbClr val="4F5361"/>
                </a:solidFill>
                <a:latin typeface="Neuromax"/>
              </a:rPr>
              <a:t>hardware </a:t>
            </a:r>
            <a:r>
              <a:rPr sz="1150" b="0" i="0" dirty="0" err="1">
                <a:solidFill>
                  <a:srgbClr val="4F5361"/>
                </a:solidFill>
                <a:latin typeface="Neuromax"/>
              </a:rPr>
              <a:t>limitado</a:t>
            </a:r>
            <a:r>
              <a:rPr sz="1150" b="0" i="0" dirty="0">
                <a:solidFill>
                  <a:srgbClr val="4F5361"/>
                </a:solidFill>
                <a:latin typeface="Neuromax"/>
              </a:rPr>
              <a:t>.</a:t>
            </a:r>
          </a:p>
        </p:txBody>
      </p:sp>
      <p:sp>
        <p:nvSpPr>
          <p:cNvPr id="11" name="Rectangle 10"/>
          <p:cNvSpPr/>
          <p:nvPr/>
        </p:nvSpPr>
        <p:spPr>
          <a:xfrm>
            <a:off x="5989320" y="897708"/>
            <a:ext cx="5623560" cy="3727995"/>
          </a:xfrm>
          <a:prstGeom prst="rect">
            <a:avLst/>
          </a:prstGeom>
          <a:solidFill>
            <a:srgbClr val="2B293D"/>
          </a:solidFill>
          <a:ln>
            <a:noFill/>
          </a:ln>
          <a:effectLst/>
        </p:spPr>
        <p:txBody>
          <a:bodyPr rtlCol="0" anchor="ctr"/>
          <a:lstStyle/>
          <a:p>
            <a:pPr algn="ctr"/>
            <a:endParaRPr/>
          </a:p>
        </p:txBody>
      </p:sp>
      <p:sp>
        <p:nvSpPr>
          <p:cNvPr id="12" name="TextBox 11"/>
          <p:cNvSpPr txBox="1"/>
          <p:nvPr/>
        </p:nvSpPr>
        <p:spPr>
          <a:xfrm>
            <a:off x="6263640" y="1078992"/>
            <a:ext cx="41148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B45309"/>
                </a:solidFill>
                <a:latin typeface="Neuromax SemBd"/>
              </a:rPr>
              <a:t>01</a:t>
            </a:r>
          </a:p>
        </p:txBody>
      </p:sp>
      <p:sp>
        <p:nvSpPr>
          <p:cNvPr id="13" name="TextBox 12"/>
          <p:cNvSpPr txBox="1"/>
          <p:nvPr/>
        </p:nvSpPr>
        <p:spPr>
          <a:xfrm>
            <a:off x="6748272" y="1051560"/>
            <a:ext cx="4526280" cy="292608"/>
          </a:xfrm>
          <a:prstGeom prst="rect">
            <a:avLst/>
          </a:prstGeom>
          <a:noFill/>
        </p:spPr>
        <p:txBody>
          <a:bodyPr wrap="square" lIns="0" tIns="0" rIns="0" bIns="0" anchor="t">
            <a:noAutofit/>
          </a:bodyPr>
          <a:lstStyle/>
          <a:p>
            <a:pPr algn="l">
              <a:lnSpc>
                <a:spcPct val="100000"/>
              </a:lnSpc>
              <a:spcBef>
                <a:spcPts val="0"/>
              </a:spcBef>
              <a:spcAft>
                <a:spcPts val="0"/>
              </a:spcAft>
            </a:pPr>
            <a:r>
              <a:rPr sz="1650" b="0" i="0">
                <a:solidFill>
                  <a:srgbClr val="FFFFFF"/>
                </a:solidFill>
                <a:latin typeface="Neuromax SemBd"/>
              </a:rPr>
              <a:t>SIN PROTOTIPOS</a:t>
            </a:r>
          </a:p>
        </p:txBody>
      </p:sp>
      <p:sp>
        <p:nvSpPr>
          <p:cNvPr id="14" name="Rectangle 13"/>
          <p:cNvSpPr/>
          <p:nvPr/>
        </p:nvSpPr>
        <p:spPr>
          <a:xfrm>
            <a:off x="6263640" y="1517904"/>
            <a:ext cx="4892040" cy="10972"/>
          </a:xfrm>
          <a:prstGeom prst="rect">
            <a:avLst/>
          </a:prstGeom>
          <a:solidFill>
            <a:srgbClr val="4A485C"/>
          </a:solidFill>
          <a:ln>
            <a:noFill/>
          </a:ln>
          <a:effectLst/>
        </p:spPr>
        <p:txBody>
          <a:bodyPr rtlCol="0" anchor="ctr"/>
          <a:lstStyle/>
          <a:p>
            <a:pPr algn="ctr"/>
            <a:endParaRPr/>
          </a:p>
        </p:txBody>
      </p:sp>
      <p:sp>
        <p:nvSpPr>
          <p:cNvPr id="15" name="TextBox 14"/>
          <p:cNvSpPr txBox="1"/>
          <p:nvPr/>
        </p:nvSpPr>
        <p:spPr>
          <a:xfrm>
            <a:off x="6263640" y="1828800"/>
            <a:ext cx="41148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B45309"/>
                </a:solidFill>
                <a:latin typeface="Neuromax SemBd"/>
              </a:rPr>
              <a:t>02</a:t>
            </a:r>
          </a:p>
        </p:txBody>
      </p:sp>
      <p:sp>
        <p:nvSpPr>
          <p:cNvPr id="16" name="TextBox 15"/>
          <p:cNvSpPr txBox="1"/>
          <p:nvPr/>
        </p:nvSpPr>
        <p:spPr>
          <a:xfrm>
            <a:off x="6748272" y="1801368"/>
            <a:ext cx="4526280" cy="292608"/>
          </a:xfrm>
          <a:prstGeom prst="rect">
            <a:avLst/>
          </a:prstGeom>
          <a:noFill/>
        </p:spPr>
        <p:txBody>
          <a:bodyPr wrap="square" lIns="0" tIns="0" rIns="0" bIns="0" anchor="t">
            <a:noAutofit/>
          </a:bodyPr>
          <a:lstStyle/>
          <a:p>
            <a:pPr algn="l">
              <a:lnSpc>
                <a:spcPct val="100000"/>
              </a:lnSpc>
              <a:spcBef>
                <a:spcPts val="0"/>
              </a:spcBef>
              <a:spcAft>
                <a:spcPts val="0"/>
              </a:spcAft>
            </a:pPr>
            <a:r>
              <a:rPr sz="1650" b="0" i="0">
                <a:solidFill>
                  <a:srgbClr val="FFFFFF"/>
                </a:solidFill>
                <a:latin typeface="Neuromax SemBd"/>
              </a:rPr>
              <a:t>EL JUEGO SIEMPRE CORRE</a:t>
            </a:r>
          </a:p>
        </p:txBody>
      </p:sp>
      <p:sp>
        <p:nvSpPr>
          <p:cNvPr id="17" name="Rectangle 16"/>
          <p:cNvSpPr/>
          <p:nvPr/>
        </p:nvSpPr>
        <p:spPr>
          <a:xfrm>
            <a:off x="6263640" y="2267712"/>
            <a:ext cx="4892040" cy="10972"/>
          </a:xfrm>
          <a:prstGeom prst="rect">
            <a:avLst/>
          </a:prstGeom>
          <a:solidFill>
            <a:srgbClr val="4A485C"/>
          </a:solidFill>
          <a:ln>
            <a:noFill/>
          </a:ln>
          <a:effectLst/>
        </p:spPr>
        <p:txBody>
          <a:bodyPr rtlCol="0" anchor="ctr"/>
          <a:lstStyle/>
          <a:p>
            <a:pPr algn="ctr"/>
            <a:endParaRPr/>
          </a:p>
        </p:txBody>
      </p:sp>
      <p:sp>
        <p:nvSpPr>
          <p:cNvPr id="18" name="TextBox 17"/>
          <p:cNvSpPr txBox="1"/>
          <p:nvPr/>
        </p:nvSpPr>
        <p:spPr>
          <a:xfrm>
            <a:off x="6263640" y="2578608"/>
            <a:ext cx="41148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B45309"/>
                </a:solidFill>
                <a:latin typeface="Neuromax SemBd"/>
              </a:rPr>
              <a:t>03</a:t>
            </a:r>
          </a:p>
        </p:txBody>
      </p:sp>
      <p:sp>
        <p:nvSpPr>
          <p:cNvPr id="19" name="TextBox 18"/>
          <p:cNvSpPr txBox="1"/>
          <p:nvPr/>
        </p:nvSpPr>
        <p:spPr>
          <a:xfrm>
            <a:off x="6748272" y="2551176"/>
            <a:ext cx="4526280" cy="292608"/>
          </a:xfrm>
          <a:prstGeom prst="rect">
            <a:avLst/>
          </a:prstGeom>
          <a:noFill/>
        </p:spPr>
        <p:txBody>
          <a:bodyPr wrap="square" lIns="0" tIns="0" rIns="0" bIns="0" anchor="t">
            <a:noAutofit/>
          </a:bodyPr>
          <a:lstStyle/>
          <a:p>
            <a:pPr algn="l">
              <a:lnSpc>
                <a:spcPct val="100000"/>
              </a:lnSpc>
              <a:spcBef>
                <a:spcPts val="0"/>
              </a:spcBef>
              <a:spcAft>
                <a:spcPts val="0"/>
              </a:spcAft>
            </a:pPr>
            <a:r>
              <a:rPr sz="1650" b="0" i="0">
                <a:solidFill>
                  <a:srgbClr val="FFFFFF"/>
                </a:solidFill>
                <a:latin typeface="Neuromax SemBd"/>
              </a:rPr>
              <a:t>CÓDIGO SIMPLE</a:t>
            </a:r>
          </a:p>
        </p:txBody>
      </p:sp>
      <p:sp>
        <p:nvSpPr>
          <p:cNvPr id="20" name="Rectangle 19"/>
          <p:cNvSpPr/>
          <p:nvPr/>
        </p:nvSpPr>
        <p:spPr>
          <a:xfrm>
            <a:off x="6263640" y="3017520"/>
            <a:ext cx="4892040" cy="10972"/>
          </a:xfrm>
          <a:prstGeom prst="rect">
            <a:avLst/>
          </a:prstGeom>
          <a:solidFill>
            <a:srgbClr val="4A485C"/>
          </a:solidFill>
          <a:ln>
            <a:noFill/>
          </a:ln>
          <a:effectLst/>
        </p:spPr>
        <p:txBody>
          <a:bodyPr rtlCol="0" anchor="ctr"/>
          <a:lstStyle/>
          <a:p>
            <a:pPr algn="ctr"/>
            <a:endParaRPr/>
          </a:p>
        </p:txBody>
      </p:sp>
      <p:sp>
        <p:nvSpPr>
          <p:cNvPr id="21" name="TextBox 20"/>
          <p:cNvSpPr txBox="1"/>
          <p:nvPr/>
        </p:nvSpPr>
        <p:spPr>
          <a:xfrm>
            <a:off x="6263640" y="3328415"/>
            <a:ext cx="41148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B45309"/>
                </a:solidFill>
                <a:latin typeface="Neuromax SemBd"/>
              </a:rPr>
              <a:t>04</a:t>
            </a:r>
          </a:p>
        </p:txBody>
      </p:sp>
      <p:sp>
        <p:nvSpPr>
          <p:cNvPr id="22" name="TextBox 21"/>
          <p:cNvSpPr txBox="1"/>
          <p:nvPr/>
        </p:nvSpPr>
        <p:spPr>
          <a:xfrm>
            <a:off x="6748272" y="3300984"/>
            <a:ext cx="4526280" cy="292608"/>
          </a:xfrm>
          <a:prstGeom prst="rect">
            <a:avLst/>
          </a:prstGeom>
          <a:noFill/>
        </p:spPr>
        <p:txBody>
          <a:bodyPr wrap="square" lIns="0" tIns="0" rIns="0" bIns="0" anchor="t">
            <a:noAutofit/>
          </a:bodyPr>
          <a:lstStyle/>
          <a:p>
            <a:pPr algn="l">
              <a:lnSpc>
                <a:spcPct val="100000"/>
              </a:lnSpc>
              <a:spcBef>
                <a:spcPts val="0"/>
              </a:spcBef>
              <a:spcAft>
                <a:spcPts val="0"/>
              </a:spcAft>
            </a:pPr>
            <a:r>
              <a:rPr sz="1650" b="0" i="0">
                <a:solidFill>
                  <a:srgbClr val="FFFFFF"/>
                </a:solidFill>
                <a:latin typeface="Neuromax SemBd"/>
              </a:rPr>
              <a:t>HERRAMIENTAS PRIMERO</a:t>
            </a:r>
          </a:p>
        </p:txBody>
      </p:sp>
      <p:sp>
        <p:nvSpPr>
          <p:cNvPr id="23" name="Rectangle 22"/>
          <p:cNvSpPr/>
          <p:nvPr/>
        </p:nvSpPr>
        <p:spPr>
          <a:xfrm>
            <a:off x="6263640" y="3767327"/>
            <a:ext cx="4892040" cy="10972"/>
          </a:xfrm>
          <a:prstGeom prst="rect">
            <a:avLst/>
          </a:prstGeom>
          <a:solidFill>
            <a:srgbClr val="4A485C"/>
          </a:solidFill>
          <a:ln>
            <a:noFill/>
          </a:ln>
          <a:effectLst/>
        </p:spPr>
        <p:txBody>
          <a:bodyPr rtlCol="0" anchor="ctr"/>
          <a:lstStyle/>
          <a:p>
            <a:pPr algn="ctr"/>
            <a:endParaRPr/>
          </a:p>
        </p:txBody>
      </p:sp>
      <p:sp>
        <p:nvSpPr>
          <p:cNvPr id="24" name="TextBox 23"/>
          <p:cNvSpPr txBox="1"/>
          <p:nvPr/>
        </p:nvSpPr>
        <p:spPr>
          <a:xfrm>
            <a:off x="6263640" y="4078224"/>
            <a:ext cx="411480" cy="237744"/>
          </a:xfrm>
          <a:prstGeom prst="rect">
            <a:avLst/>
          </a:prstGeom>
          <a:noFill/>
        </p:spPr>
        <p:txBody>
          <a:bodyPr wrap="square" lIns="0" tIns="0" rIns="0" bIns="0" anchor="t">
            <a:noAutofit/>
          </a:bodyPr>
          <a:lstStyle/>
          <a:p>
            <a:pPr algn="l">
              <a:lnSpc>
                <a:spcPct val="100000"/>
              </a:lnSpc>
              <a:spcBef>
                <a:spcPts val="0"/>
              </a:spcBef>
              <a:spcAft>
                <a:spcPts val="0"/>
              </a:spcAft>
            </a:pPr>
            <a:r>
              <a:rPr sz="1050" b="0" i="0">
                <a:solidFill>
                  <a:srgbClr val="B45309"/>
                </a:solidFill>
                <a:latin typeface="Neuromax SemBd"/>
              </a:rPr>
              <a:t>05</a:t>
            </a:r>
          </a:p>
        </p:txBody>
      </p:sp>
      <p:sp>
        <p:nvSpPr>
          <p:cNvPr id="25" name="TextBox 24"/>
          <p:cNvSpPr txBox="1"/>
          <p:nvPr/>
        </p:nvSpPr>
        <p:spPr>
          <a:xfrm>
            <a:off x="6748272" y="4050791"/>
            <a:ext cx="4526280" cy="292608"/>
          </a:xfrm>
          <a:prstGeom prst="rect">
            <a:avLst/>
          </a:prstGeom>
          <a:noFill/>
        </p:spPr>
        <p:txBody>
          <a:bodyPr wrap="square" lIns="0" tIns="0" rIns="0" bIns="0" anchor="t">
            <a:noAutofit/>
          </a:bodyPr>
          <a:lstStyle/>
          <a:p>
            <a:pPr algn="l">
              <a:lnSpc>
                <a:spcPct val="100000"/>
              </a:lnSpc>
              <a:spcBef>
                <a:spcPts val="0"/>
              </a:spcBef>
              <a:spcAft>
                <a:spcPts val="0"/>
              </a:spcAft>
            </a:pPr>
            <a:r>
              <a:rPr sz="1650" b="0" i="0">
                <a:solidFill>
                  <a:srgbClr val="FFFFFF"/>
                </a:solidFill>
                <a:latin typeface="Neuromax SemBd"/>
              </a:rPr>
              <a:t>CÓDIGO PARA ESTE JUEGO</a:t>
            </a:r>
          </a:p>
        </p:txBody>
      </p:sp>
      <p:pic>
        <p:nvPicPr>
          <p:cNvPr id="27" name="Picture 26" descr="star.png"/>
          <p:cNvPicPr>
            <a:picLocks noChangeAspect="1"/>
          </p:cNvPicPr>
          <p:nvPr/>
        </p:nvPicPr>
        <p:blipFill>
          <a:blip r:embed="rId4"/>
          <a:stretch>
            <a:fillRect/>
          </a:stretch>
        </p:blipFill>
        <p:spPr>
          <a:xfrm>
            <a:off x="10716768" y="347472"/>
            <a:ext cx="713232" cy="6766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472585" y="199717"/>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SIEMPRE ALGO QUE MOSTRAR</a:t>
            </a:r>
          </a:p>
        </p:txBody>
      </p:sp>
      <p:sp>
        <p:nvSpPr>
          <p:cNvPr id="6" name="TextBox 5"/>
          <p:cNvSpPr txBox="1"/>
          <p:nvPr/>
        </p:nvSpPr>
        <p:spPr>
          <a:xfrm>
            <a:off x="407271" y="774192"/>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Los dos primeros principios tienen que ver con el estado del proyecto.</a:t>
            </a:r>
          </a:p>
        </p:txBody>
      </p:sp>
      <p:sp>
        <p:nvSpPr>
          <p:cNvPr id="7" name="Rectangle 6"/>
          <p:cNvSpPr/>
          <p:nvPr/>
        </p:nvSpPr>
        <p:spPr>
          <a:xfrm>
            <a:off x="279234" y="1481328"/>
            <a:ext cx="5440680" cy="3913632"/>
          </a:xfrm>
          <a:prstGeom prst="rect">
            <a:avLst/>
          </a:prstGeom>
          <a:solidFill>
            <a:srgbClr val="FFFFFF"/>
          </a:solidFill>
          <a:ln>
            <a:noFill/>
          </a:ln>
          <a:effectLst/>
        </p:spPr>
        <p:txBody>
          <a:bodyPr rtlCol="0" anchor="ctr"/>
          <a:lstStyle/>
          <a:p>
            <a:pPr algn="ctr"/>
            <a:endParaRPr/>
          </a:p>
        </p:txBody>
      </p:sp>
      <p:sp>
        <p:nvSpPr>
          <p:cNvPr id="8" name="Rectangle 7"/>
          <p:cNvSpPr/>
          <p:nvPr/>
        </p:nvSpPr>
        <p:spPr>
          <a:xfrm>
            <a:off x="279234" y="1481328"/>
            <a:ext cx="64008" cy="3913632"/>
          </a:xfrm>
          <a:prstGeom prst="rect">
            <a:avLst/>
          </a:prstGeom>
          <a:solidFill>
            <a:srgbClr val="F08A3C"/>
          </a:solidFill>
          <a:ln>
            <a:noFill/>
          </a:ln>
          <a:effectLst/>
        </p:spPr>
        <p:txBody>
          <a:bodyPr rtlCol="0" anchor="ctr"/>
          <a:lstStyle/>
          <a:p>
            <a:pPr algn="ctr"/>
            <a:endParaRPr/>
          </a:p>
        </p:txBody>
      </p:sp>
      <p:sp>
        <p:nvSpPr>
          <p:cNvPr id="9" name="TextBox 8"/>
          <p:cNvSpPr txBox="1"/>
          <p:nvPr/>
        </p:nvSpPr>
        <p:spPr>
          <a:xfrm>
            <a:off x="526122" y="1645920"/>
            <a:ext cx="1828800" cy="201168"/>
          </a:xfrm>
          <a:prstGeom prst="rect">
            <a:avLst/>
          </a:prstGeom>
          <a:noFill/>
        </p:spPr>
        <p:txBody>
          <a:bodyPr wrap="square" lIns="0" tIns="0" rIns="0" bIns="0" anchor="t">
            <a:noAutofit/>
          </a:bodyPr>
          <a:lstStyle/>
          <a:p>
            <a:r>
              <a:rPr lang="en-US" sz="1300">
                <a:solidFill>
                  <a:srgbClr val="B45309"/>
                </a:solidFill>
                <a:latin typeface="Neuromax SemBd"/>
              </a:rPr>
              <a:t>PRINCIPIO 01</a:t>
            </a:r>
            <a:endParaRPr sz="1300" b="0" i="0">
              <a:solidFill>
                <a:srgbClr val="B45309"/>
              </a:solidFill>
              <a:latin typeface="Neuromax SemBd"/>
            </a:endParaRPr>
          </a:p>
        </p:txBody>
      </p:sp>
      <p:sp>
        <p:nvSpPr>
          <p:cNvPr id="10" name="TextBox 9"/>
          <p:cNvSpPr txBox="1"/>
          <p:nvPr/>
        </p:nvSpPr>
        <p:spPr>
          <a:xfrm>
            <a:off x="526122" y="1874519"/>
            <a:ext cx="4892040" cy="384048"/>
          </a:xfrm>
          <a:prstGeom prst="rect">
            <a:avLst/>
          </a:prstGeom>
          <a:noFill/>
        </p:spPr>
        <p:txBody>
          <a:bodyPr wrap="square" lIns="0" tIns="0" rIns="0" bIns="0" anchor="t">
            <a:noAutofit/>
          </a:bodyPr>
          <a:lstStyle/>
          <a:p>
            <a:pPr algn="l">
              <a:lnSpc>
                <a:spcPct val="100000"/>
              </a:lnSpc>
              <a:spcBef>
                <a:spcPts val="0"/>
              </a:spcBef>
              <a:spcAft>
                <a:spcPts val="0"/>
              </a:spcAft>
            </a:pPr>
            <a:r>
              <a:rPr sz="2300" b="0" i="0">
                <a:solidFill>
                  <a:srgbClr val="131315"/>
                </a:solidFill>
                <a:latin typeface="Neuromax SemBd"/>
              </a:rPr>
              <a:t>SIN PROTOTIPOS</a:t>
            </a:r>
          </a:p>
        </p:txBody>
      </p:sp>
      <p:sp>
        <p:nvSpPr>
          <p:cNvPr id="11" name="TextBox 10"/>
          <p:cNvSpPr txBox="1"/>
          <p:nvPr/>
        </p:nvSpPr>
        <p:spPr>
          <a:xfrm>
            <a:off x="526122" y="2331720"/>
            <a:ext cx="4846320" cy="841248"/>
          </a:xfrm>
          <a:prstGeom prst="rect">
            <a:avLst/>
          </a:prstGeom>
          <a:noFill/>
        </p:spPr>
        <p:txBody>
          <a:bodyPr wrap="square" lIns="0" tIns="0" rIns="0" bIns="0" anchor="t">
            <a:noAutofit/>
          </a:bodyPr>
          <a:lstStyle/>
          <a:p>
            <a:pPr>
              <a:lnSpc>
                <a:spcPct val="102000"/>
              </a:lnSpc>
            </a:pPr>
            <a:r>
              <a:rPr sz="1250" b="0" i="0" dirty="0">
                <a:solidFill>
                  <a:srgbClr val="4F5361"/>
                </a:solidFill>
                <a:latin typeface="Neuromax"/>
              </a:rPr>
              <a:t>El juego se </a:t>
            </a:r>
            <a:r>
              <a:rPr sz="1250" b="0" i="0" dirty="0" err="1">
                <a:solidFill>
                  <a:srgbClr val="4F5361"/>
                </a:solidFill>
                <a:latin typeface="Neuromax"/>
              </a:rPr>
              <a:t>mantiene</a:t>
            </a:r>
            <a:r>
              <a:rPr sz="1250" b="0" i="0" dirty="0">
                <a:solidFill>
                  <a:srgbClr val="4F5361"/>
                </a:solidFill>
                <a:latin typeface="Neuromax"/>
              </a:rPr>
              <a:t> </a:t>
            </a:r>
            <a:r>
              <a:rPr lang="en-US" sz="1250" b="1" dirty="0">
                <a:solidFill>
                  <a:srgbClr val="4F5361"/>
                </a:solidFill>
                <a:latin typeface="Neuromax"/>
              </a:rPr>
              <a:t>FUNCIONALMENTE</a:t>
            </a:r>
            <a:r>
              <a:rPr lang="en-US" sz="1250" dirty="0">
                <a:solidFill>
                  <a:srgbClr val="4F5361"/>
                </a:solidFill>
                <a:latin typeface="Neuromax"/>
              </a:rPr>
              <a:t> </a:t>
            </a:r>
            <a:r>
              <a:rPr lang="en-US" sz="1250" dirty="0" err="1">
                <a:solidFill>
                  <a:srgbClr val="4F5361"/>
                </a:solidFill>
                <a:latin typeface="Neuromax"/>
              </a:rPr>
              <a:t>jugable</a:t>
            </a:r>
            <a:r>
              <a:rPr sz="1250" b="0" i="0" dirty="0">
                <a:solidFill>
                  <a:srgbClr val="4F5361"/>
                </a:solidFill>
                <a:latin typeface="Neuromax"/>
              </a:rPr>
              <a:t> </a:t>
            </a:r>
            <a:r>
              <a:rPr sz="1250" b="0" i="0" dirty="0" err="1">
                <a:solidFill>
                  <a:srgbClr val="4F5361"/>
                </a:solidFill>
                <a:latin typeface="Neuromax"/>
              </a:rPr>
              <a:t>desde</a:t>
            </a:r>
            <a:r>
              <a:rPr sz="1250" b="0" i="0" dirty="0">
                <a:solidFill>
                  <a:srgbClr val="4F5361"/>
                </a:solidFill>
                <a:latin typeface="Neuromax"/>
              </a:rPr>
              <a:t> el primer día. </a:t>
            </a:r>
            <a:endParaRPr lang="en-US" sz="1250" dirty="0"/>
          </a:p>
          <a:p>
            <a:pPr>
              <a:lnSpc>
                <a:spcPct val="102000"/>
              </a:lnSpc>
            </a:pPr>
            <a:r>
              <a:rPr sz="1250" b="0" i="0" dirty="0">
                <a:solidFill>
                  <a:srgbClr val="4F5361"/>
                </a:solidFill>
                <a:latin typeface="Neuromax"/>
              </a:rPr>
              <a:t>La </a:t>
            </a:r>
            <a:r>
              <a:rPr sz="1250" b="0" i="0" dirty="0" err="1">
                <a:solidFill>
                  <a:srgbClr val="4F5361"/>
                </a:solidFill>
                <a:latin typeface="Neuromax"/>
              </a:rPr>
              <a:t>calidad</a:t>
            </a:r>
            <a:r>
              <a:rPr sz="1250" b="0" i="0" dirty="0">
                <a:solidFill>
                  <a:srgbClr val="4F5361"/>
                </a:solidFill>
                <a:latin typeface="Neuromax"/>
              </a:rPr>
              <a:t> no se </a:t>
            </a:r>
            <a:r>
              <a:rPr sz="1250" b="0" i="0" dirty="0" err="1">
                <a:solidFill>
                  <a:srgbClr val="4F5361"/>
                </a:solidFill>
                <a:latin typeface="Neuromax"/>
              </a:rPr>
              <a:t>deja</a:t>
            </a:r>
            <a:r>
              <a:rPr sz="1250" b="0" i="0" dirty="0">
                <a:solidFill>
                  <a:srgbClr val="4F5361"/>
                </a:solidFill>
                <a:latin typeface="Neuromax"/>
              </a:rPr>
              <a:t> para el final: se pule </a:t>
            </a:r>
            <a:r>
              <a:rPr lang="en-US" sz="1250" b="1" dirty="0">
                <a:solidFill>
                  <a:srgbClr val="4F5361"/>
                </a:solidFill>
                <a:latin typeface="Neuromax"/>
              </a:rPr>
              <a:t>FUNCIONALMENTE</a:t>
            </a:r>
            <a:r>
              <a:rPr lang="en-US" sz="1250" dirty="0">
                <a:solidFill>
                  <a:srgbClr val="4F5361"/>
                </a:solidFill>
                <a:latin typeface="Neuromax"/>
              </a:rPr>
              <a:t> </a:t>
            </a:r>
            <a:r>
              <a:rPr lang="en-US" sz="1250" dirty="0" err="1">
                <a:solidFill>
                  <a:srgbClr val="4F5361"/>
                </a:solidFill>
                <a:latin typeface="Neuromax"/>
              </a:rPr>
              <a:t>mientras</a:t>
            </a:r>
            <a:r>
              <a:rPr sz="1250" b="0" i="0" dirty="0">
                <a:solidFill>
                  <a:srgbClr val="4F5361"/>
                </a:solidFill>
                <a:latin typeface="Neuromax"/>
              </a:rPr>
              <a:t> se </a:t>
            </a:r>
            <a:r>
              <a:rPr sz="1250" b="0" i="0" dirty="0" err="1">
                <a:solidFill>
                  <a:srgbClr val="4F5361"/>
                </a:solidFill>
                <a:latin typeface="Neuromax"/>
              </a:rPr>
              <a:t>construye</a:t>
            </a:r>
            <a:r>
              <a:rPr sz="1250" b="0" i="0" dirty="0">
                <a:solidFill>
                  <a:srgbClr val="4F5361"/>
                </a:solidFill>
                <a:latin typeface="Neuromax"/>
              </a:rPr>
              <a:t>.</a:t>
            </a:r>
            <a:endParaRPr sz="1250" dirty="0"/>
          </a:p>
        </p:txBody>
      </p:sp>
      <p:sp>
        <p:nvSpPr>
          <p:cNvPr id="12" name="TextBox 11"/>
          <p:cNvSpPr txBox="1"/>
          <p:nvPr/>
        </p:nvSpPr>
        <p:spPr>
          <a:xfrm>
            <a:off x="533379" y="3266585"/>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B45309"/>
                </a:solidFill>
                <a:latin typeface="Neuromax SemBd"/>
              </a:rPr>
              <a:t>EN ID</a:t>
            </a:r>
          </a:p>
        </p:txBody>
      </p:sp>
      <p:sp>
        <p:nvSpPr>
          <p:cNvPr id="13" name="TextBox 12"/>
          <p:cNvSpPr txBox="1"/>
          <p:nvPr/>
        </p:nvSpPr>
        <p:spPr>
          <a:xfrm>
            <a:off x="533379" y="3529584"/>
            <a:ext cx="4882605" cy="244711"/>
          </a:xfrm>
          <a:prstGeom prst="rect">
            <a:avLst/>
          </a:prstGeom>
          <a:noFill/>
        </p:spPr>
        <p:txBody>
          <a:bodyPr wrap="square" lIns="0" tIns="0" rIns="0" bIns="0" anchor="t">
            <a:noAutofit/>
          </a:bodyPr>
          <a:lstStyle/>
          <a:p>
            <a:r>
              <a:rPr lang="en-US" sz="1400" b="1" dirty="0">
                <a:solidFill>
                  <a:srgbClr val="4F5361"/>
                </a:solidFill>
                <a:latin typeface="Calibri"/>
                <a:ea typeface="Calibri"/>
                <a:cs typeface="Calibri"/>
              </a:rPr>
              <a:t>La </a:t>
            </a:r>
            <a:r>
              <a:rPr lang="en-US" sz="1400" b="1" dirty="0" err="1">
                <a:solidFill>
                  <a:srgbClr val="4F5361"/>
                </a:solidFill>
                <a:latin typeface="Calibri"/>
                <a:ea typeface="Calibri"/>
                <a:cs typeface="Calibri"/>
              </a:rPr>
              <a:t>regla</a:t>
            </a:r>
            <a:r>
              <a:rPr lang="en-US" sz="1400" b="1" dirty="0">
                <a:solidFill>
                  <a:srgbClr val="4F5361"/>
                </a:solidFill>
                <a:latin typeface="Calibri"/>
                <a:ea typeface="Calibri"/>
                <a:cs typeface="Calibri"/>
              </a:rPr>
              <a:t> de </a:t>
            </a:r>
            <a:r>
              <a:rPr lang="en-US" sz="1400" b="1" dirty="0" err="1">
                <a:solidFill>
                  <a:srgbClr val="4F5361"/>
                </a:solidFill>
                <a:latin typeface="Calibri"/>
                <a:ea typeface="Calibri"/>
                <a:cs typeface="Calibri"/>
              </a:rPr>
              <a:t>oro</a:t>
            </a:r>
            <a:r>
              <a:rPr lang="en-US" sz="1400" b="1" dirty="0">
                <a:solidFill>
                  <a:srgbClr val="4F5361"/>
                </a:solidFill>
                <a:latin typeface="Calibri"/>
                <a:ea typeface="Calibri"/>
                <a:cs typeface="Calibri"/>
              </a:rPr>
              <a:t>: </a:t>
            </a:r>
            <a:r>
              <a:rPr lang="en-US" sz="1400" b="1" dirty="0" err="1">
                <a:solidFill>
                  <a:srgbClr val="4F5361"/>
                </a:solidFill>
                <a:latin typeface="Calibri"/>
                <a:ea typeface="Calibri"/>
                <a:cs typeface="Calibri"/>
              </a:rPr>
              <a:t>si</a:t>
            </a:r>
            <a:r>
              <a:rPr lang="en-US" sz="1400" b="1" dirty="0">
                <a:solidFill>
                  <a:srgbClr val="4F5361"/>
                </a:solidFill>
                <a:latin typeface="Calibri"/>
                <a:ea typeface="Calibri"/>
                <a:cs typeface="Calibri"/>
              </a:rPr>
              <a:t> el juego no se </a:t>
            </a:r>
            <a:r>
              <a:rPr lang="en-US" sz="1400" b="1" dirty="0" err="1">
                <a:solidFill>
                  <a:srgbClr val="4F5361"/>
                </a:solidFill>
                <a:latin typeface="Calibri"/>
                <a:ea typeface="Calibri"/>
                <a:cs typeface="Calibri"/>
              </a:rPr>
              <a:t>puede</a:t>
            </a:r>
            <a:r>
              <a:rPr lang="en-US" sz="1400" b="1" dirty="0">
                <a:solidFill>
                  <a:srgbClr val="4F5361"/>
                </a:solidFill>
                <a:latin typeface="Calibri"/>
                <a:ea typeface="Calibri"/>
                <a:cs typeface="Calibri"/>
              </a:rPr>
              <a:t> </a:t>
            </a:r>
            <a:r>
              <a:rPr lang="en-US" sz="1400" b="1" dirty="0" err="1">
                <a:solidFill>
                  <a:srgbClr val="4F5361"/>
                </a:solidFill>
                <a:latin typeface="Calibri"/>
                <a:ea typeface="Calibri"/>
                <a:cs typeface="Calibri"/>
              </a:rPr>
              <a:t>ejecutar</a:t>
            </a:r>
            <a:r>
              <a:rPr lang="en-US" sz="1400" b="1" dirty="0">
                <a:solidFill>
                  <a:srgbClr val="4F5361"/>
                </a:solidFill>
                <a:latin typeface="Calibri"/>
                <a:ea typeface="Calibri"/>
                <a:cs typeface="Calibri"/>
              </a:rPr>
              <a:t>, </a:t>
            </a:r>
            <a:br>
              <a:rPr lang="en-US" sz="1400" b="1" dirty="0">
                <a:solidFill>
                  <a:srgbClr val="4F5361"/>
                </a:solidFill>
                <a:latin typeface="Calibri"/>
                <a:ea typeface="Calibri"/>
                <a:cs typeface="Calibri"/>
              </a:rPr>
            </a:br>
            <a:r>
              <a:rPr lang="en-US" sz="1400" b="1" dirty="0">
                <a:solidFill>
                  <a:srgbClr val="4F5361"/>
                </a:solidFill>
                <a:latin typeface="Calibri"/>
                <a:ea typeface="Calibri"/>
                <a:cs typeface="Calibri"/>
              </a:rPr>
              <a:t>no hay nada </a:t>
            </a:r>
            <a:r>
              <a:rPr lang="en-US" sz="1400" b="1" dirty="0" err="1">
                <a:solidFill>
                  <a:srgbClr val="4F5361"/>
                </a:solidFill>
                <a:latin typeface="Calibri"/>
                <a:ea typeface="Calibri"/>
                <a:cs typeface="Calibri"/>
              </a:rPr>
              <a:t>que</a:t>
            </a:r>
            <a:r>
              <a:rPr lang="en-US" sz="1400" b="1" dirty="0">
                <a:solidFill>
                  <a:srgbClr val="4F5361"/>
                </a:solidFill>
                <a:latin typeface="Calibri"/>
                <a:ea typeface="Calibri"/>
                <a:cs typeface="Calibri"/>
              </a:rPr>
              <a:t> </a:t>
            </a:r>
            <a:r>
              <a:rPr lang="en-US" sz="1400" b="1" dirty="0" err="1">
                <a:solidFill>
                  <a:srgbClr val="4F5361"/>
                </a:solidFill>
                <a:latin typeface="Calibri"/>
                <a:ea typeface="Calibri"/>
                <a:cs typeface="Calibri"/>
              </a:rPr>
              <a:t>probar</a:t>
            </a:r>
            <a:r>
              <a:rPr lang="en-US" sz="1400" b="1" dirty="0">
                <a:solidFill>
                  <a:srgbClr val="4F5361"/>
                </a:solidFill>
                <a:latin typeface="Calibri"/>
                <a:ea typeface="Calibri"/>
                <a:cs typeface="Calibri"/>
              </a:rPr>
              <a:t>.</a:t>
            </a:r>
            <a:endParaRPr lang="en-US" sz="1200" dirty="0">
              <a:solidFill>
                <a:srgbClr val="131315"/>
              </a:solidFill>
              <a:latin typeface="Neuromax"/>
              <a:ea typeface="Calibri"/>
              <a:cs typeface="Calibri"/>
            </a:endParaRPr>
          </a:p>
        </p:txBody>
      </p:sp>
      <p:sp>
        <p:nvSpPr>
          <p:cNvPr id="14" name="TextBox 13"/>
          <p:cNvSpPr txBox="1"/>
          <p:nvPr/>
        </p:nvSpPr>
        <p:spPr>
          <a:xfrm>
            <a:off x="533379" y="4309001"/>
            <a:ext cx="2194560" cy="201168"/>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E8386D"/>
                </a:solidFill>
                <a:latin typeface="Neuromax SemBd"/>
              </a:rPr>
              <a:t>PARA TU PROYECTO</a:t>
            </a:r>
          </a:p>
        </p:txBody>
      </p:sp>
      <p:sp>
        <p:nvSpPr>
          <p:cNvPr id="15" name="TextBox 14"/>
          <p:cNvSpPr txBox="1"/>
          <p:nvPr/>
        </p:nvSpPr>
        <p:spPr>
          <a:xfrm>
            <a:off x="526122" y="4622800"/>
            <a:ext cx="4846320" cy="548640"/>
          </a:xfrm>
          <a:prstGeom prst="rect">
            <a:avLst/>
          </a:prstGeom>
          <a:noFill/>
        </p:spPr>
        <p:txBody>
          <a:bodyPr wrap="square" lIns="0" tIns="0" rIns="0" bIns="0" anchor="t">
            <a:noAutofit/>
          </a:bodyPr>
          <a:lstStyle/>
          <a:p>
            <a:r>
              <a:rPr lang="en-US" sz="1200" dirty="0">
                <a:solidFill>
                  <a:srgbClr val="4F5361"/>
                </a:solidFill>
                <a:latin typeface="Neuromax"/>
              </a:rPr>
              <a:t>Tu juego debe de ser </a:t>
            </a:r>
            <a:r>
              <a:rPr lang="en-US" sz="1200" dirty="0" err="1">
                <a:solidFill>
                  <a:srgbClr val="4F5361"/>
                </a:solidFill>
                <a:latin typeface="Neuromax"/>
              </a:rPr>
              <a:t>funcional</a:t>
            </a:r>
            <a:r>
              <a:rPr lang="en-US" sz="1200" dirty="0">
                <a:solidFill>
                  <a:srgbClr val="4F5361"/>
                </a:solidFill>
                <a:latin typeface="Neuromax"/>
              </a:rPr>
              <a:t> </a:t>
            </a:r>
            <a:r>
              <a:rPr lang="en-US" sz="1200" dirty="0" err="1">
                <a:solidFill>
                  <a:srgbClr val="4F5361"/>
                </a:solidFill>
                <a:latin typeface="Neuromax"/>
              </a:rPr>
              <a:t>todo</a:t>
            </a:r>
            <a:r>
              <a:rPr lang="en-US" sz="1200" dirty="0">
                <a:solidFill>
                  <a:srgbClr val="4F5361"/>
                </a:solidFill>
                <a:latin typeface="Neuromax"/>
              </a:rPr>
              <a:t> el </a:t>
            </a:r>
            <a:r>
              <a:rPr lang="en-US" sz="1200" dirty="0" err="1">
                <a:solidFill>
                  <a:srgbClr val="4F5361"/>
                </a:solidFill>
                <a:latin typeface="Neuromax"/>
              </a:rPr>
              <a:t>tiempo</a:t>
            </a:r>
            <a:r>
              <a:rPr lang="en-US" sz="1200" dirty="0">
                <a:solidFill>
                  <a:srgbClr val="4F5361"/>
                </a:solidFill>
                <a:latin typeface="Neuromax"/>
              </a:rPr>
              <a:t>. </a:t>
            </a:r>
            <a:br>
              <a:rPr lang="en-US" sz="1200" dirty="0">
                <a:solidFill>
                  <a:srgbClr val="4F5361"/>
                </a:solidFill>
                <a:latin typeface="Neuromax"/>
              </a:rPr>
            </a:br>
            <a:r>
              <a:rPr lang="en-US" sz="1200" dirty="0">
                <a:solidFill>
                  <a:srgbClr val="4F5361"/>
                </a:solidFill>
                <a:latin typeface="Neuromax"/>
              </a:rPr>
              <a:t>De </a:t>
            </a:r>
            <a:r>
              <a:rPr lang="en-US" sz="1200" dirty="0" err="1">
                <a:solidFill>
                  <a:srgbClr val="4F5361"/>
                </a:solidFill>
                <a:latin typeface="Neuromax"/>
              </a:rPr>
              <a:t>manera</a:t>
            </a:r>
            <a:r>
              <a:rPr lang="en-US" sz="1200" dirty="0">
                <a:solidFill>
                  <a:srgbClr val="4F5361"/>
                </a:solidFill>
                <a:latin typeface="Neuromax"/>
              </a:rPr>
              <a:t> </a:t>
            </a:r>
            <a:r>
              <a:rPr lang="en-US" sz="1200" dirty="0" err="1">
                <a:solidFill>
                  <a:srgbClr val="4F5361"/>
                </a:solidFill>
                <a:latin typeface="Neuromax"/>
              </a:rPr>
              <a:t>que</a:t>
            </a:r>
            <a:r>
              <a:rPr lang="en-US" sz="1200" dirty="0">
                <a:solidFill>
                  <a:srgbClr val="4F5361"/>
                </a:solidFill>
                <a:latin typeface="Neuromax"/>
              </a:rPr>
              <a:t> </a:t>
            </a:r>
            <a:r>
              <a:rPr lang="en-US" sz="1200" dirty="0" err="1">
                <a:solidFill>
                  <a:srgbClr val="4F5361"/>
                </a:solidFill>
                <a:latin typeface="Neuromax"/>
              </a:rPr>
              <a:t>puedas</a:t>
            </a:r>
            <a:r>
              <a:rPr lang="en-US" sz="1200" dirty="0">
                <a:solidFill>
                  <a:srgbClr val="4F5361"/>
                </a:solidFill>
                <a:latin typeface="Neuromax"/>
              </a:rPr>
              <a:t> </a:t>
            </a:r>
            <a:r>
              <a:rPr lang="en-US" sz="1200" dirty="0" err="1">
                <a:solidFill>
                  <a:srgbClr val="4F5361"/>
                </a:solidFill>
                <a:latin typeface="Neuromax"/>
              </a:rPr>
              <a:t>probar</a:t>
            </a:r>
            <a:r>
              <a:rPr lang="en-US" sz="1200" dirty="0">
                <a:solidFill>
                  <a:srgbClr val="4F5361"/>
                </a:solidFill>
                <a:latin typeface="Neuromax"/>
              </a:rPr>
              <a:t> el </a:t>
            </a:r>
            <a:r>
              <a:rPr lang="en-US" sz="1200" dirty="0" err="1">
                <a:solidFill>
                  <a:srgbClr val="4F5361"/>
                </a:solidFill>
                <a:latin typeface="Neuromax"/>
              </a:rPr>
              <a:t>concepto</a:t>
            </a:r>
            <a:r>
              <a:rPr lang="en-US" sz="1200" dirty="0">
                <a:solidFill>
                  <a:srgbClr val="4F5361"/>
                </a:solidFill>
                <a:latin typeface="Neuromax"/>
              </a:rPr>
              <a:t> del juego lo antes </a:t>
            </a:r>
            <a:r>
              <a:rPr lang="en-US" sz="1200" dirty="0" err="1">
                <a:solidFill>
                  <a:srgbClr val="4F5361"/>
                </a:solidFill>
                <a:latin typeface="Neuromax"/>
              </a:rPr>
              <a:t>posible</a:t>
            </a:r>
            <a:r>
              <a:rPr lang="en-US" sz="1200" dirty="0">
                <a:solidFill>
                  <a:srgbClr val="4F5361"/>
                </a:solidFill>
                <a:latin typeface="Neuromax"/>
              </a:rPr>
              <a:t>.</a:t>
            </a:r>
            <a:endParaRPr lang="en-US" sz="2000" dirty="0"/>
          </a:p>
        </p:txBody>
      </p:sp>
      <p:sp>
        <p:nvSpPr>
          <p:cNvPr id="16" name="Rectangle 15"/>
          <p:cNvSpPr/>
          <p:nvPr/>
        </p:nvSpPr>
        <p:spPr>
          <a:xfrm>
            <a:off x="5870448" y="1481328"/>
            <a:ext cx="5440680" cy="3913632"/>
          </a:xfrm>
          <a:prstGeom prst="rect">
            <a:avLst/>
          </a:prstGeom>
          <a:solidFill>
            <a:srgbClr val="FFFFFF"/>
          </a:solidFill>
          <a:ln>
            <a:noFill/>
          </a:ln>
          <a:effectLst/>
        </p:spPr>
        <p:txBody>
          <a:bodyPr rtlCol="0" anchor="ctr"/>
          <a:lstStyle/>
          <a:p>
            <a:pPr algn="ctr"/>
            <a:endParaRPr/>
          </a:p>
        </p:txBody>
      </p:sp>
      <p:sp>
        <p:nvSpPr>
          <p:cNvPr id="17" name="Rectangle 16"/>
          <p:cNvSpPr/>
          <p:nvPr/>
        </p:nvSpPr>
        <p:spPr>
          <a:xfrm>
            <a:off x="5870448" y="1481328"/>
            <a:ext cx="64008" cy="3913632"/>
          </a:xfrm>
          <a:prstGeom prst="rect">
            <a:avLst/>
          </a:prstGeom>
          <a:solidFill>
            <a:srgbClr val="E8386D"/>
          </a:solidFill>
          <a:ln>
            <a:noFill/>
          </a:ln>
          <a:effectLst/>
        </p:spPr>
        <p:txBody>
          <a:bodyPr rtlCol="0" anchor="ctr"/>
          <a:lstStyle/>
          <a:p>
            <a:pPr algn="ctr"/>
            <a:endParaRPr/>
          </a:p>
        </p:txBody>
      </p:sp>
      <p:sp>
        <p:nvSpPr>
          <p:cNvPr id="18" name="TextBox 17"/>
          <p:cNvSpPr txBox="1"/>
          <p:nvPr/>
        </p:nvSpPr>
        <p:spPr>
          <a:xfrm>
            <a:off x="6117336" y="1645920"/>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E8386D"/>
                </a:solidFill>
                <a:latin typeface="Neuromax SemBd"/>
              </a:rPr>
              <a:t>PRINCIPIO 02</a:t>
            </a:r>
          </a:p>
        </p:txBody>
      </p:sp>
      <p:sp>
        <p:nvSpPr>
          <p:cNvPr id="19" name="TextBox 18"/>
          <p:cNvSpPr txBox="1"/>
          <p:nvPr/>
        </p:nvSpPr>
        <p:spPr>
          <a:xfrm>
            <a:off x="6117336" y="1874519"/>
            <a:ext cx="4892040" cy="384048"/>
          </a:xfrm>
          <a:prstGeom prst="rect">
            <a:avLst/>
          </a:prstGeom>
          <a:noFill/>
        </p:spPr>
        <p:txBody>
          <a:bodyPr wrap="square" lIns="0" tIns="0" rIns="0" bIns="0" anchor="t">
            <a:noAutofit/>
          </a:bodyPr>
          <a:lstStyle/>
          <a:p>
            <a:pPr algn="l">
              <a:lnSpc>
                <a:spcPct val="100000"/>
              </a:lnSpc>
              <a:spcBef>
                <a:spcPts val="0"/>
              </a:spcBef>
              <a:spcAft>
                <a:spcPts val="0"/>
              </a:spcAft>
            </a:pPr>
            <a:r>
              <a:rPr sz="2300" b="0" i="0">
                <a:solidFill>
                  <a:srgbClr val="131315"/>
                </a:solidFill>
                <a:latin typeface="Neuromax SemBd"/>
              </a:rPr>
              <a:t>EL JUEGO SIEMPRE CORRE</a:t>
            </a:r>
          </a:p>
        </p:txBody>
      </p:sp>
      <p:sp>
        <p:nvSpPr>
          <p:cNvPr id="20" name="TextBox 19"/>
          <p:cNvSpPr txBox="1"/>
          <p:nvPr/>
        </p:nvSpPr>
        <p:spPr>
          <a:xfrm>
            <a:off x="6117336" y="2331720"/>
            <a:ext cx="4846320" cy="841248"/>
          </a:xfrm>
          <a:prstGeom prst="rect">
            <a:avLst/>
          </a:prstGeom>
          <a:noFill/>
        </p:spPr>
        <p:txBody>
          <a:bodyPr wrap="square" lIns="0" tIns="0" rIns="0" bIns="0" anchor="t">
            <a:noAutofit/>
          </a:bodyPr>
          <a:lstStyle/>
          <a:p>
            <a:pPr algn="l">
              <a:lnSpc>
                <a:spcPct val="102000"/>
              </a:lnSpc>
              <a:spcBef>
                <a:spcPts val="0"/>
              </a:spcBef>
              <a:spcAft>
                <a:spcPts val="0"/>
              </a:spcAft>
            </a:pPr>
            <a:r>
              <a:rPr sz="1250" b="0" i="0">
                <a:solidFill>
                  <a:srgbClr val="4F5361"/>
                </a:solidFill>
                <a:latin typeface="Neuromax"/>
              </a:rPr>
              <a:t>Cualquiera del equipo debe poder ejecutar el juego en cualquier momento. Si falla una carga, el motor usa valores por defecto.</a:t>
            </a:r>
          </a:p>
        </p:txBody>
      </p:sp>
      <p:sp>
        <p:nvSpPr>
          <p:cNvPr id="21" name="TextBox 20"/>
          <p:cNvSpPr txBox="1"/>
          <p:nvPr/>
        </p:nvSpPr>
        <p:spPr>
          <a:xfrm>
            <a:off x="6124593" y="3266585"/>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B45309"/>
                </a:solidFill>
                <a:latin typeface="Neuromax SemBd"/>
              </a:rPr>
              <a:t>EN ID</a:t>
            </a:r>
          </a:p>
        </p:txBody>
      </p:sp>
      <p:sp>
        <p:nvSpPr>
          <p:cNvPr id="22" name="TextBox 21"/>
          <p:cNvSpPr txBox="1"/>
          <p:nvPr/>
        </p:nvSpPr>
        <p:spPr>
          <a:xfrm>
            <a:off x="6117336" y="3529584"/>
            <a:ext cx="4846320" cy="658368"/>
          </a:xfrm>
          <a:prstGeom prst="rect">
            <a:avLst/>
          </a:prstGeom>
          <a:noFill/>
        </p:spPr>
        <p:txBody>
          <a:bodyPr wrap="square" lIns="0" tIns="0" rIns="0" bIns="0" anchor="t">
            <a:noAutofit/>
          </a:bodyPr>
          <a:lstStyle/>
          <a:p>
            <a:pPr algn="l">
              <a:lnSpc>
                <a:spcPct val="100000"/>
              </a:lnSpc>
              <a:spcBef>
                <a:spcPts val="0"/>
              </a:spcBef>
              <a:spcAft>
                <a:spcPts val="0"/>
              </a:spcAft>
            </a:pPr>
            <a:r>
              <a:rPr sz="1250" b="0" i="0">
                <a:solidFill>
                  <a:srgbClr val="131315"/>
                </a:solidFill>
                <a:latin typeface="Neuromax"/>
              </a:rPr>
              <a:t>Probaban a fondo antes de integrar y corregían el error en cuanto aparecía.</a:t>
            </a:r>
          </a:p>
        </p:txBody>
      </p:sp>
      <p:sp>
        <p:nvSpPr>
          <p:cNvPr id="23" name="TextBox 22"/>
          <p:cNvSpPr txBox="1"/>
          <p:nvPr/>
        </p:nvSpPr>
        <p:spPr>
          <a:xfrm>
            <a:off x="6124593" y="4309001"/>
            <a:ext cx="2194560" cy="201168"/>
          </a:xfrm>
          <a:prstGeom prst="rect">
            <a:avLst/>
          </a:prstGeom>
          <a:noFill/>
        </p:spPr>
        <p:txBody>
          <a:bodyPr wrap="square" lIns="0" tIns="0" rIns="0" bIns="0" anchor="t">
            <a:noAutofit/>
          </a:bodyPr>
          <a:lstStyle/>
          <a:p>
            <a:pPr algn="l">
              <a:lnSpc>
                <a:spcPct val="100000"/>
              </a:lnSpc>
              <a:spcBef>
                <a:spcPts val="0"/>
              </a:spcBef>
              <a:spcAft>
                <a:spcPts val="0"/>
              </a:spcAft>
            </a:pPr>
            <a:r>
              <a:rPr sz="1300" b="0" i="0">
                <a:solidFill>
                  <a:srgbClr val="E8386D"/>
                </a:solidFill>
                <a:latin typeface="Neuromax SemBd"/>
              </a:rPr>
              <a:t>PARA TU PROYECTO</a:t>
            </a:r>
          </a:p>
        </p:txBody>
      </p:sp>
      <p:sp>
        <p:nvSpPr>
          <p:cNvPr id="24" name="TextBox 23"/>
          <p:cNvSpPr txBox="1"/>
          <p:nvPr/>
        </p:nvSpPr>
        <p:spPr>
          <a:xfrm>
            <a:off x="6117336" y="4572000"/>
            <a:ext cx="4846320" cy="548640"/>
          </a:xfrm>
          <a:prstGeom prst="rect">
            <a:avLst/>
          </a:prstGeom>
          <a:noFill/>
        </p:spPr>
        <p:txBody>
          <a:bodyPr wrap="square" lIns="0" tIns="0" rIns="0" bIns="0" anchor="t">
            <a:noAutofit/>
          </a:bodyPr>
          <a:lstStyle/>
          <a:p>
            <a:r>
              <a:rPr sz="1250" b="0" i="0" dirty="0">
                <a:solidFill>
                  <a:srgbClr val="4F5361"/>
                </a:solidFill>
                <a:latin typeface="Neuromax"/>
              </a:rPr>
              <a:t>Si no </a:t>
            </a:r>
            <a:r>
              <a:rPr sz="1250" b="0" i="0" dirty="0" err="1">
                <a:solidFill>
                  <a:srgbClr val="4F5361"/>
                </a:solidFill>
                <a:latin typeface="Neuromax"/>
              </a:rPr>
              <a:t>compila</a:t>
            </a:r>
            <a:r>
              <a:rPr sz="1250" b="0" i="0" dirty="0">
                <a:solidFill>
                  <a:srgbClr val="4F5361"/>
                </a:solidFill>
                <a:latin typeface="Neuromax"/>
              </a:rPr>
              <a:t>, no </a:t>
            </a:r>
            <a:r>
              <a:rPr sz="1250" b="0" i="0" dirty="0" err="1">
                <a:solidFill>
                  <a:srgbClr val="4F5361"/>
                </a:solidFill>
                <a:latin typeface="Neuromax"/>
              </a:rPr>
              <a:t>sigas</a:t>
            </a:r>
            <a:r>
              <a:rPr sz="1250" b="0" i="0" dirty="0">
                <a:solidFill>
                  <a:srgbClr val="4F5361"/>
                </a:solidFill>
                <a:latin typeface="Neuromax"/>
              </a:rPr>
              <a:t> </a:t>
            </a:r>
            <a:r>
              <a:rPr sz="1250" b="0" i="0" dirty="0" err="1">
                <a:solidFill>
                  <a:srgbClr val="4F5361"/>
                </a:solidFill>
                <a:latin typeface="Neuromax"/>
              </a:rPr>
              <a:t>agregando</a:t>
            </a:r>
            <a:r>
              <a:rPr sz="1250" b="0" i="0" dirty="0">
                <a:solidFill>
                  <a:srgbClr val="4F5361"/>
                </a:solidFill>
                <a:latin typeface="Neuromax"/>
              </a:rPr>
              <a:t> </a:t>
            </a:r>
            <a:r>
              <a:rPr sz="1250" b="0" i="0" dirty="0" err="1">
                <a:solidFill>
                  <a:srgbClr val="4F5361"/>
                </a:solidFill>
                <a:latin typeface="Neuromax"/>
              </a:rPr>
              <a:t>funciones</a:t>
            </a:r>
            <a:r>
              <a:rPr sz="1250" b="0" i="0" dirty="0">
                <a:solidFill>
                  <a:srgbClr val="4F5361"/>
                </a:solidFill>
                <a:latin typeface="Neuromax"/>
              </a:rPr>
              <a:t>. </a:t>
            </a:r>
            <a:endParaRPr lang="en-US" dirty="0"/>
          </a:p>
          <a:p>
            <a:pPr algn="l">
              <a:lnSpc>
                <a:spcPct val="100000"/>
              </a:lnSpc>
              <a:spcBef>
                <a:spcPts val="0"/>
              </a:spcBef>
              <a:spcAft>
                <a:spcPts val="0"/>
              </a:spcAft>
            </a:pPr>
            <a:r>
              <a:rPr sz="1250" b="0" i="0" dirty="0">
                <a:solidFill>
                  <a:srgbClr val="4F5361"/>
                </a:solidFill>
                <a:latin typeface="Neuromax"/>
              </a:rPr>
              <a:t>Primero </a:t>
            </a:r>
            <a:r>
              <a:rPr sz="1250" b="0" i="0" dirty="0" err="1">
                <a:solidFill>
                  <a:srgbClr val="4F5361"/>
                </a:solidFill>
                <a:latin typeface="Neuromax"/>
              </a:rPr>
              <a:t>arregla</a:t>
            </a:r>
            <a:r>
              <a:rPr sz="1250" b="0" i="0" dirty="0">
                <a:solidFill>
                  <a:srgbClr val="4F5361"/>
                </a:solidFill>
                <a:latin typeface="Neuromax"/>
              </a:rPr>
              <a:t> lo </a:t>
            </a:r>
            <a:r>
              <a:rPr sz="1250" b="0" i="0" dirty="0" err="1">
                <a:solidFill>
                  <a:srgbClr val="4F5361"/>
                </a:solidFill>
                <a:latin typeface="Neuromax"/>
              </a:rPr>
              <a:t>que</a:t>
            </a:r>
            <a:r>
              <a:rPr sz="1250" b="0" i="0" dirty="0">
                <a:solidFill>
                  <a:srgbClr val="4F5361"/>
                </a:solidFill>
                <a:latin typeface="Neuromax"/>
              </a:rPr>
              <a:t> </a:t>
            </a:r>
            <a:r>
              <a:rPr sz="1250" b="0" i="0" dirty="0" err="1">
                <a:solidFill>
                  <a:srgbClr val="4F5361"/>
                </a:solidFill>
                <a:latin typeface="Neuromax"/>
              </a:rPr>
              <a:t>está</a:t>
            </a:r>
            <a:r>
              <a:rPr sz="1250" b="0" i="0" dirty="0">
                <a:solidFill>
                  <a:srgbClr val="4F5361"/>
                </a:solidFill>
                <a:latin typeface="Neuromax"/>
              </a:rPr>
              <a:t> roto.</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5" name="TextBox 4"/>
          <p:cNvSpPr txBox="1"/>
          <p:nvPr/>
        </p:nvSpPr>
        <p:spPr>
          <a:xfrm>
            <a:off x="305671" y="98117"/>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SIMPLE Y BIEN EQUIPADO</a:t>
            </a:r>
          </a:p>
        </p:txBody>
      </p:sp>
      <p:sp>
        <p:nvSpPr>
          <p:cNvPr id="6" name="TextBox 5"/>
          <p:cNvSpPr txBox="1"/>
          <p:nvPr/>
        </p:nvSpPr>
        <p:spPr>
          <a:xfrm>
            <a:off x="305671" y="701621"/>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El código y las herramientas son parte del diseño.</a:t>
            </a:r>
          </a:p>
        </p:txBody>
      </p:sp>
      <p:sp>
        <p:nvSpPr>
          <p:cNvPr id="7" name="Rectangle 6"/>
          <p:cNvSpPr/>
          <p:nvPr/>
        </p:nvSpPr>
        <p:spPr>
          <a:xfrm>
            <a:off x="305359" y="1367080"/>
            <a:ext cx="4989701" cy="3913632"/>
          </a:xfrm>
          <a:prstGeom prst="rect">
            <a:avLst/>
          </a:prstGeom>
          <a:solidFill>
            <a:srgbClr val="FFFFFF"/>
          </a:solidFill>
          <a:ln>
            <a:noFill/>
          </a:ln>
          <a:effectLst/>
        </p:spPr>
        <p:txBody>
          <a:bodyPr rtlCol="0" anchor="ctr"/>
          <a:lstStyle/>
          <a:p>
            <a:pPr algn="ctr"/>
            <a:endParaRPr/>
          </a:p>
        </p:txBody>
      </p:sp>
      <p:sp>
        <p:nvSpPr>
          <p:cNvPr id="8" name="Rectangle 7"/>
          <p:cNvSpPr/>
          <p:nvPr/>
        </p:nvSpPr>
        <p:spPr>
          <a:xfrm>
            <a:off x="266482" y="1367080"/>
            <a:ext cx="64008" cy="3913632"/>
          </a:xfrm>
          <a:prstGeom prst="rect">
            <a:avLst/>
          </a:prstGeom>
          <a:solidFill>
            <a:srgbClr val="F08A3C"/>
          </a:solidFill>
          <a:ln>
            <a:noFill/>
          </a:ln>
          <a:effectLst/>
        </p:spPr>
        <p:txBody>
          <a:bodyPr rtlCol="0" anchor="ctr"/>
          <a:lstStyle/>
          <a:p>
            <a:pPr algn="ctr"/>
            <a:endParaRPr/>
          </a:p>
        </p:txBody>
      </p:sp>
      <p:sp>
        <p:nvSpPr>
          <p:cNvPr id="9" name="TextBox 8"/>
          <p:cNvSpPr txBox="1"/>
          <p:nvPr/>
        </p:nvSpPr>
        <p:spPr>
          <a:xfrm>
            <a:off x="513370" y="1531672"/>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B45309"/>
                </a:solidFill>
                <a:latin typeface="Neuromax SemBd"/>
              </a:rPr>
              <a:t>PRINCIPIO 03</a:t>
            </a:r>
          </a:p>
        </p:txBody>
      </p:sp>
      <p:sp>
        <p:nvSpPr>
          <p:cNvPr id="10" name="TextBox 9"/>
          <p:cNvSpPr txBox="1"/>
          <p:nvPr/>
        </p:nvSpPr>
        <p:spPr>
          <a:xfrm>
            <a:off x="513370" y="1760271"/>
            <a:ext cx="4892040" cy="384048"/>
          </a:xfrm>
          <a:prstGeom prst="rect">
            <a:avLst/>
          </a:prstGeom>
          <a:noFill/>
        </p:spPr>
        <p:txBody>
          <a:bodyPr wrap="square" lIns="0" tIns="0" rIns="0" bIns="0" anchor="t">
            <a:noAutofit/>
          </a:bodyPr>
          <a:lstStyle/>
          <a:p>
            <a:r>
              <a:rPr sz="2300" b="0" i="0">
                <a:solidFill>
                  <a:srgbClr val="131315"/>
                </a:solidFill>
                <a:latin typeface="Neuromax SemBd"/>
              </a:rPr>
              <a:t>CÓDIGO SIMPLE</a:t>
            </a:r>
            <a:r>
              <a:rPr lang="en-US" sz="2300">
                <a:solidFill>
                  <a:srgbClr val="131315"/>
                </a:solidFill>
                <a:latin typeface="Neuromax SemBd"/>
              </a:rPr>
              <a:t> (KISS)</a:t>
            </a:r>
            <a:endParaRPr sz="2300" b="0" i="0">
              <a:solidFill>
                <a:srgbClr val="131315"/>
              </a:solidFill>
              <a:latin typeface="Neuromax SemBd"/>
            </a:endParaRPr>
          </a:p>
        </p:txBody>
      </p:sp>
      <p:sp>
        <p:nvSpPr>
          <p:cNvPr id="11" name="TextBox 10"/>
          <p:cNvSpPr txBox="1"/>
          <p:nvPr/>
        </p:nvSpPr>
        <p:spPr>
          <a:xfrm>
            <a:off x="513370" y="2217472"/>
            <a:ext cx="4846320" cy="841248"/>
          </a:xfrm>
          <a:prstGeom prst="rect">
            <a:avLst/>
          </a:prstGeom>
          <a:noFill/>
        </p:spPr>
        <p:txBody>
          <a:bodyPr wrap="square" lIns="0" tIns="0" rIns="0" bIns="0" anchor="t">
            <a:noAutofit/>
          </a:bodyPr>
          <a:lstStyle/>
          <a:p>
            <a:pPr>
              <a:lnSpc>
                <a:spcPct val="102000"/>
              </a:lnSpc>
            </a:pPr>
            <a:r>
              <a:rPr lang="en-US" sz="1250" dirty="0">
                <a:solidFill>
                  <a:srgbClr val="4F5361"/>
                </a:solidFill>
                <a:latin typeface="Neuromax"/>
              </a:rPr>
              <a:t>Menos</a:t>
            </a:r>
            <a:r>
              <a:rPr sz="1250" b="0" i="0" dirty="0">
                <a:solidFill>
                  <a:srgbClr val="4F5361"/>
                </a:solidFill>
                <a:latin typeface="Neuromax"/>
              </a:rPr>
              <a:t> </a:t>
            </a:r>
            <a:r>
              <a:rPr sz="1250" b="0" i="0" dirty="0" err="1">
                <a:solidFill>
                  <a:srgbClr val="4F5361"/>
                </a:solidFill>
                <a:latin typeface="Neuromax"/>
              </a:rPr>
              <a:t>casos</a:t>
            </a:r>
            <a:r>
              <a:rPr sz="1250" b="0" i="0" dirty="0">
                <a:solidFill>
                  <a:srgbClr val="4F5361"/>
                </a:solidFill>
                <a:latin typeface="Neuromax"/>
              </a:rPr>
              <a:t> </a:t>
            </a:r>
            <a:r>
              <a:rPr sz="1250" b="0" i="0" dirty="0" err="1">
                <a:solidFill>
                  <a:srgbClr val="4F5361"/>
                </a:solidFill>
                <a:latin typeface="Neuromax"/>
              </a:rPr>
              <a:t>especiales</a:t>
            </a:r>
            <a:r>
              <a:rPr sz="1250" b="0" i="0" dirty="0">
                <a:solidFill>
                  <a:srgbClr val="4F5361"/>
                </a:solidFill>
                <a:latin typeface="Neuromax"/>
              </a:rPr>
              <a:t>, </a:t>
            </a:r>
            <a:r>
              <a:rPr sz="1250" b="0" i="0" dirty="0" err="1">
                <a:solidFill>
                  <a:srgbClr val="4F5361"/>
                </a:solidFill>
                <a:latin typeface="Neuromax"/>
              </a:rPr>
              <a:t>menos</a:t>
            </a:r>
            <a:r>
              <a:rPr sz="1250" b="0" i="0" dirty="0">
                <a:solidFill>
                  <a:srgbClr val="4F5361"/>
                </a:solidFill>
                <a:latin typeface="Neuromax"/>
              </a:rPr>
              <a:t> </a:t>
            </a:r>
            <a:r>
              <a:rPr sz="1250" b="0" i="0" dirty="0" err="1">
                <a:solidFill>
                  <a:srgbClr val="4F5361"/>
                </a:solidFill>
                <a:latin typeface="Neuromax"/>
              </a:rPr>
              <a:t>errores</a:t>
            </a:r>
            <a:r>
              <a:rPr sz="1250" b="0" i="0" dirty="0">
                <a:solidFill>
                  <a:srgbClr val="4F5361"/>
                </a:solidFill>
                <a:latin typeface="Neuromax"/>
              </a:rPr>
              <a:t> y </a:t>
            </a:r>
            <a:r>
              <a:rPr sz="1250" b="0" i="0" dirty="0" err="1">
                <a:solidFill>
                  <a:srgbClr val="4F5361"/>
                </a:solidFill>
                <a:latin typeface="Neuromax"/>
              </a:rPr>
              <a:t>más</a:t>
            </a:r>
            <a:r>
              <a:rPr sz="1250" b="0" i="0" dirty="0">
                <a:solidFill>
                  <a:srgbClr val="4F5361"/>
                </a:solidFill>
                <a:latin typeface="Neuromax"/>
              </a:rPr>
              <a:t> </a:t>
            </a:r>
            <a:r>
              <a:rPr sz="1250" b="0" i="0" dirty="0" err="1">
                <a:solidFill>
                  <a:srgbClr val="4F5361"/>
                </a:solidFill>
                <a:latin typeface="Neuromax"/>
              </a:rPr>
              <a:t>facilidad</a:t>
            </a:r>
            <a:r>
              <a:rPr sz="1250" b="0" i="0" dirty="0">
                <a:solidFill>
                  <a:srgbClr val="4F5361"/>
                </a:solidFill>
                <a:latin typeface="Neuromax"/>
              </a:rPr>
              <a:t> para </a:t>
            </a:r>
            <a:r>
              <a:rPr sz="1250" b="0" i="0" dirty="0" err="1">
                <a:solidFill>
                  <a:srgbClr val="4F5361"/>
                </a:solidFill>
                <a:latin typeface="Neuromax"/>
              </a:rPr>
              <a:t>cambiar</a:t>
            </a:r>
            <a:r>
              <a:rPr sz="1250" b="0" i="0" dirty="0">
                <a:solidFill>
                  <a:srgbClr val="4F5361"/>
                </a:solidFill>
                <a:latin typeface="Neuromax"/>
              </a:rPr>
              <a:t>.</a:t>
            </a:r>
            <a:endParaRPr lang="en-US">
              <a:ea typeface="Calibri"/>
              <a:cs typeface="Calibri"/>
            </a:endParaRPr>
          </a:p>
        </p:txBody>
      </p:sp>
      <p:sp>
        <p:nvSpPr>
          <p:cNvPr id="12" name="TextBox 11"/>
          <p:cNvSpPr txBox="1"/>
          <p:nvPr/>
        </p:nvSpPr>
        <p:spPr>
          <a:xfrm>
            <a:off x="513370" y="3195880"/>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B45309"/>
                </a:solidFill>
                <a:latin typeface="Neuromax SemBd"/>
              </a:rPr>
              <a:t>EN ID</a:t>
            </a:r>
          </a:p>
        </p:txBody>
      </p:sp>
      <p:sp>
        <p:nvSpPr>
          <p:cNvPr id="13" name="TextBox 12"/>
          <p:cNvSpPr txBox="1"/>
          <p:nvPr/>
        </p:nvSpPr>
        <p:spPr>
          <a:xfrm>
            <a:off x="513370" y="3415336"/>
            <a:ext cx="4846320" cy="658368"/>
          </a:xfrm>
          <a:prstGeom prst="rect">
            <a:avLst/>
          </a:prstGeom>
          <a:noFill/>
        </p:spPr>
        <p:txBody>
          <a:bodyPr wrap="square" lIns="0" tIns="0" rIns="0" bIns="0" anchor="t">
            <a:noAutofit/>
          </a:bodyPr>
          <a:lstStyle/>
          <a:p>
            <a:pPr algn="l">
              <a:lnSpc>
                <a:spcPct val="100000"/>
              </a:lnSpc>
              <a:spcBef>
                <a:spcPts val="0"/>
              </a:spcBef>
              <a:spcAft>
                <a:spcPts val="0"/>
              </a:spcAft>
            </a:pPr>
            <a:r>
              <a:rPr sz="1250" b="0" i="0">
                <a:solidFill>
                  <a:srgbClr val="131315"/>
                </a:solidFill>
                <a:latin typeface="Neuromax"/>
              </a:rPr>
              <a:t>Si una función se complicaba, la partían o la reescribían.</a:t>
            </a:r>
          </a:p>
        </p:txBody>
      </p:sp>
      <p:sp>
        <p:nvSpPr>
          <p:cNvPr id="14" name="TextBox 13"/>
          <p:cNvSpPr txBox="1"/>
          <p:nvPr/>
        </p:nvSpPr>
        <p:spPr>
          <a:xfrm>
            <a:off x="513370" y="4274582"/>
            <a:ext cx="2194560"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E8386D"/>
                </a:solidFill>
                <a:latin typeface="Neuromax SemBd"/>
              </a:rPr>
              <a:t>PARA TU PROYECTO</a:t>
            </a:r>
          </a:p>
        </p:txBody>
      </p:sp>
      <p:sp>
        <p:nvSpPr>
          <p:cNvPr id="15" name="TextBox 14"/>
          <p:cNvSpPr txBox="1"/>
          <p:nvPr/>
        </p:nvSpPr>
        <p:spPr>
          <a:xfrm>
            <a:off x="513370" y="4494038"/>
            <a:ext cx="4846320" cy="548640"/>
          </a:xfrm>
          <a:prstGeom prst="rect">
            <a:avLst/>
          </a:prstGeom>
          <a:noFill/>
        </p:spPr>
        <p:txBody>
          <a:bodyPr wrap="square" lIns="0" tIns="0" rIns="0" bIns="0" anchor="t">
            <a:noAutofit/>
          </a:bodyPr>
          <a:lstStyle/>
          <a:p>
            <a:pPr algn="l">
              <a:lnSpc>
                <a:spcPct val="100000"/>
              </a:lnSpc>
              <a:spcBef>
                <a:spcPts val="0"/>
              </a:spcBef>
              <a:spcAft>
                <a:spcPts val="0"/>
              </a:spcAft>
            </a:pPr>
            <a:r>
              <a:rPr sz="1250" b="0" i="0">
                <a:solidFill>
                  <a:srgbClr val="4F5361"/>
                </a:solidFill>
                <a:latin typeface="Neuromax"/>
              </a:rPr>
              <a:t>Si no puedes explicar una función en una frase, todavía no está lista.</a:t>
            </a:r>
          </a:p>
        </p:txBody>
      </p:sp>
      <p:sp>
        <p:nvSpPr>
          <p:cNvPr id="61" name="Rectangle 60">
            <a:extLst>
              <a:ext uri="{FF2B5EF4-FFF2-40B4-BE49-F238E27FC236}">
                <a16:creationId xmlns:a16="http://schemas.microsoft.com/office/drawing/2014/main" id="{0D7DA932-015F-1F5C-6730-3308515D89A4}"/>
              </a:ext>
            </a:extLst>
          </p:cNvPr>
          <p:cNvSpPr/>
          <p:nvPr/>
        </p:nvSpPr>
        <p:spPr>
          <a:xfrm>
            <a:off x="5994234" y="1364695"/>
            <a:ext cx="5438814" cy="3862189"/>
          </a:xfrm>
          <a:prstGeom prst="rect">
            <a:avLst/>
          </a:prstGeom>
          <a:solidFill>
            <a:srgbClr val="FFFFFF"/>
          </a:solidFill>
          <a:ln>
            <a:noFill/>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2" name="Rectangle 61">
            <a:extLst>
              <a:ext uri="{FF2B5EF4-FFF2-40B4-BE49-F238E27FC236}">
                <a16:creationId xmlns:a16="http://schemas.microsoft.com/office/drawing/2014/main" id="{5CCAEEE6-858F-6ED1-D54E-66CBCE008C2C}"/>
              </a:ext>
            </a:extLst>
          </p:cNvPr>
          <p:cNvSpPr/>
          <p:nvPr/>
        </p:nvSpPr>
        <p:spPr>
          <a:xfrm flipH="1">
            <a:off x="6003813" y="1364695"/>
            <a:ext cx="37073" cy="3862189"/>
          </a:xfrm>
          <a:prstGeom prst="rect">
            <a:avLst/>
          </a:prstGeom>
          <a:solidFill>
            <a:srgbClr val="F08A3C"/>
          </a:solidFill>
          <a:ln>
            <a:noFill/>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3" name="TextBox 8">
            <a:extLst>
              <a:ext uri="{FF2B5EF4-FFF2-40B4-BE49-F238E27FC236}">
                <a16:creationId xmlns:a16="http://schemas.microsoft.com/office/drawing/2014/main" id="{99A0BCE1-C809-F918-3B3A-B4D465E0F78A}"/>
              </a:ext>
            </a:extLst>
          </p:cNvPr>
          <p:cNvSpPr txBox="1"/>
          <p:nvPr/>
        </p:nvSpPr>
        <p:spPr>
          <a:xfrm>
            <a:off x="6210020" y="1521512"/>
            <a:ext cx="1828800" cy="201168"/>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0" i="0">
                <a:solidFill>
                  <a:srgbClr val="B45309"/>
                </a:solidFill>
                <a:latin typeface="Neuromax SemBd"/>
              </a:rPr>
              <a:t>PRINCIPIO </a:t>
            </a:r>
            <a:r>
              <a:rPr lang="en-US" sz="1200">
                <a:solidFill>
                  <a:srgbClr val="B45309"/>
                </a:solidFill>
                <a:latin typeface="Neuromax SemBd"/>
              </a:rPr>
              <a:t>04</a:t>
            </a:r>
          </a:p>
          <a:p>
            <a:endParaRPr lang="en-US" sz="1200" dirty="0">
              <a:solidFill>
                <a:srgbClr val="B45309"/>
              </a:solidFill>
              <a:latin typeface="Neuromax SemBd"/>
            </a:endParaRPr>
          </a:p>
        </p:txBody>
      </p:sp>
      <p:sp>
        <p:nvSpPr>
          <p:cNvPr id="64" name="TextBox 9">
            <a:extLst>
              <a:ext uri="{FF2B5EF4-FFF2-40B4-BE49-F238E27FC236}">
                <a16:creationId xmlns:a16="http://schemas.microsoft.com/office/drawing/2014/main" id="{AD020500-CA97-E3A1-0966-4A845B5121CF}"/>
              </a:ext>
            </a:extLst>
          </p:cNvPr>
          <p:cNvSpPr txBox="1"/>
          <p:nvPr/>
        </p:nvSpPr>
        <p:spPr>
          <a:xfrm>
            <a:off x="6214789" y="1768669"/>
            <a:ext cx="4983480" cy="713232"/>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ct val="95000"/>
              </a:lnSpc>
              <a:spcBef>
                <a:spcPts val="0"/>
              </a:spcBef>
              <a:spcAft>
                <a:spcPts val="0"/>
              </a:spcAft>
            </a:pPr>
            <a:r>
              <a:rPr sz="2200" b="0" i="0">
                <a:solidFill>
                  <a:srgbClr val="131315"/>
                </a:solidFill>
                <a:latin typeface="Neuromax SemBd"/>
              </a:rPr>
              <a:t>CÓDIGO PARA ESTE JUEGO,</a:t>
            </a:r>
          </a:p>
          <a:p>
            <a:pPr algn="l">
              <a:lnSpc>
                <a:spcPct val="95000"/>
              </a:lnSpc>
              <a:spcBef>
                <a:spcPts val="0"/>
              </a:spcBef>
              <a:spcAft>
                <a:spcPts val="0"/>
              </a:spcAft>
            </a:pPr>
            <a:r>
              <a:rPr sz="2200" b="0" i="0">
                <a:solidFill>
                  <a:srgbClr val="131315"/>
                </a:solidFill>
                <a:latin typeface="Neuromax SemBd"/>
              </a:rPr>
              <a:t>NO PARA EL FUTURO</a:t>
            </a:r>
          </a:p>
        </p:txBody>
      </p:sp>
      <p:sp>
        <p:nvSpPr>
          <p:cNvPr id="65" name="TextBox 10">
            <a:extLst>
              <a:ext uri="{FF2B5EF4-FFF2-40B4-BE49-F238E27FC236}">
                <a16:creationId xmlns:a16="http://schemas.microsoft.com/office/drawing/2014/main" id="{8741F127-2547-0A17-8ADA-6F3774B04A3D}"/>
              </a:ext>
            </a:extLst>
          </p:cNvPr>
          <p:cNvSpPr txBox="1"/>
          <p:nvPr/>
        </p:nvSpPr>
        <p:spPr>
          <a:xfrm>
            <a:off x="6210020" y="2573072"/>
            <a:ext cx="4937760" cy="713232"/>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2000"/>
              </a:lnSpc>
            </a:pPr>
            <a:r>
              <a:rPr sz="1250" b="0" i="0" dirty="0" err="1">
                <a:solidFill>
                  <a:srgbClr val="4F5361"/>
                </a:solidFill>
                <a:latin typeface="Neuromax"/>
              </a:rPr>
              <a:t>Resuelve</a:t>
            </a:r>
            <a:r>
              <a:rPr sz="1250" b="0" i="0" dirty="0">
                <a:solidFill>
                  <a:srgbClr val="4F5361"/>
                </a:solidFill>
                <a:latin typeface="Neuromax"/>
              </a:rPr>
              <a:t> </a:t>
            </a:r>
            <a:r>
              <a:rPr sz="1250" b="0" i="0" dirty="0" err="1">
                <a:solidFill>
                  <a:srgbClr val="4F5361"/>
                </a:solidFill>
                <a:latin typeface="Neuromax"/>
              </a:rPr>
              <a:t>el</a:t>
            </a:r>
            <a:r>
              <a:rPr sz="1250" b="0" i="0" dirty="0">
                <a:solidFill>
                  <a:srgbClr val="4F5361"/>
                </a:solidFill>
                <a:latin typeface="Neuromax"/>
              </a:rPr>
              <a:t> </a:t>
            </a:r>
            <a:r>
              <a:rPr sz="1250" b="0" i="0" dirty="0" err="1">
                <a:solidFill>
                  <a:srgbClr val="4F5361"/>
                </a:solidFill>
                <a:latin typeface="Neuromax"/>
              </a:rPr>
              <a:t>problema</a:t>
            </a:r>
            <a:r>
              <a:rPr sz="1250" b="0" i="0" dirty="0">
                <a:solidFill>
                  <a:srgbClr val="4F5361"/>
                </a:solidFill>
                <a:latin typeface="Neuromax"/>
              </a:rPr>
              <a:t> </a:t>
            </a:r>
            <a:r>
              <a:rPr sz="1250" b="0" i="0" dirty="0" err="1">
                <a:solidFill>
                  <a:srgbClr val="4F5361"/>
                </a:solidFill>
                <a:latin typeface="Neuromax"/>
              </a:rPr>
              <a:t>que</a:t>
            </a:r>
            <a:r>
              <a:rPr sz="1250" b="0" i="0" dirty="0">
                <a:solidFill>
                  <a:srgbClr val="4F5361"/>
                </a:solidFill>
                <a:latin typeface="Neuromax"/>
              </a:rPr>
              <a:t> </a:t>
            </a:r>
            <a:r>
              <a:rPr sz="1250" b="0" i="0" dirty="0" err="1">
                <a:solidFill>
                  <a:srgbClr val="4F5361"/>
                </a:solidFill>
                <a:latin typeface="Neuromax"/>
              </a:rPr>
              <a:t>tienes</a:t>
            </a:r>
            <a:r>
              <a:rPr sz="1250" b="0" i="0" dirty="0">
                <a:solidFill>
                  <a:srgbClr val="4F5361"/>
                </a:solidFill>
                <a:latin typeface="Neuromax"/>
              </a:rPr>
              <a:t> hoy. </a:t>
            </a:r>
            <a:endParaRPr lang="en-US" sz="1250"/>
          </a:p>
          <a:p>
            <a:pPr algn="l">
              <a:lnSpc>
                <a:spcPct val="102000"/>
              </a:lnSpc>
              <a:spcBef>
                <a:spcPts val="0"/>
              </a:spcBef>
              <a:spcAft>
                <a:spcPts val="0"/>
              </a:spcAft>
            </a:pPr>
            <a:r>
              <a:rPr sz="1250" b="0" i="0" dirty="0">
                <a:solidFill>
                  <a:srgbClr val="4F5361"/>
                </a:solidFill>
                <a:latin typeface="Neuromax"/>
              </a:rPr>
              <a:t>No </a:t>
            </a:r>
            <a:r>
              <a:rPr sz="1250" b="0" i="0" dirty="0" err="1">
                <a:solidFill>
                  <a:srgbClr val="4F5361"/>
                </a:solidFill>
                <a:latin typeface="Neuromax"/>
              </a:rPr>
              <a:t>intentes</a:t>
            </a:r>
            <a:r>
              <a:rPr sz="1250" b="0" i="0" dirty="0">
                <a:solidFill>
                  <a:srgbClr val="4F5361"/>
                </a:solidFill>
                <a:latin typeface="Neuromax"/>
              </a:rPr>
              <a:t> </a:t>
            </a:r>
            <a:r>
              <a:rPr sz="1250" b="0" i="0" dirty="0" err="1">
                <a:solidFill>
                  <a:srgbClr val="4F5361"/>
                </a:solidFill>
                <a:latin typeface="Neuromax"/>
              </a:rPr>
              <a:t>adivinar</a:t>
            </a:r>
            <a:r>
              <a:rPr sz="1250" b="0" i="0" dirty="0">
                <a:solidFill>
                  <a:srgbClr val="4F5361"/>
                </a:solidFill>
                <a:latin typeface="Neuromax"/>
              </a:rPr>
              <a:t> las </a:t>
            </a:r>
            <a:r>
              <a:rPr sz="1250" b="0" i="0" dirty="0" err="1">
                <a:solidFill>
                  <a:srgbClr val="4F5361"/>
                </a:solidFill>
                <a:latin typeface="Neuromax"/>
              </a:rPr>
              <a:t>necesidades</a:t>
            </a:r>
            <a:r>
              <a:rPr sz="1250" b="0" i="0" dirty="0">
                <a:solidFill>
                  <a:srgbClr val="4F5361"/>
                </a:solidFill>
                <a:latin typeface="Neuromax"/>
              </a:rPr>
              <a:t> del </a:t>
            </a:r>
            <a:r>
              <a:rPr sz="1250" b="0" i="0" dirty="0" err="1">
                <a:solidFill>
                  <a:srgbClr val="4F5361"/>
                </a:solidFill>
                <a:latin typeface="Neuromax"/>
              </a:rPr>
              <a:t>próximo</a:t>
            </a:r>
            <a:r>
              <a:rPr sz="1250" b="0" i="0" dirty="0">
                <a:solidFill>
                  <a:srgbClr val="4F5361"/>
                </a:solidFill>
                <a:latin typeface="Neuromax"/>
              </a:rPr>
              <a:t> juego.</a:t>
            </a:r>
            <a:endParaRPr sz="1250"/>
          </a:p>
        </p:txBody>
      </p:sp>
      <p:sp>
        <p:nvSpPr>
          <p:cNvPr id="66" name="TextBox 11">
            <a:extLst>
              <a:ext uri="{FF2B5EF4-FFF2-40B4-BE49-F238E27FC236}">
                <a16:creationId xmlns:a16="http://schemas.microsoft.com/office/drawing/2014/main" id="{74FBC49A-2B92-7852-2417-FB6733585CB9}"/>
              </a:ext>
            </a:extLst>
          </p:cNvPr>
          <p:cNvSpPr txBox="1"/>
          <p:nvPr/>
        </p:nvSpPr>
        <p:spPr>
          <a:xfrm>
            <a:off x="6210020" y="3296319"/>
            <a:ext cx="1828800" cy="201168"/>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0" i="0">
                <a:solidFill>
                  <a:srgbClr val="B45309"/>
                </a:solidFill>
                <a:latin typeface="Neuromax SemBd"/>
              </a:rPr>
              <a:t>EN ID</a:t>
            </a:r>
          </a:p>
        </p:txBody>
      </p:sp>
      <p:sp>
        <p:nvSpPr>
          <p:cNvPr id="67" name="TextBox 12">
            <a:extLst>
              <a:ext uri="{FF2B5EF4-FFF2-40B4-BE49-F238E27FC236}">
                <a16:creationId xmlns:a16="http://schemas.microsoft.com/office/drawing/2014/main" id="{7763CC5B-7C08-2455-6946-7282D6EDFF8B}"/>
              </a:ext>
            </a:extLst>
          </p:cNvPr>
          <p:cNvSpPr txBox="1"/>
          <p:nvPr/>
        </p:nvSpPr>
        <p:spPr>
          <a:xfrm>
            <a:off x="6210020" y="3515774"/>
            <a:ext cx="4892040" cy="502920"/>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1250" b="0" i="0" dirty="0">
                <a:solidFill>
                  <a:srgbClr val="131315"/>
                </a:solidFill>
                <a:latin typeface="Neuromax"/>
              </a:rPr>
              <a:t>Cada motor se </a:t>
            </a:r>
            <a:r>
              <a:rPr sz="1250" b="0" i="0" dirty="0" err="1">
                <a:solidFill>
                  <a:srgbClr val="131315"/>
                </a:solidFill>
                <a:latin typeface="Neuromax"/>
              </a:rPr>
              <a:t>reescribió</a:t>
            </a:r>
            <a:r>
              <a:rPr sz="1250" b="0" i="0" dirty="0">
                <a:solidFill>
                  <a:srgbClr val="131315"/>
                </a:solidFill>
                <a:latin typeface="Neuromax"/>
              </a:rPr>
              <a:t> para el juego </a:t>
            </a:r>
            <a:r>
              <a:rPr sz="1250" b="0" i="0" dirty="0" err="1">
                <a:solidFill>
                  <a:srgbClr val="131315"/>
                </a:solidFill>
                <a:latin typeface="Neuromax"/>
              </a:rPr>
              <a:t>que</a:t>
            </a:r>
            <a:r>
              <a:rPr sz="1250" b="0" i="0" dirty="0">
                <a:solidFill>
                  <a:srgbClr val="131315"/>
                </a:solidFill>
                <a:latin typeface="Neuromax"/>
              </a:rPr>
              <a:t> </a:t>
            </a:r>
            <a:r>
              <a:rPr sz="1250" b="0" i="0" dirty="0" err="1">
                <a:solidFill>
                  <a:srgbClr val="131315"/>
                </a:solidFill>
                <a:latin typeface="Neuromax"/>
              </a:rPr>
              <a:t>venía</a:t>
            </a:r>
            <a:r>
              <a:rPr sz="1250" b="0" i="0" dirty="0">
                <a:solidFill>
                  <a:srgbClr val="131315"/>
                </a:solidFill>
                <a:latin typeface="Neuromax"/>
              </a:rPr>
              <a:t>; </a:t>
            </a:r>
            <a:endParaRPr lang="en-US"/>
          </a:p>
          <a:p>
            <a:r>
              <a:rPr sz="1250" b="0" i="0" dirty="0">
                <a:solidFill>
                  <a:srgbClr val="131315"/>
                </a:solidFill>
                <a:latin typeface="Neuromax"/>
              </a:rPr>
              <a:t>no </a:t>
            </a:r>
            <a:r>
              <a:rPr sz="1250" b="0" i="0" dirty="0" err="1">
                <a:solidFill>
                  <a:srgbClr val="131315"/>
                </a:solidFill>
                <a:latin typeface="Neuromax"/>
              </a:rPr>
              <a:t>arrastraron</a:t>
            </a:r>
            <a:r>
              <a:rPr sz="1250" b="0" i="0" dirty="0">
                <a:solidFill>
                  <a:srgbClr val="131315"/>
                </a:solidFill>
                <a:latin typeface="Neuromax"/>
              </a:rPr>
              <a:t> </a:t>
            </a:r>
            <a:r>
              <a:rPr sz="1250" b="0" i="0" dirty="0" err="1">
                <a:solidFill>
                  <a:srgbClr val="131315"/>
                </a:solidFill>
                <a:latin typeface="Neuromax"/>
              </a:rPr>
              <a:t>código</a:t>
            </a:r>
            <a:r>
              <a:rPr sz="1250" b="0" i="0" dirty="0">
                <a:solidFill>
                  <a:srgbClr val="131315"/>
                </a:solidFill>
                <a:latin typeface="Neuromax"/>
              </a:rPr>
              <a:t> </a:t>
            </a:r>
            <a:r>
              <a:rPr sz="1250" b="0" i="0" dirty="0" err="1">
                <a:solidFill>
                  <a:srgbClr val="131315"/>
                </a:solidFill>
                <a:latin typeface="Neuromax"/>
              </a:rPr>
              <a:t>viejo</a:t>
            </a:r>
            <a:r>
              <a:rPr sz="1250" b="0" i="0" dirty="0">
                <a:solidFill>
                  <a:srgbClr val="131315"/>
                </a:solidFill>
                <a:latin typeface="Neuromax"/>
              </a:rPr>
              <a:t>.</a:t>
            </a:r>
            <a:endParaRPr lang="en-US" sz="1250" dirty="0">
              <a:solidFill>
                <a:srgbClr val="131315"/>
              </a:solidFill>
              <a:latin typeface="Neuromax"/>
            </a:endParaRPr>
          </a:p>
        </p:txBody>
      </p:sp>
      <p:sp>
        <p:nvSpPr>
          <p:cNvPr id="68" name="TextBox 13">
            <a:extLst>
              <a:ext uri="{FF2B5EF4-FFF2-40B4-BE49-F238E27FC236}">
                <a16:creationId xmlns:a16="http://schemas.microsoft.com/office/drawing/2014/main" id="{608027BF-D4CA-D7EF-5C0F-39671F746506}"/>
              </a:ext>
            </a:extLst>
          </p:cNvPr>
          <p:cNvSpPr txBox="1"/>
          <p:nvPr/>
        </p:nvSpPr>
        <p:spPr>
          <a:xfrm>
            <a:off x="6210020" y="4261104"/>
            <a:ext cx="2194560" cy="201168"/>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0" i="0">
                <a:solidFill>
                  <a:srgbClr val="E8386D"/>
                </a:solidFill>
                <a:latin typeface="Neuromax SemBd"/>
              </a:rPr>
              <a:t>PARA TU PROYECTO</a:t>
            </a:r>
          </a:p>
        </p:txBody>
      </p:sp>
      <p:sp>
        <p:nvSpPr>
          <p:cNvPr id="69" name="TextBox 14">
            <a:extLst>
              <a:ext uri="{FF2B5EF4-FFF2-40B4-BE49-F238E27FC236}">
                <a16:creationId xmlns:a16="http://schemas.microsoft.com/office/drawing/2014/main" id="{C37B563F-3C19-417D-ED05-2DD2649A8C28}"/>
              </a:ext>
            </a:extLst>
          </p:cNvPr>
          <p:cNvSpPr txBox="1"/>
          <p:nvPr/>
        </p:nvSpPr>
        <p:spPr>
          <a:xfrm>
            <a:off x="6217795" y="4496112"/>
            <a:ext cx="4930918" cy="467774"/>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50" dirty="0" err="1">
                <a:solidFill>
                  <a:srgbClr val="4F5361"/>
                </a:solidFill>
                <a:latin typeface="Neuromax"/>
              </a:rPr>
              <a:t>Programa</a:t>
            </a:r>
            <a:r>
              <a:rPr lang="en-US" sz="1250" dirty="0">
                <a:solidFill>
                  <a:srgbClr val="4F5361"/>
                </a:solidFill>
                <a:latin typeface="Neuromax"/>
              </a:rPr>
              <a:t> </a:t>
            </a:r>
            <a:r>
              <a:rPr sz="1250" b="0" i="0" dirty="0">
                <a:solidFill>
                  <a:srgbClr val="4F5361"/>
                </a:solidFill>
                <a:latin typeface="Neuromax"/>
              </a:rPr>
              <a:t>la</a:t>
            </a:r>
            <a:r>
              <a:rPr lang="en-US" sz="1250" dirty="0">
                <a:solidFill>
                  <a:srgbClr val="4F5361"/>
                </a:solidFill>
                <a:latin typeface="Neuromax"/>
              </a:rPr>
              <a:t> </a:t>
            </a:r>
            <a:r>
              <a:rPr lang="en-US" sz="1250" dirty="0" err="1">
                <a:solidFill>
                  <a:srgbClr val="4F5361"/>
                </a:solidFill>
                <a:latin typeface="Neuromax"/>
              </a:rPr>
              <a:t>funcionalidad</a:t>
            </a:r>
            <a:r>
              <a:rPr lang="en-US" sz="1250" dirty="0">
                <a:solidFill>
                  <a:srgbClr val="4F5361"/>
                </a:solidFill>
                <a:latin typeface="Neuromax"/>
              </a:rPr>
              <a:t> </a:t>
            </a:r>
            <a:r>
              <a:rPr lang="en-US" sz="1250" dirty="0" err="1">
                <a:solidFill>
                  <a:srgbClr val="4F5361"/>
                </a:solidFill>
                <a:latin typeface="Neuromax"/>
              </a:rPr>
              <a:t>basica</a:t>
            </a:r>
            <a:r>
              <a:rPr lang="en-US" sz="1250" dirty="0">
                <a:solidFill>
                  <a:srgbClr val="4F5361"/>
                </a:solidFill>
                <a:latin typeface="Neuromax"/>
              </a:rPr>
              <a:t> de </a:t>
            </a:r>
            <a:r>
              <a:rPr lang="en-US" sz="1250" dirty="0" err="1">
                <a:solidFill>
                  <a:srgbClr val="4F5361"/>
                </a:solidFill>
                <a:latin typeface="Neuromax"/>
              </a:rPr>
              <a:t>tu</a:t>
            </a:r>
            <a:r>
              <a:rPr lang="en-US" sz="1250" dirty="0">
                <a:solidFill>
                  <a:srgbClr val="4F5361"/>
                </a:solidFill>
                <a:latin typeface="Neuromax"/>
              </a:rPr>
              <a:t> juego paso a paso. </a:t>
            </a:r>
            <a:endParaRPr lang="en-US" dirty="0"/>
          </a:p>
        </p:txBody>
      </p:sp>
      <p:sp>
        <p:nvSpPr>
          <p:cNvPr id="71" name="Rectangle 70">
            <a:extLst>
              <a:ext uri="{FF2B5EF4-FFF2-40B4-BE49-F238E27FC236}">
                <a16:creationId xmlns:a16="http://schemas.microsoft.com/office/drawing/2014/main" id="{48474D14-99B7-0066-3B44-E13F1B670C09}"/>
              </a:ext>
            </a:extLst>
          </p:cNvPr>
          <p:cNvSpPr/>
          <p:nvPr/>
        </p:nvSpPr>
        <p:spPr>
          <a:xfrm>
            <a:off x="5938002" y="5433278"/>
            <a:ext cx="5611368" cy="457200"/>
          </a:xfrm>
          <a:prstGeom prst="rect">
            <a:avLst/>
          </a:prstGeom>
          <a:solidFill>
            <a:srgbClr val="FFFFFF"/>
          </a:solidFill>
          <a:ln>
            <a:noFill/>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0" name="TextBox 28">
            <a:extLst>
              <a:ext uri="{FF2B5EF4-FFF2-40B4-BE49-F238E27FC236}">
                <a16:creationId xmlns:a16="http://schemas.microsoft.com/office/drawing/2014/main" id="{750E08CF-279B-B1AC-72A0-76256F47829C}"/>
              </a:ext>
            </a:extLst>
          </p:cNvPr>
          <p:cNvSpPr txBox="1"/>
          <p:nvPr/>
        </p:nvSpPr>
        <p:spPr>
          <a:xfrm>
            <a:off x="6250825" y="5586964"/>
            <a:ext cx="5101358" cy="308595"/>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ct val="100000"/>
              </a:lnSpc>
              <a:spcBef>
                <a:spcPts val="0"/>
              </a:spcBef>
              <a:spcAft>
                <a:spcPts val="0"/>
              </a:spcAft>
            </a:pPr>
            <a:r>
              <a:rPr sz="1200" b="1" i="0" dirty="0">
                <a:solidFill>
                  <a:srgbClr val="4F5361"/>
                </a:solidFill>
                <a:latin typeface="Neuromax"/>
              </a:rPr>
              <a:t>La </a:t>
            </a:r>
            <a:r>
              <a:rPr sz="1200" b="1" i="0" dirty="0" err="1">
                <a:solidFill>
                  <a:srgbClr val="4F5361"/>
                </a:solidFill>
                <a:latin typeface="Neuromax"/>
              </a:rPr>
              <a:t>pregunta</a:t>
            </a:r>
            <a:r>
              <a:rPr sz="1200" b="1" i="0" dirty="0">
                <a:solidFill>
                  <a:srgbClr val="4F5361"/>
                </a:solidFill>
                <a:latin typeface="Neuromax"/>
              </a:rPr>
              <a:t> no es </a:t>
            </a:r>
            <a:r>
              <a:rPr sz="1200" b="1" i="0" dirty="0" err="1">
                <a:solidFill>
                  <a:srgbClr val="4F5361"/>
                </a:solidFill>
                <a:latin typeface="Neuromax"/>
              </a:rPr>
              <a:t>qué</a:t>
            </a:r>
            <a:r>
              <a:rPr sz="1200" b="1" i="0" dirty="0">
                <a:solidFill>
                  <a:srgbClr val="4F5361"/>
                </a:solidFill>
                <a:latin typeface="Neuromax"/>
              </a:rPr>
              <a:t> motor </a:t>
            </a:r>
            <a:r>
              <a:rPr sz="1200" b="1" i="0" dirty="0" err="1">
                <a:solidFill>
                  <a:srgbClr val="4F5361"/>
                </a:solidFill>
                <a:latin typeface="Neuromax"/>
              </a:rPr>
              <a:t>usarás</a:t>
            </a:r>
            <a:r>
              <a:rPr sz="1200" b="1" i="0" dirty="0">
                <a:solidFill>
                  <a:srgbClr val="4F5361"/>
                </a:solidFill>
                <a:latin typeface="Neuromax"/>
              </a:rPr>
              <a:t> </a:t>
            </a:r>
            <a:r>
              <a:rPr sz="1200" b="1" i="0" dirty="0" err="1">
                <a:solidFill>
                  <a:srgbClr val="4F5361"/>
                </a:solidFill>
                <a:latin typeface="Neuromax"/>
              </a:rPr>
              <a:t>en</a:t>
            </a:r>
            <a:r>
              <a:rPr sz="1200" b="1" i="0" dirty="0">
                <a:solidFill>
                  <a:srgbClr val="4F5361"/>
                </a:solidFill>
                <a:latin typeface="Neuromax"/>
              </a:rPr>
              <a:t> </a:t>
            </a:r>
            <a:r>
              <a:rPr sz="1200" b="1" i="0" dirty="0" err="1">
                <a:solidFill>
                  <a:srgbClr val="4F5361"/>
                </a:solidFill>
                <a:latin typeface="Neuromax"/>
              </a:rPr>
              <a:t>cinco</a:t>
            </a:r>
            <a:r>
              <a:rPr sz="1200" b="1" i="0" dirty="0">
                <a:solidFill>
                  <a:srgbClr val="4F5361"/>
                </a:solidFill>
                <a:latin typeface="Neuromax"/>
              </a:rPr>
              <a:t> </a:t>
            </a:r>
            <a:r>
              <a:rPr sz="1200" b="1" i="0" dirty="0" err="1">
                <a:solidFill>
                  <a:srgbClr val="4F5361"/>
                </a:solidFill>
                <a:latin typeface="Neuromax"/>
              </a:rPr>
              <a:t>años</a:t>
            </a:r>
            <a:r>
              <a:rPr sz="1200" b="1" i="0" dirty="0">
                <a:solidFill>
                  <a:srgbClr val="4F5361"/>
                </a:solidFill>
                <a:latin typeface="Neuromax"/>
              </a:rPr>
              <a:t>; es </a:t>
            </a:r>
            <a:r>
              <a:rPr sz="1200" b="1" i="0" dirty="0" err="1">
                <a:solidFill>
                  <a:srgbClr val="4F5361"/>
                </a:solidFill>
                <a:latin typeface="Neuromax"/>
              </a:rPr>
              <a:t>qué</a:t>
            </a:r>
            <a:r>
              <a:rPr sz="1200" b="1" i="0" dirty="0">
                <a:solidFill>
                  <a:srgbClr val="4F5361"/>
                </a:solidFill>
                <a:latin typeface="Neuromax"/>
              </a:rPr>
              <a:t> </a:t>
            </a:r>
            <a:r>
              <a:rPr sz="1200" b="1" i="0" dirty="0" err="1">
                <a:solidFill>
                  <a:srgbClr val="4F5361"/>
                </a:solidFill>
                <a:latin typeface="Neuromax"/>
              </a:rPr>
              <a:t>problema</a:t>
            </a:r>
            <a:r>
              <a:rPr sz="1200" b="1" i="0" dirty="0">
                <a:solidFill>
                  <a:srgbClr val="4F5361"/>
                </a:solidFill>
                <a:latin typeface="Neuromax"/>
              </a:rPr>
              <a:t> </a:t>
            </a:r>
            <a:r>
              <a:rPr sz="1200" b="1" i="0" dirty="0" err="1">
                <a:solidFill>
                  <a:srgbClr val="4F5361"/>
                </a:solidFill>
                <a:latin typeface="Neuromax"/>
              </a:rPr>
              <a:t>tienes</a:t>
            </a:r>
            <a:r>
              <a:rPr sz="1200" b="1" i="0" dirty="0">
                <a:solidFill>
                  <a:srgbClr val="4F5361"/>
                </a:solidFill>
                <a:latin typeface="Neuromax"/>
              </a:rPr>
              <a:t> hoy.</a:t>
            </a:r>
            <a:endParaRPr lang="en-US" sz="1200" b="1" i="0">
              <a:solidFill>
                <a:srgbClr val="4F5361"/>
              </a:solidFill>
              <a:latin typeface="Neuroma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2080-150D-F8EB-0369-4E601E5CB73C}"/>
            </a:ext>
          </a:extLst>
        </p:cNvPr>
        <p:cNvGrpSpPr/>
        <p:nvPr/>
      </p:nvGrpSpPr>
      <p:grpSpPr>
        <a:xfrm>
          <a:off x="0" y="0"/>
          <a:ext cx="0" cy="0"/>
          <a:chOff x="0" y="0"/>
          <a:chExt cx="0" cy="0"/>
        </a:xfrm>
      </p:grpSpPr>
      <p:pic>
        <p:nvPicPr>
          <p:cNvPr id="2" name="Picture 1" descr="bg.png">
            <a:extLst>
              <a:ext uri="{FF2B5EF4-FFF2-40B4-BE49-F238E27FC236}">
                <a16:creationId xmlns:a16="http://schemas.microsoft.com/office/drawing/2014/main" id="{9C9F4479-B536-86A9-072F-5AFF3D069CF3}"/>
              </a:ext>
            </a:extLst>
          </p:cNvPr>
          <p:cNvPicPr>
            <a:picLocks noChangeAspect="1"/>
          </p:cNvPicPr>
          <p:nvPr/>
        </p:nvPicPr>
        <p:blipFill>
          <a:blip r:embed="rId3"/>
          <a:stretch>
            <a:fillRect/>
          </a:stretch>
        </p:blipFill>
        <p:spPr>
          <a:xfrm>
            <a:off x="0" y="0"/>
            <a:ext cx="12191695" cy="6858000"/>
          </a:xfrm>
          <a:prstGeom prst="rect">
            <a:avLst/>
          </a:prstGeom>
        </p:spPr>
      </p:pic>
      <p:sp>
        <p:nvSpPr>
          <p:cNvPr id="5" name="TextBox 4">
            <a:extLst>
              <a:ext uri="{FF2B5EF4-FFF2-40B4-BE49-F238E27FC236}">
                <a16:creationId xmlns:a16="http://schemas.microsoft.com/office/drawing/2014/main" id="{5F6AC15B-8F95-1FF7-B18A-15051D06D1BC}"/>
              </a:ext>
            </a:extLst>
          </p:cNvPr>
          <p:cNvSpPr txBox="1"/>
          <p:nvPr/>
        </p:nvSpPr>
        <p:spPr>
          <a:xfrm>
            <a:off x="305671" y="191423"/>
            <a:ext cx="10927080" cy="658368"/>
          </a:xfrm>
          <a:prstGeom prst="rect">
            <a:avLst/>
          </a:prstGeom>
          <a:noFill/>
        </p:spPr>
        <p:txBody>
          <a:bodyPr wrap="square" lIns="0" tIns="0" rIns="0" bIns="0" anchor="t">
            <a:noAutofit/>
          </a:bodyPr>
          <a:lstStyle/>
          <a:p>
            <a:pPr algn="l">
              <a:lnSpc>
                <a:spcPct val="95000"/>
              </a:lnSpc>
              <a:spcBef>
                <a:spcPts val="0"/>
              </a:spcBef>
              <a:spcAft>
                <a:spcPts val="0"/>
              </a:spcAft>
            </a:pPr>
            <a:r>
              <a:rPr sz="3600" b="0" i="0">
                <a:solidFill>
                  <a:srgbClr val="131315"/>
                </a:solidFill>
                <a:latin typeface="Neuromax SemBd"/>
              </a:rPr>
              <a:t>SIMPLE Y BIEN EQUIPADO</a:t>
            </a:r>
          </a:p>
        </p:txBody>
      </p:sp>
      <p:sp>
        <p:nvSpPr>
          <p:cNvPr id="6" name="TextBox 5">
            <a:extLst>
              <a:ext uri="{FF2B5EF4-FFF2-40B4-BE49-F238E27FC236}">
                <a16:creationId xmlns:a16="http://schemas.microsoft.com/office/drawing/2014/main" id="{F2FDE82A-A4CD-5D72-1318-4B7FFBE0E2BE}"/>
              </a:ext>
            </a:extLst>
          </p:cNvPr>
          <p:cNvSpPr txBox="1"/>
          <p:nvPr/>
        </p:nvSpPr>
        <p:spPr>
          <a:xfrm>
            <a:off x="305671" y="701621"/>
            <a:ext cx="10927080" cy="347472"/>
          </a:xfrm>
          <a:prstGeom prst="rect">
            <a:avLst/>
          </a:prstGeom>
          <a:noFill/>
        </p:spPr>
        <p:txBody>
          <a:bodyPr wrap="square" lIns="0" tIns="0" rIns="0" bIns="0" anchor="t">
            <a:noAutofit/>
          </a:bodyPr>
          <a:lstStyle/>
          <a:p>
            <a:pPr algn="l">
              <a:lnSpc>
                <a:spcPct val="100000"/>
              </a:lnSpc>
              <a:spcBef>
                <a:spcPts val="0"/>
              </a:spcBef>
              <a:spcAft>
                <a:spcPts val="0"/>
              </a:spcAft>
            </a:pPr>
            <a:r>
              <a:rPr sz="1600" b="0" i="0">
                <a:solidFill>
                  <a:srgbClr val="4F5361"/>
                </a:solidFill>
                <a:latin typeface="Neuromax"/>
              </a:rPr>
              <a:t>El código y las herramientas son parte del diseño.</a:t>
            </a:r>
          </a:p>
        </p:txBody>
      </p:sp>
      <p:sp>
        <p:nvSpPr>
          <p:cNvPr id="16" name="Rectangle 15">
            <a:extLst>
              <a:ext uri="{FF2B5EF4-FFF2-40B4-BE49-F238E27FC236}">
                <a16:creationId xmlns:a16="http://schemas.microsoft.com/office/drawing/2014/main" id="{23B0CDC1-DB63-5245-FEE1-8F4769D87F25}"/>
              </a:ext>
            </a:extLst>
          </p:cNvPr>
          <p:cNvSpPr/>
          <p:nvPr/>
        </p:nvSpPr>
        <p:spPr>
          <a:xfrm>
            <a:off x="509078" y="1297101"/>
            <a:ext cx="5403462" cy="3913632"/>
          </a:xfrm>
          <a:prstGeom prst="rect">
            <a:avLst/>
          </a:prstGeom>
          <a:solidFill>
            <a:srgbClr val="FFFFFF"/>
          </a:solidFill>
          <a:ln>
            <a:noFill/>
          </a:ln>
          <a:effectLst/>
        </p:spPr>
        <p:txBody>
          <a:bodyPr rtlCol="0" anchor="ctr"/>
          <a:lstStyle/>
          <a:p>
            <a:pPr algn="ctr"/>
            <a:endParaRPr/>
          </a:p>
        </p:txBody>
      </p:sp>
      <p:sp>
        <p:nvSpPr>
          <p:cNvPr id="17" name="Rectangle 16">
            <a:extLst>
              <a:ext uri="{FF2B5EF4-FFF2-40B4-BE49-F238E27FC236}">
                <a16:creationId xmlns:a16="http://schemas.microsoft.com/office/drawing/2014/main" id="{BE73FD6E-0A78-7E13-2DC5-A8424889A542}"/>
              </a:ext>
            </a:extLst>
          </p:cNvPr>
          <p:cNvSpPr/>
          <p:nvPr/>
        </p:nvSpPr>
        <p:spPr>
          <a:xfrm>
            <a:off x="477976" y="1297101"/>
            <a:ext cx="64008" cy="3913632"/>
          </a:xfrm>
          <a:prstGeom prst="rect">
            <a:avLst/>
          </a:prstGeom>
          <a:solidFill>
            <a:srgbClr val="E8386D"/>
          </a:solidFill>
          <a:ln>
            <a:noFill/>
          </a:ln>
          <a:effectLst/>
        </p:spPr>
        <p:txBody>
          <a:bodyPr rtlCol="0" anchor="ctr"/>
          <a:lstStyle/>
          <a:p>
            <a:pPr algn="ctr"/>
            <a:endParaRPr/>
          </a:p>
        </p:txBody>
      </p:sp>
      <p:sp>
        <p:nvSpPr>
          <p:cNvPr id="18" name="TextBox 17">
            <a:extLst>
              <a:ext uri="{FF2B5EF4-FFF2-40B4-BE49-F238E27FC236}">
                <a16:creationId xmlns:a16="http://schemas.microsoft.com/office/drawing/2014/main" id="{5416B11B-8A13-8610-AA42-B53592EBE7E8}"/>
              </a:ext>
            </a:extLst>
          </p:cNvPr>
          <p:cNvSpPr txBox="1"/>
          <p:nvPr/>
        </p:nvSpPr>
        <p:spPr>
          <a:xfrm>
            <a:off x="663904" y="1441373"/>
            <a:ext cx="1828800"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E8386D"/>
                </a:solidFill>
                <a:latin typeface="Neuromax SemBd"/>
              </a:rPr>
              <a:t>PRINCIPIO </a:t>
            </a:r>
            <a:r>
              <a:rPr lang="en-US" sz="1200">
                <a:solidFill>
                  <a:srgbClr val="E8386D"/>
                </a:solidFill>
                <a:latin typeface="Neuromax SemBd"/>
              </a:rPr>
              <a:t>05</a:t>
            </a:r>
            <a:endParaRPr sz="1200" b="0" i="0">
              <a:solidFill>
                <a:srgbClr val="E8386D"/>
              </a:solidFill>
              <a:latin typeface="Neuromax SemBd"/>
            </a:endParaRPr>
          </a:p>
        </p:txBody>
      </p:sp>
      <p:sp>
        <p:nvSpPr>
          <p:cNvPr id="19" name="TextBox 18">
            <a:extLst>
              <a:ext uri="{FF2B5EF4-FFF2-40B4-BE49-F238E27FC236}">
                <a16:creationId xmlns:a16="http://schemas.microsoft.com/office/drawing/2014/main" id="{ED60FBF6-0CA4-297D-2E0A-F1B2C11E3334}"/>
              </a:ext>
            </a:extLst>
          </p:cNvPr>
          <p:cNvSpPr txBox="1"/>
          <p:nvPr/>
        </p:nvSpPr>
        <p:spPr>
          <a:xfrm>
            <a:off x="663904" y="1669972"/>
            <a:ext cx="4892040" cy="384048"/>
          </a:xfrm>
          <a:prstGeom prst="rect">
            <a:avLst/>
          </a:prstGeom>
          <a:noFill/>
        </p:spPr>
        <p:txBody>
          <a:bodyPr wrap="square" lIns="0" tIns="0" rIns="0" bIns="0" anchor="t">
            <a:noAutofit/>
          </a:bodyPr>
          <a:lstStyle/>
          <a:p>
            <a:pPr algn="l">
              <a:lnSpc>
                <a:spcPct val="100000"/>
              </a:lnSpc>
              <a:spcBef>
                <a:spcPts val="0"/>
              </a:spcBef>
              <a:spcAft>
                <a:spcPts val="0"/>
              </a:spcAft>
            </a:pPr>
            <a:r>
              <a:rPr sz="2300" b="0" i="0">
                <a:solidFill>
                  <a:srgbClr val="131315"/>
                </a:solidFill>
                <a:latin typeface="Neuromax SemBd"/>
              </a:rPr>
              <a:t>HERRAMIENTAS PRIMERO</a:t>
            </a:r>
          </a:p>
        </p:txBody>
      </p:sp>
      <p:sp>
        <p:nvSpPr>
          <p:cNvPr id="20" name="TextBox 19">
            <a:extLst>
              <a:ext uri="{FF2B5EF4-FFF2-40B4-BE49-F238E27FC236}">
                <a16:creationId xmlns:a16="http://schemas.microsoft.com/office/drawing/2014/main" id="{9429FD2A-0A5C-5A69-4917-C50686D232F3}"/>
              </a:ext>
            </a:extLst>
          </p:cNvPr>
          <p:cNvSpPr txBox="1"/>
          <p:nvPr/>
        </p:nvSpPr>
        <p:spPr>
          <a:xfrm>
            <a:off x="633424" y="2127173"/>
            <a:ext cx="2926080" cy="833120"/>
          </a:xfrm>
          <a:prstGeom prst="rect">
            <a:avLst/>
          </a:prstGeom>
          <a:noFill/>
        </p:spPr>
        <p:txBody>
          <a:bodyPr wrap="square" lIns="0" tIns="0" rIns="0" bIns="0" anchor="t">
            <a:noAutofit/>
          </a:bodyPr>
          <a:lstStyle/>
          <a:p>
            <a:r>
              <a:rPr sz="1250" b="0" i="0" dirty="0">
                <a:solidFill>
                  <a:srgbClr val="4F5361"/>
                </a:solidFill>
                <a:latin typeface="Neuromax"/>
              </a:rPr>
              <a:t>El </a:t>
            </a:r>
            <a:r>
              <a:rPr sz="1250" b="0" i="0" dirty="0" err="1">
                <a:solidFill>
                  <a:srgbClr val="4F5361"/>
                </a:solidFill>
                <a:latin typeface="Neuromax"/>
              </a:rPr>
              <a:t>tiempo</a:t>
            </a:r>
            <a:r>
              <a:rPr sz="1250" b="0" i="0" dirty="0">
                <a:solidFill>
                  <a:srgbClr val="4F5361"/>
                </a:solidFill>
                <a:latin typeface="Neuromax"/>
              </a:rPr>
              <a:t> </a:t>
            </a:r>
            <a:r>
              <a:rPr sz="1250" b="0" i="0" dirty="0" err="1">
                <a:solidFill>
                  <a:srgbClr val="4F5361"/>
                </a:solidFill>
                <a:latin typeface="Neuromax"/>
              </a:rPr>
              <a:t>que</a:t>
            </a:r>
            <a:r>
              <a:rPr sz="1250" b="0" i="0" dirty="0">
                <a:solidFill>
                  <a:srgbClr val="4F5361"/>
                </a:solidFill>
                <a:latin typeface="Neuromax"/>
              </a:rPr>
              <a:t> </a:t>
            </a:r>
            <a:r>
              <a:rPr sz="1250" b="0" i="0" dirty="0" err="1">
                <a:solidFill>
                  <a:srgbClr val="4F5361"/>
                </a:solidFill>
                <a:latin typeface="Neuromax"/>
              </a:rPr>
              <a:t>inviertes</a:t>
            </a:r>
            <a:r>
              <a:rPr sz="1250" b="0" i="0" dirty="0">
                <a:solidFill>
                  <a:srgbClr val="4F5361"/>
                </a:solidFill>
                <a:latin typeface="Neuromax"/>
              </a:rPr>
              <a:t> </a:t>
            </a:r>
            <a:r>
              <a:rPr sz="1250" b="0" i="0" dirty="0" err="1">
                <a:solidFill>
                  <a:srgbClr val="4F5361"/>
                </a:solidFill>
                <a:latin typeface="Neuromax"/>
              </a:rPr>
              <a:t>en</a:t>
            </a:r>
            <a:r>
              <a:rPr sz="1250" b="0" i="0" dirty="0">
                <a:solidFill>
                  <a:srgbClr val="4F5361"/>
                </a:solidFill>
                <a:latin typeface="Neuromax"/>
              </a:rPr>
              <a:t> </a:t>
            </a:r>
            <a:r>
              <a:rPr sz="1250" b="0" i="0" dirty="0" err="1">
                <a:solidFill>
                  <a:srgbClr val="4F5361"/>
                </a:solidFill>
                <a:latin typeface="Neuromax"/>
              </a:rPr>
              <a:t>editores</a:t>
            </a:r>
            <a:r>
              <a:rPr sz="1250" b="0" i="0" dirty="0">
                <a:solidFill>
                  <a:srgbClr val="4F5361"/>
                </a:solidFill>
                <a:latin typeface="Neuromax"/>
              </a:rPr>
              <a:t>, </a:t>
            </a:r>
            <a:r>
              <a:rPr sz="1250" b="0" i="0" dirty="0" err="1">
                <a:solidFill>
                  <a:srgbClr val="4F5361"/>
                </a:solidFill>
                <a:latin typeface="Neuromax"/>
              </a:rPr>
              <a:t>compiladores</a:t>
            </a:r>
            <a:r>
              <a:rPr sz="1250" b="0" i="0" dirty="0">
                <a:solidFill>
                  <a:srgbClr val="4F5361"/>
                </a:solidFill>
                <a:latin typeface="Neuromax"/>
              </a:rPr>
              <a:t> y </a:t>
            </a:r>
            <a:r>
              <a:rPr sz="1250" b="0" i="0" dirty="0" err="1">
                <a:solidFill>
                  <a:srgbClr val="4F5361"/>
                </a:solidFill>
                <a:latin typeface="Neuromax"/>
              </a:rPr>
              <a:t>pruebas</a:t>
            </a:r>
            <a:r>
              <a:rPr sz="1250" b="0" i="0" dirty="0">
                <a:solidFill>
                  <a:srgbClr val="4F5361"/>
                </a:solidFill>
                <a:latin typeface="Neuromax"/>
              </a:rPr>
              <a:t> se </a:t>
            </a:r>
            <a:r>
              <a:rPr sz="1250" b="0" i="0" dirty="0" err="1">
                <a:solidFill>
                  <a:srgbClr val="4F5361"/>
                </a:solidFill>
                <a:latin typeface="Neuromax"/>
              </a:rPr>
              <a:t>recupera</a:t>
            </a:r>
            <a:r>
              <a:rPr sz="1250" b="0" i="0" dirty="0">
                <a:solidFill>
                  <a:srgbClr val="4F5361"/>
                </a:solidFill>
                <a:latin typeface="Neuromax"/>
              </a:rPr>
              <a:t>. </a:t>
            </a:r>
            <a:endParaRPr lang="en-US" dirty="0"/>
          </a:p>
          <a:p>
            <a:r>
              <a:rPr sz="1250" b="0" i="0" dirty="0">
                <a:solidFill>
                  <a:srgbClr val="4F5361"/>
                </a:solidFill>
                <a:latin typeface="Neuromax"/>
              </a:rPr>
              <a:t>Una </a:t>
            </a:r>
            <a:r>
              <a:rPr sz="1250" b="0" i="0" dirty="0" err="1">
                <a:solidFill>
                  <a:srgbClr val="4F5361"/>
                </a:solidFill>
                <a:latin typeface="Neuromax"/>
              </a:rPr>
              <a:t>herramienta</a:t>
            </a:r>
            <a:r>
              <a:rPr sz="1250" b="0" i="0" dirty="0">
                <a:solidFill>
                  <a:srgbClr val="4F5361"/>
                </a:solidFill>
                <a:latin typeface="Neuromax"/>
              </a:rPr>
              <a:t> </a:t>
            </a:r>
            <a:r>
              <a:rPr sz="1250" b="0" i="0" dirty="0" err="1">
                <a:solidFill>
                  <a:srgbClr val="4F5361"/>
                </a:solidFill>
                <a:latin typeface="Neuromax"/>
              </a:rPr>
              <a:t>buena</a:t>
            </a:r>
            <a:r>
              <a:rPr sz="1250" b="0" i="0" dirty="0">
                <a:solidFill>
                  <a:srgbClr val="4F5361"/>
                </a:solidFill>
                <a:latin typeface="Neuromax"/>
              </a:rPr>
              <a:t> </a:t>
            </a:r>
            <a:r>
              <a:rPr sz="1250" b="0" i="0" dirty="0" err="1">
                <a:solidFill>
                  <a:srgbClr val="4F5361"/>
                </a:solidFill>
                <a:latin typeface="Neuromax"/>
              </a:rPr>
              <a:t>te</a:t>
            </a:r>
            <a:r>
              <a:rPr sz="1250" b="0" i="0" dirty="0">
                <a:solidFill>
                  <a:srgbClr val="4F5361"/>
                </a:solidFill>
                <a:latin typeface="Neuromax"/>
              </a:rPr>
              <a:t> </a:t>
            </a:r>
            <a:r>
              <a:rPr lang="en-US" sz="1250" dirty="0">
                <a:solidFill>
                  <a:srgbClr val="4F5361"/>
                </a:solidFill>
                <a:latin typeface="Neuromax"/>
              </a:rPr>
              <a:t>de mas </a:t>
            </a:r>
            <a:r>
              <a:rPr lang="en-US" sz="1250" dirty="0" err="1">
                <a:solidFill>
                  <a:srgbClr val="4F5361"/>
                </a:solidFill>
                <a:latin typeface="Neuromax"/>
              </a:rPr>
              <a:t>tiempo</a:t>
            </a:r>
            <a:r>
              <a:rPr lang="en-US" sz="1250" dirty="0">
                <a:solidFill>
                  <a:srgbClr val="4F5361"/>
                </a:solidFill>
                <a:latin typeface="Neuromax"/>
              </a:rPr>
              <a:t> para </a:t>
            </a:r>
            <a:r>
              <a:rPr lang="en-US" sz="1250" dirty="0" err="1">
                <a:solidFill>
                  <a:srgbClr val="4F5361"/>
                </a:solidFill>
                <a:latin typeface="Neuromax"/>
              </a:rPr>
              <a:t>pensar</a:t>
            </a:r>
            <a:r>
              <a:rPr lang="en-US" sz="1250" dirty="0">
                <a:solidFill>
                  <a:srgbClr val="4F5361"/>
                </a:solidFill>
                <a:latin typeface="Neuromax"/>
              </a:rPr>
              <a:t> </a:t>
            </a:r>
            <a:r>
              <a:rPr sz="1250" b="0" i="0" dirty="0" err="1">
                <a:solidFill>
                  <a:srgbClr val="4F5361"/>
                </a:solidFill>
                <a:latin typeface="Neuromax"/>
              </a:rPr>
              <a:t>en</a:t>
            </a:r>
            <a:r>
              <a:rPr sz="1250" b="0" i="0" dirty="0">
                <a:solidFill>
                  <a:srgbClr val="4F5361"/>
                </a:solidFill>
                <a:latin typeface="Neuromax"/>
              </a:rPr>
              <a:t> el juego</a:t>
            </a:r>
            <a:r>
              <a:rPr lang="en-US" sz="1250" dirty="0">
                <a:solidFill>
                  <a:srgbClr val="4F5361"/>
                </a:solidFill>
                <a:latin typeface="Neuromax"/>
              </a:rPr>
              <a:t>.</a:t>
            </a:r>
            <a:endParaRPr sz="1250" dirty="0">
              <a:solidFill>
                <a:srgbClr val="4F5361"/>
              </a:solidFill>
              <a:latin typeface="Neuromax"/>
              <a:ea typeface="Calibri"/>
              <a:cs typeface="Calibri"/>
            </a:endParaRPr>
          </a:p>
        </p:txBody>
      </p:sp>
      <p:sp>
        <p:nvSpPr>
          <p:cNvPr id="21" name="TextBox 20">
            <a:extLst>
              <a:ext uri="{FF2B5EF4-FFF2-40B4-BE49-F238E27FC236}">
                <a16:creationId xmlns:a16="http://schemas.microsoft.com/office/drawing/2014/main" id="{0430FDD9-8B99-8E5B-C3DC-504964D6B05A}"/>
              </a:ext>
            </a:extLst>
          </p:cNvPr>
          <p:cNvSpPr txBox="1"/>
          <p:nvPr/>
        </p:nvSpPr>
        <p:spPr>
          <a:xfrm>
            <a:off x="663904" y="3325037"/>
            <a:ext cx="2926080"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B45309"/>
                </a:solidFill>
                <a:latin typeface="Neuromax SemBd"/>
              </a:rPr>
              <a:t>EN ID</a:t>
            </a:r>
          </a:p>
        </p:txBody>
      </p:sp>
      <p:sp>
        <p:nvSpPr>
          <p:cNvPr id="22" name="TextBox 21">
            <a:extLst>
              <a:ext uri="{FF2B5EF4-FFF2-40B4-BE49-F238E27FC236}">
                <a16:creationId xmlns:a16="http://schemas.microsoft.com/office/drawing/2014/main" id="{9AE9C2D4-9943-3DF5-ABE3-0C6F171AB7E2}"/>
              </a:ext>
            </a:extLst>
          </p:cNvPr>
          <p:cNvSpPr txBox="1"/>
          <p:nvPr/>
        </p:nvSpPr>
        <p:spPr>
          <a:xfrm>
            <a:off x="663904" y="3544492"/>
            <a:ext cx="2907792" cy="566928"/>
          </a:xfrm>
          <a:prstGeom prst="rect">
            <a:avLst/>
          </a:prstGeom>
          <a:noFill/>
        </p:spPr>
        <p:txBody>
          <a:bodyPr wrap="square" lIns="0" tIns="0" rIns="0" bIns="0" anchor="t">
            <a:noAutofit/>
          </a:bodyPr>
          <a:lstStyle/>
          <a:p>
            <a:pPr algn="l">
              <a:lnSpc>
                <a:spcPct val="100000"/>
              </a:lnSpc>
              <a:spcBef>
                <a:spcPts val="0"/>
              </a:spcBef>
              <a:spcAft>
                <a:spcPts val="0"/>
              </a:spcAft>
            </a:pPr>
            <a:r>
              <a:rPr sz="1250" b="0" i="0">
                <a:solidFill>
                  <a:srgbClr val="131315"/>
                </a:solidFill>
                <a:latin typeface="Neuromax"/>
              </a:rPr>
              <a:t>Construyeron sus propios editores de mapas y su motor; probaban antes de integrar.</a:t>
            </a:r>
          </a:p>
        </p:txBody>
      </p:sp>
      <p:sp>
        <p:nvSpPr>
          <p:cNvPr id="23" name="TextBox 22">
            <a:extLst>
              <a:ext uri="{FF2B5EF4-FFF2-40B4-BE49-F238E27FC236}">
                <a16:creationId xmlns:a16="http://schemas.microsoft.com/office/drawing/2014/main" id="{8C0F1E71-3C52-3E8E-8CB1-4BE515BF492A}"/>
              </a:ext>
            </a:extLst>
          </p:cNvPr>
          <p:cNvSpPr txBox="1"/>
          <p:nvPr/>
        </p:nvSpPr>
        <p:spPr>
          <a:xfrm>
            <a:off x="663904" y="4579071"/>
            <a:ext cx="2194560" cy="201168"/>
          </a:xfrm>
          <a:prstGeom prst="rect">
            <a:avLst/>
          </a:prstGeom>
          <a:noFill/>
        </p:spPr>
        <p:txBody>
          <a:bodyPr wrap="square" lIns="0" tIns="0" rIns="0" bIns="0" anchor="t">
            <a:noAutofit/>
          </a:bodyPr>
          <a:lstStyle/>
          <a:p>
            <a:pPr algn="l">
              <a:lnSpc>
                <a:spcPct val="100000"/>
              </a:lnSpc>
              <a:spcBef>
                <a:spcPts val="0"/>
              </a:spcBef>
              <a:spcAft>
                <a:spcPts val="0"/>
              </a:spcAft>
            </a:pPr>
            <a:r>
              <a:rPr sz="1200" b="0" i="0">
                <a:solidFill>
                  <a:srgbClr val="E8386D"/>
                </a:solidFill>
                <a:latin typeface="Neuromax SemBd"/>
              </a:rPr>
              <a:t>PARA TU PROYECTO</a:t>
            </a:r>
          </a:p>
        </p:txBody>
      </p:sp>
      <p:sp>
        <p:nvSpPr>
          <p:cNvPr id="24" name="TextBox 23">
            <a:extLst>
              <a:ext uri="{FF2B5EF4-FFF2-40B4-BE49-F238E27FC236}">
                <a16:creationId xmlns:a16="http://schemas.microsoft.com/office/drawing/2014/main" id="{59DAE82E-95D1-58E7-804C-28BAB5C432B5}"/>
              </a:ext>
            </a:extLst>
          </p:cNvPr>
          <p:cNvSpPr txBox="1"/>
          <p:nvPr/>
        </p:nvSpPr>
        <p:spPr>
          <a:xfrm>
            <a:off x="663904" y="4869647"/>
            <a:ext cx="5244592" cy="513080"/>
          </a:xfrm>
          <a:prstGeom prst="rect">
            <a:avLst/>
          </a:prstGeom>
          <a:noFill/>
        </p:spPr>
        <p:txBody>
          <a:bodyPr wrap="square" lIns="0" tIns="0" rIns="0" bIns="0" anchor="t">
            <a:noAutofit/>
          </a:bodyPr>
          <a:lstStyle/>
          <a:p>
            <a:r>
              <a:rPr sz="1250" b="0" i="0" dirty="0" err="1">
                <a:solidFill>
                  <a:srgbClr val="4F5361"/>
                </a:solidFill>
                <a:latin typeface="Neuromax"/>
              </a:rPr>
              <a:t>Aprende</a:t>
            </a:r>
            <a:r>
              <a:rPr sz="1250" b="0" i="0" dirty="0">
                <a:solidFill>
                  <a:srgbClr val="4F5361"/>
                </a:solidFill>
                <a:latin typeface="Neuromax"/>
              </a:rPr>
              <a:t> a usar el editor, el </a:t>
            </a:r>
            <a:r>
              <a:rPr lang="en-US" sz="1250" dirty="0">
                <a:solidFill>
                  <a:srgbClr val="4F5361"/>
                </a:solidFill>
                <a:latin typeface="Neuromax"/>
              </a:rPr>
              <a:t>motor, el </a:t>
            </a:r>
            <a:r>
              <a:rPr sz="1250" b="0" i="0" dirty="0" err="1">
                <a:solidFill>
                  <a:srgbClr val="4F5361"/>
                </a:solidFill>
                <a:latin typeface="Neuromax"/>
              </a:rPr>
              <a:t>depurador</a:t>
            </a:r>
            <a:r>
              <a:rPr sz="1250" b="0" i="0" dirty="0">
                <a:solidFill>
                  <a:srgbClr val="4F5361"/>
                </a:solidFill>
                <a:latin typeface="Neuromax"/>
              </a:rPr>
              <a:t> y Git. No </a:t>
            </a:r>
            <a:r>
              <a:rPr sz="1250" b="0" i="0" dirty="0" err="1">
                <a:solidFill>
                  <a:srgbClr val="4F5361"/>
                </a:solidFill>
                <a:latin typeface="Neuromax"/>
              </a:rPr>
              <a:t>trabajes</a:t>
            </a:r>
            <a:r>
              <a:rPr sz="1250" b="0" i="0" dirty="0">
                <a:solidFill>
                  <a:srgbClr val="4F5361"/>
                </a:solidFill>
                <a:latin typeface="Neuromax"/>
              </a:rPr>
              <a:t> a </a:t>
            </a:r>
            <a:r>
              <a:rPr sz="1250" b="0" i="0" dirty="0" err="1">
                <a:solidFill>
                  <a:srgbClr val="4F5361"/>
                </a:solidFill>
                <a:latin typeface="Neuromax"/>
              </a:rPr>
              <a:t>ciegas</a:t>
            </a:r>
            <a:r>
              <a:rPr sz="1250" b="0" i="0" dirty="0">
                <a:solidFill>
                  <a:srgbClr val="4F5361"/>
                </a:solidFill>
                <a:latin typeface="Neuromax"/>
              </a:rPr>
              <a:t>.</a:t>
            </a:r>
          </a:p>
        </p:txBody>
      </p:sp>
      <p:pic>
        <p:nvPicPr>
          <p:cNvPr id="25" name="Picture 24" descr="doom_editor.png">
            <a:extLst>
              <a:ext uri="{FF2B5EF4-FFF2-40B4-BE49-F238E27FC236}">
                <a16:creationId xmlns:a16="http://schemas.microsoft.com/office/drawing/2014/main" id="{0338A763-F5DB-8E3F-CBA4-6E2F3F1372B1}"/>
              </a:ext>
            </a:extLst>
          </p:cNvPr>
          <p:cNvPicPr>
            <a:picLocks noChangeAspect="1"/>
          </p:cNvPicPr>
          <p:nvPr/>
        </p:nvPicPr>
        <p:blipFill>
          <a:blip r:embed="rId4"/>
          <a:srcRect l="158" r="158"/>
          <a:stretch>
            <a:fillRect/>
          </a:stretch>
        </p:blipFill>
        <p:spPr>
          <a:xfrm>
            <a:off x="6427549" y="1049774"/>
            <a:ext cx="5512939" cy="4420283"/>
          </a:xfrm>
          <a:prstGeom prst="rect">
            <a:avLst/>
          </a:prstGeom>
          <a:ln w="15240">
            <a:solidFill>
              <a:srgbClr val="FFFFFF"/>
            </a:solidFill>
          </a:ln>
        </p:spPr>
      </p:pic>
      <p:sp>
        <p:nvSpPr>
          <p:cNvPr id="26" name="TextBox 25">
            <a:extLst>
              <a:ext uri="{FF2B5EF4-FFF2-40B4-BE49-F238E27FC236}">
                <a16:creationId xmlns:a16="http://schemas.microsoft.com/office/drawing/2014/main" id="{94EDF042-40F9-61F6-CD8F-E1E424517B22}"/>
              </a:ext>
            </a:extLst>
          </p:cNvPr>
          <p:cNvSpPr txBox="1"/>
          <p:nvPr/>
        </p:nvSpPr>
        <p:spPr>
          <a:xfrm>
            <a:off x="8332030" y="753353"/>
            <a:ext cx="1920240" cy="182880"/>
          </a:xfrm>
          <a:prstGeom prst="rect">
            <a:avLst/>
          </a:prstGeom>
          <a:noFill/>
        </p:spPr>
        <p:txBody>
          <a:bodyPr wrap="square" lIns="0" tIns="0" rIns="0" bIns="0" anchor="t">
            <a:noAutofit/>
          </a:bodyPr>
          <a:lstStyle/>
          <a:p>
            <a:r>
              <a:rPr sz="1100" b="0" i="0" dirty="0">
                <a:solidFill>
                  <a:srgbClr val="6B7280"/>
                </a:solidFill>
                <a:latin typeface="Neuromax"/>
              </a:rPr>
              <a:t>Doom </a:t>
            </a:r>
            <a:r>
              <a:rPr lang="en-US" sz="1100">
                <a:solidFill>
                  <a:srgbClr val="6B7280"/>
                </a:solidFill>
                <a:latin typeface="Neuromax"/>
              </a:rPr>
              <a:t>Map </a:t>
            </a:r>
            <a:r>
              <a:rPr sz="1100" b="0" i="0" dirty="0">
                <a:solidFill>
                  <a:srgbClr val="6B7280"/>
                </a:solidFill>
                <a:latin typeface="Neuromax"/>
              </a:rPr>
              <a:t>Construction Kit</a:t>
            </a:r>
            <a:endParaRPr lang="en-US" sz="1100" b="0" i="0">
              <a:solidFill>
                <a:srgbClr val="6B7280"/>
              </a:solidFill>
              <a:latin typeface="Neuromax"/>
            </a:endParaRPr>
          </a:p>
        </p:txBody>
      </p:sp>
      <p:sp>
        <p:nvSpPr>
          <p:cNvPr id="27" name="Rectangle 26">
            <a:extLst>
              <a:ext uri="{FF2B5EF4-FFF2-40B4-BE49-F238E27FC236}">
                <a16:creationId xmlns:a16="http://schemas.microsoft.com/office/drawing/2014/main" id="{3B1CCB33-B2CD-04E5-9822-F3D8BE0A08CD}"/>
              </a:ext>
            </a:extLst>
          </p:cNvPr>
          <p:cNvSpPr/>
          <p:nvPr/>
        </p:nvSpPr>
        <p:spPr>
          <a:xfrm>
            <a:off x="331652" y="5400414"/>
            <a:ext cx="5712968" cy="457200"/>
          </a:xfrm>
          <a:prstGeom prst="rect">
            <a:avLst/>
          </a:prstGeom>
          <a:solidFill>
            <a:srgbClr val="FFFFFF"/>
          </a:solidFill>
          <a:ln>
            <a:noFill/>
          </a:ln>
          <a:effectLst/>
        </p:spPr>
        <p:txBody>
          <a:bodyPr rtlCol="0" anchor="ctr"/>
          <a:lstStyle/>
          <a:p>
            <a:pPr algn="ctr"/>
            <a:endParaRPr/>
          </a:p>
        </p:txBody>
      </p:sp>
      <p:sp>
        <p:nvSpPr>
          <p:cNvPr id="28" name="TextBox 27">
            <a:extLst>
              <a:ext uri="{FF2B5EF4-FFF2-40B4-BE49-F238E27FC236}">
                <a16:creationId xmlns:a16="http://schemas.microsoft.com/office/drawing/2014/main" id="{1CF4764E-BB0D-49B1-B89E-BBBE24773FC3}"/>
              </a:ext>
            </a:extLst>
          </p:cNvPr>
          <p:cNvSpPr txBox="1"/>
          <p:nvPr/>
        </p:nvSpPr>
        <p:spPr>
          <a:xfrm>
            <a:off x="514532" y="5510142"/>
            <a:ext cx="5415280" cy="256032"/>
          </a:xfrm>
          <a:prstGeom prst="rect">
            <a:avLst/>
          </a:prstGeom>
          <a:noFill/>
        </p:spPr>
        <p:txBody>
          <a:bodyPr wrap="square" lIns="0" tIns="0" rIns="0" bIns="0" anchor="t">
            <a:noAutofit/>
          </a:bodyPr>
          <a:lstStyle/>
          <a:p>
            <a:pPr algn="l">
              <a:lnSpc>
                <a:spcPct val="100000"/>
              </a:lnSpc>
              <a:spcBef>
                <a:spcPts val="0"/>
              </a:spcBef>
              <a:spcAft>
                <a:spcPts val="0"/>
              </a:spcAft>
            </a:pPr>
            <a:r>
              <a:rPr sz="1200" b="1" i="0" dirty="0">
                <a:solidFill>
                  <a:srgbClr val="4F5361"/>
                </a:solidFill>
                <a:latin typeface="Neuromax"/>
              </a:rPr>
              <a:t>Una </a:t>
            </a:r>
            <a:r>
              <a:rPr sz="1200" b="1" i="0" dirty="0" err="1">
                <a:solidFill>
                  <a:srgbClr val="4F5361"/>
                </a:solidFill>
                <a:latin typeface="Neuromax"/>
              </a:rPr>
              <a:t>buena</a:t>
            </a:r>
            <a:r>
              <a:rPr sz="1200" b="1" i="0" dirty="0">
                <a:solidFill>
                  <a:srgbClr val="4F5361"/>
                </a:solidFill>
                <a:latin typeface="Neuromax"/>
              </a:rPr>
              <a:t> </a:t>
            </a:r>
            <a:r>
              <a:rPr sz="1200" b="1" i="0" dirty="0" err="1">
                <a:solidFill>
                  <a:srgbClr val="4F5361"/>
                </a:solidFill>
                <a:latin typeface="Neuromax"/>
              </a:rPr>
              <a:t>herramienta</a:t>
            </a:r>
            <a:r>
              <a:rPr sz="1200" b="1" i="0" dirty="0">
                <a:solidFill>
                  <a:srgbClr val="4F5361"/>
                </a:solidFill>
                <a:latin typeface="Neuromax"/>
              </a:rPr>
              <a:t> no </a:t>
            </a:r>
            <a:r>
              <a:rPr sz="1200" b="1" i="0" dirty="0" err="1">
                <a:solidFill>
                  <a:srgbClr val="4F5361"/>
                </a:solidFill>
                <a:latin typeface="Neuromax"/>
              </a:rPr>
              <a:t>hace</a:t>
            </a:r>
            <a:r>
              <a:rPr sz="1200" b="1" i="0" dirty="0">
                <a:solidFill>
                  <a:srgbClr val="4F5361"/>
                </a:solidFill>
                <a:latin typeface="Neuromax"/>
              </a:rPr>
              <a:t> el juego: </a:t>
            </a:r>
            <a:r>
              <a:rPr sz="1200" b="1" i="0" dirty="0" err="1">
                <a:solidFill>
                  <a:srgbClr val="4F5361"/>
                </a:solidFill>
                <a:latin typeface="Neuromax"/>
              </a:rPr>
              <a:t>te</a:t>
            </a:r>
            <a:r>
              <a:rPr sz="1200" b="1" i="0" dirty="0">
                <a:solidFill>
                  <a:srgbClr val="4F5361"/>
                </a:solidFill>
                <a:latin typeface="Neuromax"/>
              </a:rPr>
              <a:t> </a:t>
            </a:r>
            <a:r>
              <a:rPr sz="1200" b="1" i="0" dirty="0" err="1">
                <a:solidFill>
                  <a:srgbClr val="4F5361"/>
                </a:solidFill>
                <a:latin typeface="Neuromax"/>
              </a:rPr>
              <a:t>deja</a:t>
            </a:r>
            <a:r>
              <a:rPr sz="1200" b="1" i="0" dirty="0">
                <a:solidFill>
                  <a:srgbClr val="4F5361"/>
                </a:solidFill>
                <a:latin typeface="Neuromax"/>
              </a:rPr>
              <a:t> </a:t>
            </a:r>
            <a:r>
              <a:rPr sz="1200" b="1" i="0" dirty="0" err="1">
                <a:solidFill>
                  <a:srgbClr val="4F5361"/>
                </a:solidFill>
                <a:latin typeface="Neuromax"/>
              </a:rPr>
              <a:t>dedicar</a:t>
            </a:r>
            <a:r>
              <a:rPr sz="1200" b="1" i="0" dirty="0">
                <a:solidFill>
                  <a:srgbClr val="4F5361"/>
                </a:solidFill>
                <a:latin typeface="Neuromax"/>
              </a:rPr>
              <a:t> </a:t>
            </a:r>
            <a:r>
              <a:rPr sz="1200" b="1" i="0" dirty="0" err="1">
                <a:solidFill>
                  <a:srgbClr val="4F5361"/>
                </a:solidFill>
                <a:latin typeface="Neuromax"/>
              </a:rPr>
              <a:t>tiempo</a:t>
            </a:r>
            <a:r>
              <a:rPr sz="1200" b="1" i="0" dirty="0">
                <a:solidFill>
                  <a:srgbClr val="4F5361"/>
                </a:solidFill>
                <a:latin typeface="Neuromax"/>
              </a:rPr>
              <a:t> a lo </a:t>
            </a:r>
            <a:r>
              <a:rPr sz="1200" b="1" i="0" dirty="0" err="1">
                <a:solidFill>
                  <a:srgbClr val="4F5361"/>
                </a:solidFill>
                <a:latin typeface="Neuromax"/>
              </a:rPr>
              <a:t>que</a:t>
            </a:r>
            <a:r>
              <a:rPr sz="1200" b="1" i="0" dirty="0">
                <a:solidFill>
                  <a:srgbClr val="4F5361"/>
                </a:solidFill>
                <a:latin typeface="Neuromax"/>
              </a:rPr>
              <a:t> </a:t>
            </a:r>
            <a:r>
              <a:rPr sz="1200" b="1" i="0" dirty="0" err="1">
                <a:solidFill>
                  <a:srgbClr val="4F5361"/>
                </a:solidFill>
                <a:latin typeface="Neuromax"/>
              </a:rPr>
              <a:t>sí</a:t>
            </a:r>
            <a:r>
              <a:rPr sz="1200" b="1" i="0" dirty="0">
                <a:solidFill>
                  <a:srgbClr val="4F5361"/>
                </a:solidFill>
                <a:latin typeface="Neuromax"/>
              </a:rPr>
              <a:t> </a:t>
            </a:r>
            <a:r>
              <a:rPr sz="1200" b="1" i="0" dirty="0" err="1">
                <a:solidFill>
                  <a:srgbClr val="4F5361"/>
                </a:solidFill>
                <a:latin typeface="Neuromax"/>
              </a:rPr>
              <a:t>importa</a:t>
            </a:r>
            <a:r>
              <a:rPr sz="1200" b="1" i="0" dirty="0">
                <a:solidFill>
                  <a:srgbClr val="4F5361"/>
                </a:solidFill>
                <a:latin typeface="Neuromax"/>
              </a:rPr>
              <a:t>.</a:t>
            </a:r>
            <a:endParaRPr lang="en-US" sz="1200" b="1" i="0" dirty="0">
              <a:solidFill>
                <a:srgbClr val="4F5361"/>
              </a:solidFill>
              <a:latin typeface="Neuromax"/>
            </a:endParaRPr>
          </a:p>
        </p:txBody>
      </p:sp>
    </p:spTree>
    <p:extLst>
      <p:ext uri="{BB962C8B-B14F-4D97-AF65-F5344CB8AC3E}">
        <p14:creationId xmlns:p14="http://schemas.microsoft.com/office/powerpoint/2010/main" val="458501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0" y="1572768"/>
            <a:ext cx="12191695" cy="1005840"/>
          </a:xfrm>
          <a:prstGeom prst="rect">
            <a:avLst/>
          </a:prstGeom>
          <a:noFill/>
        </p:spPr>
        <p:txBody>
          <a:bodyPr wrap="square" lIns="0" tIns="0" rIns="0" bIns="0" anchor="t">
            <a:noAutofit/>
          </a:bodyPr>
          <a:lstStyle/>
          <a:p>
            <a:pPr algn="ctr">
              <a:lnSpc>
                <a:spcPct val="100000"/>
              </a:lnSpc>
              <a:spcBef>
                <a:spcPts val="0"/>
              </a:spcBef>
              <a:spcAft>
                <a:spcPts val="0"/>
              </a:spcAft>
            </a:pPr>
            <a:r>
              <a:rPr sz="8000" b="0" i="0">
                <a:solidFill>
                  <a:srgbClr val="131315"/>
                </a:solidFill>
                <a:latin typeface="Neuromax SemBd"/>
              </a:rPr>
              <a:t>¿PREGUNTAS?</a:t>
            </a:r>
          </a:p>
        </p:txBody>
      </p:sp>
      <p:sp>
        <p:nvSpPr>
          <p:cNvPr id="4" name="TextBox 3"/>
          <p:cNvSpPr txBox="1"/>
          <p:nvPr/>
        </p:nvSpPr>
        <p:spPr>
          <a:xfrm>
            <a:off x="0" y="2944368"/>
            <a:ext cx="12191695" cy="347472"/>
          </a:xfrm>
          <a:prstGeom prst="rect">
            <a:avLst/>
          </a:prstGeom>
          <a:noFill/>
        </p:spPr>
        <p:txBody>
          <a:bodyPr wrap="square" lIns="0" tIns="0" rIns="0" bIns="0" anchor="t">
            <a:noAutofit/>
          </a:bodyPr>
          <a:lstStyle/>
          <a:p>
            <a:pPr algn="ctr">
              <a:lnSpc>
                <a:spcPct val="100000"/>
              </a:lnSpc>
              <a:spcBef>
                <a:spcPts val="0"/>
              </a:spcBef>
              <a:spcAft>
                <a:spcPts val="0"/>
              </a:spcAft>
            </a:pPr>
            <a:r>
              <a:rPr sz="2000" b="0" i="0">
                <a:solidFill>
                  <a:srgbClr val="4F5361"/>
                </a:solidFill>
                <a:latin typeface="Neuromax"/>
              </a:rPr>
              <a:t>Siguiente: 8.5 · Introducción a Unity.</a:t>
            </a:r>
          </a:p>
        </p:txBody>
      </p:sp>
      <p:sp>
        <p:nvSpPr>
          <p:cNvPr id="5" name="TextBox 4"/>
          <p:cNvSpPr txBox="1"/>
          <p:nvPr/>
        </p:nvSpPr>
        <p:spPr>
          <a:xfrm>
            <a:off x="3141306" y="3433106"/>
            <a:ext cx="6150124" cy="352510"/>
          </a:xfrm>
          <a:prstGeom prst="rect">
            <a:avLst/>
          </a:prstGeom>
          <a:noFill/>
        </p:spPr>
        <p:txBody>
          <a:bodyPr wrap="square" lIns="0" tIns="0" rIns="0" bIns="0" anchor="t">
            <a:noAutofit/>
          </a:bodyPr>
          <a:lstStyle/>
          <a:p>
            <a:pPr algn="ctr"/>
            <a:r>
              <a:rPr lang="en-US" sz="1600" dirty="0">
                <a:solidFill>
                  <a:srgbClr val="B45309"/>
                </a:solidFill>
                <a:latin typeface="Neuromax"/>
              </a:rPr>
              <a:t>4 pendejos </a:t>
            </a:r>
            <a:r>
              <a:rPr lang="en-US" sz="1600" dirty="0" err="1">
                <a:solidFill>
                  <a:srgbClr val="B45309"/>
                </a:solidFill>
                <a:latin typeface="Neuromax"/>
              </a:rPr>
              <a:t>en</a:t>
            </a:r>
            <a:r>
              <a:rPr lang="en-US" sz="1600" dirty="0">
                <a:solidFill>
                  <a:srgbClr val="B45309"/>
                </a:solidFill>
                <a:latin typeface="Neuromax"/>
              </a:rPr>
              <a:t> </a:t>
            </a:r>
            <a:r>
              <a:rPr lang="en-US" sz="1600" dirty="0" err="1">
                <a:solidFill>
                  <a:srgbClr val="B45309"/>
                </a:solidFill>
                <a:latin typeface="Neuromax"/>
              </a:rPr>
              <a:t>una</a:t>
            </a:r>
            <a:r>
              <a:rPr lang="en-US" sz="1600" dirty="0">
                <a:solidFill>
                  <a:srgbClr val="B45309"/>
                </a:solidFill>
                <a:latin typeface="Neuromax"/>
              </a:rPr>
              <a:t> sala </a:t>
            </a:r>
            <a:r>
              <a:rPr lang="en-US" sz="1600" dirty="0" err="1">
                <a:solidFill>
                  <a:srgbClr val="B45309"/>
                </a:solidFill>
                <a:latin typeface="Neuromax"/>
              </a:rPr>
              <a:t>que</a:t>
            </a:r>
            <a:r>
              <a:rPr lang="en-US" sz="1600" dirty="0">
                <a:solidFill>
                  <a:srgbClr val="B45309"/>
                </a:solidFill>
                <a:latin typeface="Neuromax"/>
              </a:rPr>
              <a:t> </a:t>
            </a:r>
            <a:r>
              <a:rPr lang="en-US" sz="1600" dirty="0" err="1">
                <a:solidFill>
                  <a:srgbClr val="B45309"/>
                </a:solidFill>
                <a:latin typeface="Neuromax"/>
              </a:rPr>
              <a:t>cambiaron</a:t>
            </a:r>
            <a:r>
              <a:rPr lang="en-US" sz="1600" dirty="0">
                <a:solidFill>
                  <a:srgbClr val="B45309"/>
                </a:solidFill>
                <a:latin typeface="Neuromax"/>
              </a:rPr>
              <a:t> </a:t>
            </a:r>
            <a:r>
              <a:rPr sz="1600" b="0" i="0" dirty="0" err="1">
                <a:solidFill>
                  <a:srgbClr val="B45309"/>
                </a:solidFill>
                <a:latin typeface="Neuromax"/>
              </a:rPr>
              <a:t>una</a:t>
            </a:r>
            <a:r>
              <a:rPr sz="1600" b="0" i="0" dirty="0">
                <a:solidFill>
                  <a:srgbClr val="B45309"/>
                </a:solidFill>
                <a:latin typeface="Neuromax"/>
              </a:rPr>
              <a:t> </a:t>
            </a:r>
            <a:r>
              <a:rPr sz="1600" b="0" i="0" dirty="0" err="1">
                <a:solidFill>
                  <a:srgbClr val="B45309"/>
                </a:solidFill>
                <a:latin typeface="Neuromax"/>
              </a:rPr>
              <a:t>industria</a:t>
            </a:r>
            <a:r>
              <a:rPr sz="1600" b="0" i="0" dirty="0">
                <a:solidFill>
                  <a:srgbClr val="B45309"/>
                </a:solidFill>
                <a:latin typeface="Neuromax"/>
              </a:rPr>
              <a:t>. </a:t>
            </a:r>
            <a:endParaRPr lang="en-US" sz="1600" dirty="0">
              <a:solidFill>
                <a:srgbClr val="B45309"/>
              </a:solidFill>
              <a:latin typeface="Neuromax"/>
            </a:endParaRPr>
          </a:p>
          <a:p>
            <a:pPr algn="ctr"/>
            <a:r>
              <a:rPr sz="1600" b="0" i="0" dirty="0">
                <a:solidFill>
                  <a:srgbClr val="B45309"/>
                </a:solidFill>
                <a:latin typeface="Neuromax"/>
              </a:rPr>
              <a:t>La clave es </a:t>
            </a:r>
            <a:r>
              <a:rPr sz="1600" b="0" i="0" err="1">
                <a:solidFill>
                  <a:srgbClr val="B45309"/>
                </a:solidFill>
                <a:latin typeface="Neuromax"/>
              </a:rPr>
              <a:t>entender</a:t>
            </a:r>
            <a:r>
              <a:rPr sz="1600" b="0" i="0">
                <a:solidFill>
                  <a:srgbClr val="B45309"/>
                </a:solidFill>
                <a:latin typeface="Neuromax"/>
              </a:rPr>
              <a:t> el problema.</a:t>
            </a:r>
            <a:endParaRPr lang="en-US" sz="1600" b="0" i="0" dirty="0">
              <a:solidFill>
                <a:srgbClr val="B45309"/>
              </a:solidFill>
              <a:latin typeface="Neuromax"/>
            </a:endParaRPr>
          </a:p>
        </p:txBody>
      </p:sp>
      <p:pic>
        <p:nvPicPr>
          <p:cNvPr id="6" name="Picture 5" descr="cloud.png"/>
          <p:cNvPicPr>
            <a:picLocks noChangeAspect="1"/>
          </p:cNvPicPr>
          <p:nvPr/>
        </p:nvPicPr>
        <p:blipFill>
          <a:blip r:embed="rId4"/>
          <a:stretch>
            <a:fillRect/>
          </a:stretch>
        </p:blipFill>
        <p:spPr>
          <a:xfrm>
            <a:off x="1234440" y="2029968"/>
            <a:ext cx="777240" cy="740664"/>
          </a:xfrm>
          <a:prstGeom prst="rect">
            <a:avLst/>
          </a:prstGeom>
        </p:spPr>
      </p:pic>
      <p:pic>
        <p:nvPicPr>
          <p:cNvPr id="7" name="Picture 6" descr="star.png"/>
          <p:cNvPicPr>
            <a:picLocks noChangeAspect="1"/>
          </p:cNvPicPr>
          <p:nvPr/>
        </p:nvPicPr>
        <p:blipFill>
          <a:blip r:embed="rId5"/>
          <a:stretch>
            <a:fillRect/>
          </a:stretch>
        </p:blipFill>
        <p:spPr>
          <a:xfrm>
            <a:off x="3520440" y="3611880"/>
            <a:ext cx="685800" cy="658368"/>
          </a:xfrm>
          <a:prstGeom prst="rect">
            <a:avLst/>
          </a:prstGeom>
        </p:spPr>
      </p:pic>
      <p:pic>
        <p:nvPicPr>
          <p:cNvPr id="8" name="Picture 7" descr="tree.png"/>
          <p:cNvPicPr>
            <a:picLocks noChangeAspect="1"/>
          </p:cNvPicPr>
          <p:nvPr/>
        </p:nvPicPr>
        <p:blipFill>
          <a:blip r:embed="rId6"/>
          <a:stretch>
            <a:fillRect/>
          </a:stretch>
        </p:blipFill>
        <p:spPr>
          <a:xfrm>
            <a:off x="1005840" y="3986784"/>
            <a:ext cx="1051560" cy="1883664"/>
          </a:xfrm>
          <a:prstGeom prst="rect">
            <a:avLst/>
          </a:prstGeom>
        </p:spPr>
      </p:pic>
      <p:pic>
        <p:nvPicPr>
          <p:cNvPr id="9" name="Picture 8" descr="chest.png"/>
          <p:cNvPicPr>
            <a:picLocks noChangeAspect="1"/>
          </p:cNvPicPr>
          <p:nvPr/>
        </p:nvPicPr>
        <p:blipFill>
          <a:blip r:embed="rId7"/>
          <a:stretch>
            <a:fillRect/>
          </a:stretch>
        </p:blipFill>
        <p:spPr>
          <a:xfrm>
            <a:off x="9006840" y="4279392"/>
            <a:ext cx="2414016"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22</Slides>
  <Notes>18</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T8.4 · id Software: Game Development Principles</dc:title>
  <dc:subject>Historia de id Software, BSP, raíz cuadrada inversa y principios de desarrollo</dc:subject>
  <dc:creator>TC2005B · Construcción de Software</dc:creator>
  <cp:keywords>id Software, Doom, Quake, BSP, raíz cuadrada inversa, TC2005B</cp:keywords>
  <dc:description>generated using python-pptx</dc:description>
  <cp:lastModifiedBy>Steve Canny</cp:lastModifiedBy>
  <cp:revision>415</cp:revision>
  <dcterms:created xsi:type="dcterms:W3CDTF">2013-01-27T09:14:16Z</dcterms:created>
  <dcterms:modified xsi:type="dcterms:W3CDTF">2026-10-28T17:39:42Z</dcterms:modified>
  <cp:category/>
  <dc:language>es-MX</dc:language>
</cp:coreProperties>
</file>