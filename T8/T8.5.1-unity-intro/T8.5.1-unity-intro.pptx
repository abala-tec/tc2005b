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8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75" dt="2026-10-27T14:22:30.326"/>
    <p1510:client id="{6A317D23-4DAB-7E31-C8D3-88D8CD03B9BC}" v="442" dt="2026-10-27T16:57:56.463"/>
    <p1510:client id="{E693E1F9-329E-1457-FFDC-358577167051}" v="3281" dt="2026-10-27T16:06:24.1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fonso Balandra Antelis" userId="S::abala@tec.mx::28ba9e3f-8dae-4bf5-851d-5bb8a2fa86a5" providerId="AD" clId="Web-{E693E1F9-329E-1457-FFDC-358577167051}"/>
    <pc:docChg chg="modSld">
      <pc:chgData name="Alfonso Balandra Antelis" userId="S::abala@tec.mx::28ba9e3f-8dae-4bf5-851d-5bb8a2fa86a5" providerId="AD" clId="Web-{E693E1F9-329E-1457-FFDC-358577167051}" dt="2026-10-27T16:06:24.193" v="2256" actId="1076"/>
      <pc:docMkLst>
        <pc:docMk/>
      </pc:docMkLst>
      <pc:sldChg chg="delSp">
        <pc:chgData name="Alfonso Balandra Antelis" userId="S::abala@tec.mx::28ba9e3f-8dae-4bf5-851d-5bb8a2fa86a5" providerId="AD" clId="Web-{E693E1F9-329E-1457-FFDC-358577167051}" dt="2026-10-27T14:52:26.274" v="541"/>
        <pc:sldMkLst>
          <pc:docMk/>
          <pc:sldMk cId="0" sldId="256"/>
        </pc:sldMkLst>
        <pc:spChg chg="del">
          <ac:chgData name="Alfonso Balandra Antelis" userId="S::abala@tec.mx::28ba9e3f-8dae-4bf5-851d-5bb8a2fa86a5" providerId="AD" clId="Web-{E693E1F9-329E-1457-FFDC-358577167051}" dt="2026-10-27T14:52:26.274" v="541"/>
          <ac:spMkLst>
            <pc:docMk/>
            <pc:sldMk cId="0" sldId="256"/>
            <ac:spMk id="8" creationId="{00000000-0000-0000-0000-000000000000}"/>
          </ac:spMkLst>
        </pc:spChg>
      </pc:sldChg>
      <pc:sldChg chg="delSp">
        <pc:chgData name="Alfonso Balandra Antelis" userId="S::abala@tec.mx::28ba9e3f-8dae-4bf5-851d-5bb8a2fa86a5" providerId="AD" clId="Web-{E693E1F9-329E-1457-FFDC-358577167051}" dt="2026-10-27T14:46:44.381" v="417"/>
        <pc:sldMkLst>
          <pc:docMk/>
          <pc:sldMk cId="0" sldId="257"/>
        </pc:sldMkLst>
        <pc:spChg chg="del">
          <ac:chgData name="Alfonso Balandra Antelis" userId="S::abala@tec.mx::28ba9e3f-8dae-4bf5-851d-5bb8a2fa86a5" providerId="AD" clId="Web-{E693E1F9-329E-1457-FFDC-358577167051}" dt="2026-10-27T14:46:44.381" v="417"/>
          <ac:spMkLst>
            <pc:docMk/>
            <pc:sldMk cId="0" sldId="257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4:46:44.381" v="416"/>
          <ac:spMkLst>
            <pc:docMk/>
            <pc:sldMk cId="0" sldId="257"/>
            <ac:spMk id="4" creationId="{00000000-0000-0000-0000-000000000000}"/>
          </ac:spMkLst>
        </pc:spChg>
      </pc:sldChg>
      <pc:sldChg chg="delSp">
        <pc:chgData name="Alfonso Balandra Antelis" userId="S::abala@tec.mx::28ba9e3f-8dae-4bf5-851d-5bb8a2fa86a5" providerId="AD" clId="Web-{E693E1F9-329E-1457-FFDC-358577167051}" dt="2026-10-27T14:46:40.678" v="415"/>
        <pc:sldMkLst>
          <pc:docMk/>
          <pc:sldMk cId="0" sldId="258"/>
        </pc:sldMkLst>
        <pc:spChg chg="del">
          <ac:chgData name="Alfonso Balandra Antelis" userId="S::abala@tec.mx::28ba9e3f-8dae-4bf5-851d-5bb8a2fa86a5" providerId="AD" clId="Web-{E693E1F9-329E-1457-FFDC-358577167051}" dt="2026-10-27T14:46:40.678" v="415"/>
          <ac:spMkLst>
            <pc:docMk/>
            <pc:sldMk cId="0" sldId="258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4:46:40.678" v="414"/>
          <ac:spMkLst>
            <pc:docMk/>
            <pc:sldMk cId="0" sldId="258"/>
            <ac:spMk id="4" creationId="{00000000-0000-0000-0000-000000000000}"/>
          </ac:spMkLst>
        </pc:spChg>
      </pc:sldChg>
      <pc:sldChg chg="delSp modSp">
        <pc:chgData name="Alfonso Balandra Antelis" userId="S::abala@tec.mx::28ba9e3f-8dae-4bf5-851d-5bb8a2fa86a5" providerId="AD" clId="Web-{E693E1F9-329E-1457-FFDC-358577167051}" dt="2026-10-27T14:46:36.506" v="413"/>
        <pc:sldMkLst>
          <pc:docMk/>
          <pc:sldMk cId="0" sldId="259"/>
        </pc:sldMkLst>
        <pc:spChg chg="del">
          <ac:chgData name="Alfonso Balandra Antelis" userId="S::abala@tec.mx::28ba9e3f-8dae-4bf5-851d-5bb8a2fa86a5" providerId="AD" clId="Web-{E693E1F9-329E-1457-FFDC-358577167051}" dt="2026-10-27T14:46:36.506" v="413"/>
          <ac:spMkLst>
            <pc:docMk/>
            <pc:sldMk cId="0" sldId="259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4:46:36.506" v="412"/>
          <ac:spMkLst>
            <pc:docMk/>
            <pc:sldMk cId="0" sldId="259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38:53.987" v="82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39:30.253" v="100"/>
          <ac:spMkLst>
            <pc:docMk/>
            <pc:sldMk cId="0" sldId="259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40:22.863" v="129" actId="20577"/>
          <ac:spMkLst>
            <pc:docMk/>
            <pc:sldMk cId="0" sldId="259"/>
            <ac:spMk id="19" creationId="{00000000-0000-0000-0000-000000000000}"/>
          </ac:spMkLst>
        </pc:spChg>
      </pc:sldChg>
      <pc:sldChg chg="delSp modSp">
        <pc:chgData name="Alfonso Balandra Antelis" userId="S::abala@tec.mx::28ba9e3f-8dae-4bf5-851d-5bb8a2fa86a5" providerId="AD" clId="Web-{E693E1F9-329E-1457-FFDC-358577167051}" dt="2026-10-27T14:43:18.645" v="222" actId="1076"/>
        <pc:sldMkLst>
          <pc:docMk/>
          <pc:sldMk cId="0" sldId="260"/>
        </pc:sldMkLst>
        <pc:spChg chg="del">
          <ac:chgData name="Alfonso Balandra Antelis" userId="S::abala@tec.mx::28ba9e3f-8dae-4bf5-851d-5bb8a2fa86a5" providerId="AD" clId="Web-{E693E1F9-329E-1457-FFDC-358577167051}" dt="2026-10-27T14:40:32.613" v="130"/>
          <ac:spMkLst>
            <pc:docMk/>
            <pc:sldMk cId="0" sldId="260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41:10.801" v="161"/>
          <ac:spMkLst>
            <pc:docMk/>
            <pc:sldMk cId="0" sldId="260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41:24.176" v="173"/>
          <ac:spMkLst>
            <pc:docMk/>
            <pc:sldMk cId="0" sldId="260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40:59.441" v="152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41:10.801" v="163"/>
          <ac:spMkLst>
            <pc:docMk/>
            <pc:sldMk cId="0" sldId="260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41:24.176" v="174"/>
          <ac:spMkLst>
            <pc:docMk/>
            <pc:sldMk cId="0" sldId="260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41:37.504" v="179" actId="20577"/>
          <ac:spMkLst>
            <pc:docMk/>
            <pc:sldMk cId="0" sldId="260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41:10.801" v="165"/>
          <ac:spMkLst>
            <pc:docMk/>
            <pc:sldMk cId="0" sldId="260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41:24.176" v="175"/>
          <ac:spMkLst>
            <pc:docMk/>
            <pc:sldMk cId="0" sldId="260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42:00.145" v="191" actId="20577"/>
          <ac:spMkLst>
            <pc:docMk/>
            <pc:sldMk cId="0" sldId="260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41:10.801" v="167"/>
          <ac:spMkLst>
            <pc:docMk/>
            <pc:sldMk cId="0" sldId="260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41:24.222" v="176"/>
          <ac:spMkLst>
            <pc:docMk/>
            <pc:sldMk cId="0" sldId="260"/>
            <ac:spMk id="2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42:06.723" v="192" actId="20577"/>
          <ac:spMkLst>
            <pc:docMk/>
            <pc:sldMk cId="0" sldId="260"/>
            <ac:spMk id="2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43:18.629" v="221" actId="1076"/>
          <ac:spMkLst>
            <pc:docMk/>
            <pc:sldMk cId="0" sldId="260"/>
            <ac:spMk id="27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43:18.645" v="222" actId="1076"/>
          <ac:spMkLst>
            <pc:docMk/>
            <pc:sldMk cId="0" sldId="260"/>
            <ac:spMk id="28" creationId="{00000000-0000-0000-0000-000000000000}"/>
          </ac:spMkLst>
        </pc:spChg>
      </pc:sldChg>
      <pc:sldChg chg="delSp modSp">
        <pc:chgData name="Alfonso Balandra Antelis" userId="S::abala@tec.mx::28ba9e3f-8dae-4bf5-851d-5bb8a2fa86a5" providerId="AD" clId="Web-{E693E1F9-329E-1457-FFDC-358577167051}" dt="2026-10-27T14:50:12.835" v="453" actId="1076"/>
        <pc:sldMkLst>
          <pc:docMk/>
          <pc:sldMk cId="0" sldId="261"/>
        </pc:sldMkLst>
        <pc:spChg chg="del">
          <ac:chgData name="Alfonso Balandra Antelis" userId="S::abala@tec.mx::28ba9e3f-8dae-4bf5-851d-5bb8a2fa86a5" providerId="AD" clId="Web-{E693E1F9-329E-1457-FFDC-358577167051}" dt="2026-10-27T14:46:50.975" v="419"/>
          <ac:spMkLst>
            <pc:docMk/>
            <pc:sldMk cId="0" sldId="261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4:46:50.975" v="418"/>
          <ac:spMkLst>
            <pc:docMk/>
            <pc:sldMk cId="0" sldId="261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44:40.646" v="330" actId="14100"/>
          <ac:spMkLst>
            <pc:docMk/>
            <pc:sldMk cId="0" sldId="261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46:31.131" v="411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43:50.083" v="268"/>
          <ac:spMkLst>
            <pc:docMk/>
            <pc:sldMk cId="0" sldId="261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44:08.567" v="293"/>
          <ac:spMkLst>
            <pc:docMk/>
            <pc:sldMk cId="0" sldId="261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45:08.661" v="351" actId="2057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0:12.804" v="451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0:12.820" v="452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0:12.835" v="453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0:08.632" v="448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0:08.648" v="449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0:08.663" v="450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49:59.976" v="437" actId="107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49:59.991" v="438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0:00.007" v="439" actId="107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49:56.898" v="434" actId="107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49:56.913" v="435" actId="1076"/>
          <ac:spMkLst>
            <pc:docMk/>
            <pc:sldMk cId="0" sldId="261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49:56.929" v="436" actId="1076"/>
          <ac:spMkLst>
            <pc:docMk/>
            <pc:sldMk cId="0" sldId="261"/>
            <ac:spMk id="22" creationId="{00000000-0000-0000-0000-000000000000}"/>
          </ac:spMkLst>
        </pc:spChg>
        <pc:picChg chg="mod">
          <ac:chgData name="Alfonso Balandra Antelis" userId="S::abala@tec.mx::28ba9e3f-8dae-4bf5-851d-5bb8a2fa86a5" providerId="AD" clId="Web-{E693E1F9-329E-1457-FFDC-358577167051}" dt="2026-10-27T14:50:06.445" v="447" actId="1076"/>
          <ac:picMkLst>
            <pc:docMk/>
            <pc:sldMk cId="0" sldId="261"/>
            <ac:picMk id="2" creationId="{00000000-0000-0000-0000-000000000000}"/>
          </ac:picMkLst>
        </pc:picChg>
        <pc:picChg chg="mod">
          <ac:chgData name="Alfonso Balandra Antelis" userId="S::abala@tec.mx::28ba9e3f-8dae-4bf5-851d-5bb8a2fa86a5" providerId="AD" clId="Web-{E693E1F9-329E-1457-FFDC-358577167051}" dt="2026-10-27T14:44:50.583" v="332" actId="1076"/>
          <ac:picMkLst>
            <pc:docMk/>
            <pc:sldMk cId="0" sldId="261"/>
            <ac:picMk id="7" creationId="{00000000-0000-0000-0000-000000000000}"/>
          </ac:picMkLst>
        </pc:picChg>
      </pc:sldChg>
      <pc:sldChg chg="addSp delSp modSp">
        <pc:chgData name="Alfonso Balandra Antelis" userId="S::abala@tec.mx::28ba9e3f-8dae-4bf5-851d-5bb8a2fa86a5" providerId="AD" clId="Web-{E693E1F9-329E-1457-FFDC-358577167051}" dt="2026-10-27T14:51:40.976" v="527"/>
        <pc:sldMkLst>
          <pc:docMk/>
          <pc:sldMk cId="0" sldId="262"/>
        </pc:sldMkLst>
        <pc:spChg chg="del">
          <ac:chgData name="Alfonso Balandra Antelis" userId="S::abala@tec.mx::28ba9e3f-8dae-4bf5-851d-5bb8a2fa86a5" providerId="AD" clId="Web-{E693E1F9-329E-1457-FFDC-358577167051}" dt="2026-10-27T14:46:56.975" v="421"/>
          <ac:spMkLst>
            <pc:docMk/>
            <pc:sldMk cId="0" sldId="262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4:46:56.975" v="420"/>
          <ac:spMkLst>
            <pc:docMk/>
            <pc:sldMk cId="0" sldId="262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0:22.742" v="454" actId="1076"/>
          <ac:spMkLst>
            <pc:docMk/>
            <pc:sldMk cId="0" sldId="262"/>
            <ac:spMk id="5" creationId="{00000000-0000-0000-0000-000000000000}"/>
          </ac:spMkLst>
        </pc:spChg>
        <pc:spChg chg="del mod">
          <ac:chgData name="Alfonso Balandra Antelis" userId="S::abala@tec.mx::28ba9e3f-8dae-4bf5-851d-5bb8a2fa86a5" providerId="AD" clId="Web-{E693E1F9-329E-1457-FFDC-358577167051}" dt="2026-10-27T14:51:40.976" v="527"/>
          <ac:spMkLst>
            <pc:docMk/>
            <pc:sldMk cId="0" sldId="262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1:36.258" v="525"/>
          <ac:spMkLst>
            <pc:docMk/>
            <pc:sldMk cId="0" sldId="262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1:39.164" v="526" actId="1076"/>
          <ac:spMkLst>
            <pc:docMk/>
            <pc:sldMk cId="0" sldId="262"/>
            <ac:spMk id="10" creationId="{00000000-0000-0000-0000-000000000000}"/>
          </ac:spMkLst>
        </pc:spChg>
        <pc:spChg chg="add del mod">
          <ac:chgData name="Alfonso Balandra Antelis" userId="S::abala@tec.mx::28ba9e3f-8dae-4bf5-851d-5bb8a2fa86a5" providerId="AD" clId="Web-{E693E1F9-329E-1457-FFDC-358577167051}" dt="2026-10-27T14:51:24.492" v="516"/>
          <ac:spMkLst>
            <pc:docMk/>
            <pc:sldMk cId="0" sldId="262"/>
            <ac:spMk id="11" creationId="{00000000-0000-0000-0000-000000000000}"/>
          </ac:spMkLst>
        </pc:spChg>
        <pc:spChg chg="add del mod">
          <ac:chgData name="Alfonso Balandra Antelis" userId="S::abala@tec.mx::28ba9e3f-8dae-4bf5-851d-5bb8a2fa86a5" providerId="AD" clId="Web-{E693E1F9-329E-1457-FFDC-358577167051}" dt="2026-10-27T14:51:24.492" v="515"/>
          <ac:spMkLst>
            <pc:docMk/>
            <pc:sldMk cId="0" sldId="262"/>
            <ac:spMk id="12" creationId="{00000000-0000-0000-0000-000000000000}"/>
          </ac:spMkLst>
        </pc:spChg>
        <pc:spChg chg="add del mod">
          <ac:chgData name="Alfonso Balandra Antelis" userId="S::abala@tec.mx::28ba9e3f-8dae-4bf5-851d-5bb8a2fa86a5" providerId="AD" clId="Web-{E693E1F9-329E-1457-FFDC-358577167051}" dt="2026-10-27T14:51:24.492" v="514"/>
          <ac:spMkLst>
            <pc:docMk/>
            <pc:sldMk cId="0" sldId="262"/>
            <ac:spMk id="13" creationId="{00000000-0000-0000-0000-000000000000}"/>
          </ac:spMkLst>
        </pc:spChg>
        <pc:spChg chg="add del mod">
          <ac:chgData name="Alfonso Balandra Antelis" userId="S::abala@tec.mx::28ba9e3f-8dae-4bf5-851d-5bb8a2fa86a5" providerId="AD" clId="Web-{E693E1F9-329E-1457-FFDC-358577167051}" dt="2026-10-27T14:51:24.492" v="513"/>
          <ac:spMkLst>
            <pc:docMk/>
            <pc:sldMk cId="0" sldId="262"/>
            <ac:spMk id="14" creationId="{00000000-0000-0000-0000-000000000000}"/>
          </ac:spMkLst>
        </pc:spChg>
        <pc:spChg chg="add del mod">
          <ac:chgData name="Alfonso Balandra Antelis" userId="S::abala@tec.mx::28ba9e3f-8dae-4bf5-851d-5bb8a2fa86a5" providerId="AD" clId="Web-{E693E1F9-329E-1457-FFDC-358577167051}" dt="2026-10-27T14:51:24.492" v="512"/>
          <ac:spMkLst>
            <pc:docMk/>
            <pc:sldMk cId="0" sldId="262"/>
            <ac:spMk id="15" creationId="{00000000-0000-0000-0000-000000000000}"/>
          </ac:spMkLst>
        </pc:spChg>
        <pc:spChg chg="add del mod">
          <ac:chgData name="Alfonso Balandra Antelis" userId="S::abala@tec.mx::28ba9e3f-8dae-4bf5-851d-5bb8a2fa86a5" providerId="AD" clId="Web-{E693E1F9-329E-1457-FFDC-358577167051}" dt="2026-10-27T14:51:24.492" v="511"/>
          <ac:spMkLst>
            <pc:docMk/>
            <pc:sldMk cId="0" sldId="262"/>
            <ac:spMk id="16" creationId="{00000000-0000-0000-0000-000000000000}"/>
          </ac:spMkLst>
        </pc:spChg>
        <pc:spChg chg="add del mod">
          <ac:chgData name="Alfonso Balandra Antelis" userId="S::abala@tec.mx::28ba9e3f-8dae-4bf5-851d-5bb8a2fa86a5" providerId="AD" clId="Web-{E693E1F9-329E-1457-FFDC-358577167051}" dt="2026-10-27T14:51:24.492" v="510"/>
          <ac:spMkLst>
            <pc:docMk/>
            <pc:sldMk cId="0" sldId="262"/>
            <ac:spMk id="17" creationId="{00000000-0000-0000-0000-000000000000}"/>
          </ac:spMkLst>
        </pc:spChg>
        <pc:spChg chg="add del mod">
          <ac:chgData name="Alfonso Balandra Antelis" userId="S::abala@tec.mx::28ba9e3f-8dae-4bf5-851d-5bb8a2fa86a5" providerId="AD" clId="Web-{E693E1F9-329E-1457-FFDC-358577167051}" dt="2026-10-27T14:51:24.492" v="509"/>
          <ac:spMkLst>
            <pc:docMk/>
            <pc:sldMk cId="0" sldId="262"/>
            <ac:spMk id="18" creationId="{00000000-0000-0000-0000-000000000000}"/>
          </ac:spMkLst>
        </pc:spChg>
        <pc:spChg chg="add del mod">
          <ac:chgData name="Alfonso Balandra Antelis" userId="S::abala@tec.mx::28ba9e3f-8dae-4bf5-851d-5bb8a2fa86a5" providerId="AD" clId="Web-{E693E1F9-329E-1457-FFDC-358577167051}" dt="2026-10-27T14:51:24.492" v="508"/>
          <ac:spMkLst>
            <pc:docMk/>
            <pc:sldMk cId="0" sldId="262"/>
            <ac:spMk id="19" creationId="{00000000-0000-0000-0000-000000000000}"/>
          </ac:spMkLst>
        </pc:spChg>
      </pc:sldChg>
      <pc:sldChg chg="delSp modSp">
        <pc:chgData name="Alfonso Balandra Antelis" userId="S::abala@tec.mx::28ba9e3f-8dae-4bf5-851d-5bb8a2fa86a5" providerId="AD" clId="Web-{E693E1F9-329E-1457-FFDC-358577167051}" dt="2026-10-27T14:52:11.883" v="540" actId="20577"/>
        <pc:sldMkLst>
          <pc:docMk/>
          <pc:sldMk cId="0" sldId="263"/>
        </pc:sldMkLst>
        <pc:spChg chg="del">
          <ac:chgData name="Alfonso Balandra Antelis" userId="S::abala@tec.mx::28ba9e3f-8dae-4bf5-851d-5bb8a2fa86a5" providerId="AD" clId="Web-{E693E1F9-329E-1457-FFDC-358577167051}" dt="2026-10-27T14:46:59.584" v="423"/>
          <ac:spMkLst>
            <pc:docMk/>
            <pc:sldMk cId="0" sldId="263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4:46:59.584" v="422"/>
          <ac:spMkLst>
            <pc:docMk/>
            <pc:sldMk cId="0" sldId="263"/>
            <ac:spMk id="4" creationId="{00000000-0000-0000-0000-000000000000}"/>
          </ac:spMkLst>
        </pc:spChg>
        <pc:spChg chg="del mod">
          <ac:chgData name="Alfonso Balandra Antelis" userId="S::abala@tec.mx::28ba9e3f-8dae-4bf5-851d-5bb8a2fa86a5" providerId="AD" clId="Web-{E693E1F9-329E-1457-FFDC-358577167051}" dt="2026-10-27T14:52:02.336" v="537"/>
          <ac:spMkLst>
            <pc:docMk/>
            <pc:sldMk cId="0" sldId="263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2:11.883" v="540" actId="20577"/>
          <ac:spMkLst>
            <pc:docMk/>
            <pc:sldMk cId="0" sldId="263"/>
            <ac:spMk id="9" creationId="{00000000-0000-0000-0000-000000000000}"/>
          </ac:spMkLst>
        </pc:spChg>
      </pc:sldChg>
      <pc:sldChg chg="delSp modSp">
        <pc:chgData name="Alfonso Balandra Antelis" userId="S::abala@tec.mx::28ba9e3f-8dae-4bf5-851d-5bb8a2fa86a5" providerId="AD" clId="Web-{E693E1F9-329E-1457-FFDC-358577167051}" dt="2026-10-27T14:56:13.791" v="694" actId="1076"/>
        <pc:sldMkLst>
          <pc:docMk/>
          <pc:sldMk cId="0" sldId="264"/>
        </pc:sldMkLst>
        <pc:spChg chg="del">
          <ac:chgData name="Alfonso Balandra Antelis" userId="S::abala@tec.mx::28ba9e3f-8dae-4bf5-851d-5bb8a2fa86a5" providerId="AD" clId="Web-{E693E1F9-329E-1457-FFDC-358577167051}" dt="2026-10-27T14:47:04.256" v="425"/>
          <ac:spMkLst>
            <pc:docMk/>
            <pc:sldMk cId="0" sldId="264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4:47:04.256" v="424"/>
          <ac:spMkLst>
            <pc:docMk/>
            <pc:sldMk cId="0" sldId="264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5:46.228" v="685" actId="1076"/>
          <ac:spMkLst>
            <pc:docMk/>
            <pc:sldMk cId="0" sldId="264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5:50.134" v="686" actId="1076"/>
          <ac:spMkLst>
            <pc:docMk/>
            <pc:sldMk cId="0" sldId="264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4:48.540" v="643" actId="1076"/>
          <ac:spMkLst>
            <pc:docMk/>
            <pc:sldMk cId="0" sldId="264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4:48.556" v="644" actId="1076"/>
          <ac:spMkLst>
            <pc:docMk/>
            <pc:sldMk cId="0" sldId="264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4:48.587" v="645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4:48.618" v="646" actId="107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4:48.634" v="647" actId="107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4:48.665" v="648" actId="107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4:48.696" v="649" actId="107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3:23.446" v="581" actId="107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3:23.461" v="582" actId="1076"/>
          <ac:spMkLst>
            <pc:docMk/>
            <pc:sldMk cId="0" sldId="264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3:29.149" v="583" actId="107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4:06.274" v="609" actId="20577"/>
          <ac:spMkLst>
            <pc:docMk/>
            <pc:sldMk cId="0" sldId="264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3:37.462" v="591" actId="1076"/>
          <ac:spMkLst>
            <pc:docMk/>
            <pc:sldMk cId="0" sldId="264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4:32.415" v="639" actId="20577"/>
          <ac:spMkLst>
            <pc:docMk/>
            <pc:sldMk cId="0" sldId="264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4:39.665" v="640" actId="1076"/>
          <ac:spMkLst>
            <pc:docMk/>
            <pc:sldMk cId="0" sldId="264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5:17.087" v="678" actId="20577"/>
          <ac:spMkLst>
            <pc:docMk/>
            <pc:sldMk cId="0" sldId="264"/>
            <ac:spMk id="22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5:26.118" v="679" actId="1076"/>
          <ac:spMkLst>
            <pc:docMk/>
            <pc:sldMk cId="0" sldId="264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5:26.134" v="680" actId="1076"/>
          <ac:spMkLst>
            <pc:docMk/>
            <pc:sldMk cId="0" sldId="264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6:13.759" v="693" actId="1076"/>
          <ac:spMkLst>
            <pc:docMk/>
            <pc:sldMk cId="0" sldId="264"/>
            <ac:spMk id="2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6:13.791" v="694" actId="1076"/>
          <ac:spMkLst>
            <pc:docMk/>
            <pc:sldMk cId="0" sldId="264"/>
            <ac:spMk id="2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5:33.415" v="683" actId="1076"/>
          <ac:spMkLst>
            <pc:docMk/>
            <pc:sldMk cId="0" sldId="264"/>
            <ac:spMk id="27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5:33.431" v="684" actId="1076"/>
          <ac:spMkLst>
            <pc:docMk/>
            <pc:sldMk cId="0" sldId="264"/>
            <ac:spMk id="28" creationId="{00000000-0000-0000-0000-000000000000}"/>
          </ac:spMkLst>
        </pc:spChg>
        <pc:picChg chg="mod">
          <ac:chgData name="Alfonso Balandra Antelis" userId="S::abala@tec.mx::28ba9e3f-8dae-4bf5-851d-5bb8a2fa86a5" providerId="AD" clId="Web-{E693E1F9-329E-1457-FFDC-358577167051}" dt="2026-10-27T14:56:03.775" v="692" actId="1076"/>
          <ac:picMkLst>
            <pc:docMk/>
            <pc:sldMk cId="0" sldId="264"/>
            <ac:picMk id="2" creationId="{00000000-0000-0000-0000-000000000000}"/>
          </ac:picMkLst>
        </pc:picChg>
        <pc:picChg chg="mod">
          <ac:chgData name="Alfonso Balandra Antelis" userId="S::abala@tec.mx::28ba9e3f-8dae-4bf5-851d-5bb8a2fa86a5" providerId="AD" clId="Web-{E693E1F9-329E-1457-FFDC-358577167051}" dt="2026-10-27T14:54:48.509" v="642" actId="1076"/>
          <ac:picMkLst>
            <pc:docMk/>
            <pc:sldMk cId="0" sldId="264"/>
            <ac:picMk id="7" creationId="{00000000-0000-0000-0000-000000000000}"/>
          </ac:picMkLst>
        </pc:picChg>
      </pc:sldChg>
      <pc:sldChg chg="delSp modSp">
        <pc:chgData name="Alfonso Balandra Antelis" userId="S::abala@tec.mx::28ba9e3f-8dae-4bf5-851d-5bb8a2fa86a5" providerId="AD" clId="Web-{E693E1F9-329E-1457-FFDC-358577167051}" dt="2026-10-27T15:06:59.935" v="939" actId="14100"/>
        <pc:sldMkLst>
          <pc:docMk/>
          <pc:sldMk cId="0" sldId="265"/>
        </pc:sldMkLst>
        <pc:spChg chg="del">
          <ac:chgData name="Alfonso Balandra Antelis" userId="S::abala@tec.mx::28ba9e3f-8dae-4bf5-851d-5bb8a2fa86a5" providerId="AD" clId="Web-{E693E1F9-329E-1457-FFDC-358577167051}" dt="2026-10-27T14:47:08.897" v="427"/>
          <ac:spMkLst>
            <pc:docMk/>
            <pc:sldMk cId="0" sldId="265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4:47:08.897" v="426"/>
          <ac:spMkLst>
            <pc:docMk/>
            <pc:sldMk cId="0" sldId="265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6:23.838" v="731" actId="1076"/>
          <ac:spMkLst>
            <pc:docMk/>
            <pc:sldMk cId="0" sldId="265"/>
            <ac:spMk id="5" creationId="{00000000-0000-0000-0000-000000000000}"/>
          </ac:spMkLst>
        </pc:spChg>
        <pc:spChg chg="del mod">
          <ac:chgData name="Alfonso Balandra Antelis" userId="S::abala@tec.mx::28ba9e3f-8dae-4bf5-851d-5bb8a2fa86a5" providerId="AD" clId="Web-{E693E1F9-329E-1457-FFDC-358577167051}" dt="2026-10-27T14:56:30.556" v="733"/>
          <ac:spMkLst>
            <pc:docMk/>
            <pc:sldMk cId="0" sldId="265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6:37.697" v="734"/>
          <ac:spMkLst>
            <pc:docMk/>
            <pc:sldMk cId="0" sldId="265"/>
            <ac:spMk id="7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6:37.697" v="735"/>
          <ac:spMkLst>
            <pc:docMk/>
            <pc:sldMk cId="0" sldId="265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6:37.697" v="736"/>
          <ac:spMkLst>
            <pc:docMk/>
            <pc:sldMk cId="0" sldId="265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9:26.386" v="875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7:21.729" v="794" actId="2057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8:05.791" v="843" actId="20577"/>
          <ac:spMkLst>
            <pc:docMk/>
            <pc:sldMk cId="0" sldId="265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6:37.697" v="740"/>
          <ac:spMkLst>
            <pc:docMk/>
            <pc:sldMk cId="0" sldId="265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6:37.713" v="741"/>
          <ac:spMkLst>
            <pc:docMk/>
            <pc:sldMk cId="0" sldId="265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6:37.713" v="742"/>
          <ac:spMkLst>
            <pc:docMk/>
            <pc:sldMk cId="0" sldId="265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9:26.417" v="876" actId="1076"/>
          <ac:spMkLst>
            <pc:docMk/>
            <pc:sldMk cId="0" sldId="265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9:02.323" v="873" actId="20577"/>
          <ac:spMkLst>
            <pc:docMk/>
            <pc:sldMk cId="0" sldId="265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8:44.276" v="860" actId="20577"/>
          <ac:spMkLst>
            <pc:docMk/>
            <pc:sldMk cId="0" sldId="265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6:37.713" v="746"/>
          <ac:spMkLst>
            <pc:docMk/>
            <pc:sldMk cId="0" sldId="265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6:37.713" v="747"/>
          <ac:spMkLst>
            <pc:docMk/>
            <pc:sldMk cId="0" sldId="265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6:37.713" v="748"/>
          <ac:spMkLst>
            <pc:docMk/>
            <pc:sldMk cId="0" sldId="265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9:26.432" v="877" actId="1076"/>
          <ac:spMkLst>
            <pc:docMk/>
            <pc:sldMk cId="0" sldId="265"/>
            <ac:spMk id="22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9:09.745" v="874" actId="20577"/>
          <ac:spMkLst>
            <pc:docMk/>
            <pc:sldMk cId="0" sldId="265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06:59.935" v="939" actId="14100"/>
          <ac:spMkLst>
            <pc:docMk/>
            <pc:sldMk cId="0" sldId="265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6:37.713" v="752"/>
          <ac:spMkLst>
            <pc:docMk/>
            <pc:sldMk cId="0" sldId="265"/>
            <ac:spMk id="2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6:37.713" v="753"/>
          <ac:spMkLst>
            <pc:docMk/>
            <pc:sldMk cId="0" sldId="265"/>
            <ac:spMk id="2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6:37.713" v="754"/>
          <ac:spMkLst>
            <pc:docMk/>
            <pc:sldMk cId="0" sldId="265"/>
            <ac:spMk id="27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9:26.464" v="878" actId="1076"/>
          <ac:spMkLst>
            <pc:docMk/>
            <pc:sldMk cId="0" sldId="265"/>
            <ac:spMk id="28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05:36.638" v="886" actId="20577"/>
          <ac:spMkLst>
            <pc:docMk/>
            <pc:sldMk cId="0" sldId="265"/>
            <ac:spMk id="2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7:11.104" v="791" actId="1076"/>
          <ac:spMkLst>
            <pc:docMk/>
            <pc:sldMk cId="0" sldId="265"/>
            <ac:spMk id="3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6:37.713" v="758"/>
          <ac:spMkLst>
            <pc:docMk/>
            <pc:sldMk cId="0" sldId="265"/>
            <ac:spMk id="3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6:37.713" v="759"/>
          <ac:spMkLst>
            <pc:docMk/>
            <pc:sldMk cId="0" sldId="265"/>
            <ac:spMk id="32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6:37.713" v="760"/>
          <ac:spMkLst>
            <pc:docMk/>
            <pc:sldMk cId="0" sldId="265"/>
            <ac:spMk id="33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9:26.479" v="879" actId="1076"/>
          <ac:spMkLst>
            <pc:docMk/>
            <pc:sldMk cId="0" sldId="265"/>
            <ac:spMk id="3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6:37.713" v="762"/>
          <ac:spMkLst>
            <pc:docMk/>
            <pc:sldMk cId="0" sldId="265"/>
            <ac:spMk id="3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7:11.104" v="792" actId="1076"/>
          <ac:spMkLst>
            <pc:docMk/>
            <pc:sldMk cId="0" sldId="265"/>
            <ac:spMk id="3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6:37.713" v="764"/>
          <ac:spMkLst>
            <pc:docMk/>
            <pc:sldMk cId="0" sldId="265"/>
            <ac:spMk id="37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6:37.728" v="765"/>
          <ac:spMkLst>
            <pc:docMk/>
            <pc:sldMk cId="0" sldId="265"/>
            <ac:spMk id="38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6:37.728" v="766"/>
          <ac:spMkLst>
            <pc:docMk/>
            <pc:sldMk cId="0" sldId="265"/>
            <ac:spMk id="3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4:59:26.511" v="880" actId="1076"/>
          <ac:spMkLst>
            <pc:docMk/>
            <pc:sldMk cId="0" sldId="265"/>
            <ac:spMk id="4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05:45.075" v="888" actId="20577"/>
          <ac:spMkLst>
            <pc:docMk/>
            <pc:sldMk cId="0" sldId="265"/>
            <ac:spMk id="4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05:55.872" v="892" actId="20577"/>
          <ac:spMkLst>
            <pc:docMk/>
            <pc:sldMk cId="0" sldId="265"/>
            <ac:spMk id="42" creationId="{00000000-0000-0000-0000-000000000000}"/>
          </ac:spMkLst>
        </pc:spChg>
      </pc:sldChg>
      <pc:sldChg chg="delSp modSp">
        <pc:chgData name="Alfonso Balandra Antelis" userId="S::abala@tec.mx::28ba9e3f-8dae-4bf5-851d-5bb8a2fa86a5" providerId="AD" clId="Web-{E693E1F9-329E-1457-FFDC-358577167051}" dt="2026-10-27T15:07:22.185" v="946" actId="1076"/>
        <pc:sldMkLst>
          <pc:docMk/>
          <pc:sldMk cId="0" sldId="266"/>
        </pc:sldMkLst>
        <pc:spChg chg="del">
          <ac:chgData name="Alfonso Balandra Antelis" userId="S::abala@tec.mx::28ba9e3f-8dae-4bf5-851d-5bb8a2fa86a5" providerId="AD" clId="Web-{E693E1F9-329E-1457-FFDC-358577167051}" dt="2026-10-27T15:07:04.107" v="941"/>
          <ac:spMkLst>
            <pc:docMk/>
            <pc:sldMk cId="0" sldId="266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5:07:04.107" v="940"/>
          <ac:spMkLst>
            <pc:docMk/>
            <pc:sldMk cId="0" sldId="266"/>
            <ac:spMk id="4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5:07:10.170" v="942"/>
          <ac:spMkLst>
            <pc:docMk/>
            <pc:sldMk cId="0" sldId="266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07:22.185" v="946" actId="1076"/>
          <ac:spMkLst>
            <pc:docMk/>
            <pc:sldMk cId="0" sldId="266"/>
            <ac:spMk id="9" creationId="{00000000-0000-0000-0000-000000000000}"/>
          </ac:spMkLst>
        </pc:spChg>
      </pc:sldChg>
      <pc:sldChg chg="delSp modSp">
        <pc:chgData name="Alfonso Balandra Antelis" userId="S::abala@tec.mx::28ba9e3f-8dae-4bf5-851d-5bb8a2fa86a5" providerId="AD" clId="Web-{E693E1F9-329E-1457-FFDC-358577167051}" dt="2026-10-27T15:08:40.045" v="976" actId="14100"/>
        <pc:sldMkLst>
          <pc:docMk/>
          <pc:sldMk cId="0" sldId="267"/>
        </pc:sldMkLst>
        <pc:spChg chg="del">
          <ac:chgData name="Alfonso Balandra Antelis" userId="S::abala@tec.mx::28ba9e3f-8dae-4bf5-851d-5bb8a2fa86a5" providerId="AD" clId="Web-{E693E1F9-329E-1457-FFDC-358577167051}" dt="2026-10-27T15:08:31.483" v="973"/>
          <ac:spMkLst>
            <pc:docMk/>
            <pc:sldMk cId="0" sldId="267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5:08:31.483" v="972"/>
          <ac:spMkLst>
            <pc:docMk/>
            <pc:sldMk cId="0" sldId="267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08:35.577" v="974" actId="1076"/>
          <ac:spMkLst>
            <pc:docMk/>
            <pc:sldMk cId="0" sldId="267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08:40.045" v="976" actId="14100"/>
          <ac:spMkLst>
            <pc:docMk/>
            <pc:sldMk cId="0" sldId="267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08:22.576" v="968" actId="1076"/>
          <ac:spMkLst>
            <pc:docMk/>
            <pc:sldMk cId="0" sldId="267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08:26.217" v="970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07:51.858" v="951" actId="107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08:01.545" v="957" actId="1076"/>
          <ac:spMkLst>
            <pc:docMk/>
            <pc:sldMk cId="0" sldId="267"/>
            <ac:spMk id="12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5:07:42.936" v="948"/>
          <ac:spMkLst>
            <pc:docMk/>
            <pc:sldMk cId="0" sldId="267"/>
            <ac:spMk id="13" creationId="{00000000-0000-0000-0000-000000000000}"/>
          </ac:spMkLst>
        </pc:spChg>
        <pc:picChg chg="mod">
          <ac:chgData name="Alfonso Balandra Antelis" userId="S::abala@tec.mx::28ba9e3f-8dae-4bf5-851d-5bb8a2fa86a5" providerId="AD" clId="Web-{E693E1F9-329E-1457-FFDC-358577167051}" dt="2026-10-27T15:08:05.983" v="963" actId="1076"/>
          <ac:picMkLst>
            <pc:docMk/>
            <pc:sldMk cId="0" sldId="267"/>
            <ac:picMk id="2" creationId="{00000000-0000-0000-0000-000000000000}"/>
          </ac:picMkLst>
        </pc:picChg>
        <pc:picChg chg="mod">
          <ac:chgData name="Alfonso Balandra Antelis" userId="S::abala@tec.mx::28ba9e3f-8dae-4bf5-851d-5bb8a2fa86a5" providerId="AD" clId="Web-{E693E1F9-329E-1457-FFDC-358577167051}" dt="2026-10-27T15:08:22.576" v="967" actId="1076"/>
          <ac:picMkLst>
            <pc:docMk/>
            <pc:sldMk cId="0" sldId="267"/>
            <ac:picMk id="7" creationId="{00000000-0000-0000-0000-000000000000}"/>
          </ac:picMkLst>
        </pc:picChg>
        <pc:picChg chg="mod">
          <ac:chgData name="Alfonso Balandra Antelis" userId="S::abala@tec.mx::28ba9e3f-8dae-4bf5-851d-5bb8a2fa86a5" providerId="AD" clId="Web-{E693E1F9-329E-1457-FFDC-358577167051}" dt="2026-10-27T15:08:26.201" v="969" actId="1076"/>
          <ac:picMkLst>
            <pc:docMk/>
            <pc:sldMk cId="0" sldId="267"/>
            <ac:picMk id="9" creationId="{00000000-0000-0000-0000-000000000000}"/>
          </ac:picMkLst>
        </pc:picChg>
      </pc:sldChg>
      <pc:sldChg chg="delSp modSp">
        <pc:chgData name="Alfonso Balandra Antelis" userId="S::abala@tec.mx::28ba9e3f-8dae-4bf5-851d-5bb8a2fa86a5" providerId="AD" clId="Web-{E693E1F9-329E-1457-FFDC-358577167051}" dt="2026-10-27T15:10:34.280" v="1021"/>
        <pc:sldMkLst>
          <pc:docMk/>
          <pc:sldMk cId="0" sldId="268"/>
        </pc:sldMkLst>
        <pc:spChg chg="del">
          <ac:chgData name="Alfonso Balandra Antelis" userId="S::abala@tec.mx::28ba9e3f-8dae-4bf5-851d-5bb8a2fa86a5" providerId="AD" clId="Web-{E693E1F9-329E-1457-FFDC-358577167051}" dt="2026-10-27T15:10:02.608" v="998"/>
          <ac:spMkLst>
            <pc:docMk/>
            <pc:sldMk cId="0" sldId="268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5:10:02.608" v="997"/>
          <ac:spMkLst>
            <pc:docMk/>
            <pc:sldMk cId="0" sldId="268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0:04.483" v="999" actId="1076"/>
          <ac:spMkLst>
            <pc:docMk/>
            <pc:sldMk cId="0" sldId="268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0:06.577" v="1000" actId="1076"/>
          <ac:spMkLst>
            <pc:docMk/>
            <pc:sldMk cId="0" sldId="268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0:12.171" v="1001" actId="1076"/>
          <ac:spMkLst>
            <pc:docMk/>
            <pc:sldMk cId="0" sldId="268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0:22.108" v="1010"/>
          <ac:spMkLst>
            <pc:docMk/>
            <pc:sldMk cId="0" sldId="268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0:34.249" v="1018"/>
          <ac:spMkLst>
            <pc:docMk/>
            <pc:sldMk cId="0" sldId="268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0:22.108" v="1011"/>
          <ac:spMkLst>
            <pc:docMk/>
            <pc:sldMk cId="0" sldId="268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0:34.249" v="1019"/>
          <ac:spMkLst>
            <pc:docMk/>
            <pc:sldMk cId="0" sldId="268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0:22.108" v="1012"/>
          <ac:spMkLst>
            <pc:docMk/>
            <pc:sldMk cId="0" sldId="268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0:34.249" v="1020"/>
          <ac:spMkLst>
            <pc:docMk/>
            <pc:sldMk cId="0" sldId="268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0:22.155" v="1013"/>
          <ac:spMkLst>
            <pc:docMk/>
            <pc:sldMk cId="0" sldId="268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0:34.280" v="1021"/>
          <ac:spMkLst>
            <pc:docMk/>
            <pc:sldMk cId="0" sldId="268"/>
            <ac:spMk id="17" creationId="{00000000-0000-0000-0000-000000000000}"/>
          </ac:spMkLst>
        </pc:spChg>
        <pc:picChg chg="mod modCrop">
          <ac:chgData name="Alfonso Balandra Antelis" userId="S::abala@tec.mx::28ba9e3f-8dae-4bf5-851d-5bb8a2fa86a5" providerId="AD" clId="Web-{E693E1F9-329E-1457-FFDC-358577167051}" dt="2026-10-27T15:09:51.718" v="993" actId="1076"/>
          <ac:picMkLst>
            <pc:docMk/>
            <pc:sldMk cId="0" sldId="268"/>
            <ac:picMk id="7" creationId="{00000000-0000-0000-0000-000000000000}"/>
          </ac:picMkLst>
        </pc:picChg>
        <pc:picChg chg="mod modCrop">
          <ac:chgData name="Alfonso Balandra Antelis" userId="S::abala@tec.mx::28ba9e3f-8dae-4bf5-851d-5bb8a2fa86a5" providerId="AD" clId="Web-{E693E1F9-329E-1457-FFDC-358577167051}" dt="2026-10-27T15:09:53.858" v="994" actId="1076"/>
          <ac:picMkLst>
            <pc:docMk/>
            <pc:sldMk cId="0" sldId="268"/>
            <ac:picMk id="8" creationId="{00000000-0000-0000-0000-000000000000}"/>
          </ac:picMkLst>
        </pc:picChg>
      </pc:sldChg>
      <pc:sldChg chg="delSp modSp">
        <pc:chgData name="Alfonso Balandra Antelis" userId="S::abala@tec.mx::28ba9e3f-8dae-4bf5-851d-5bb8a2fa86a5" providerId="AD" clId="Web-{E693E1F9-329E-1457-FFDC-358577167051}" dt="2026-10-27T15:14:45.126" v="1097" actId="20577"/>
        <pc:sldMkLst>
          <pc:docMk/>
          <pc:sldMk cId="0" sldId="269"/>
        </pc:sldMkLst>
        <pc:spChg chg="del">
          <ac:chgData name="Alfonso Balandra Antelis" userId="S::abala@tec.mx::28ba9e3f-8dae-4bf5-851d-5bb8a2fa86a5" providerId="AD" clId="Web-{E693E1F9-329E-1457-FFDC-358577167051}" dt="2026-10-27T15:11:19.359" v="1023"/>
          <ac:spMkLst>
            <pc:docMk/>
            <pc:sldMk cId="0" sldId="269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5:11:19.359" v="1022"/>
          <ac:spMkLst>
            <pc:docMk/>
            <pc:sldMk cId="0" sldId="269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4:45.126" v="1097" actId="20577"/>
          <ac:spMkLst>
            <pc:docMk/>
            <pc:sldMk cId="0" sldId="269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1:25.281" v="1025" actId="1076"/>
          <ac:spMkLst>
            <pc:docMk/>
            <pc:sldMk cId="0" sldId="269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4:07.344" v="1068"/>
          <ac:spMkLst>
            <pc:docMk/>
            <pc:sldMk cId="0" sldId="269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4:07.344" v="1069"/>
          <ac:spMkLst>
            <pc:docMk/>
            <pc:sldMk cId="0" sldId="269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4:07.344" v="1070"/>
          <ac:spMkLst>
            <pc:docMk/>
            <pc:sldMk cId="0" sldId="269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4:07.344" v="1071"/>
          <ac:spMkLst>
            <pc:docMk/>
            <pc:sldMk cId="0" sldId="269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4:07.344" v="1072"/>
          <ac:spMkLst>
            <pc:docMk/>
            <pc:sldMk cId="0" sldId="269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4:07.344" v="1073"/>
          <ac:spMkLst>
            <pc:docMk/>
            <pc:sldMk cId="0" sldId="269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4:28.751" v="1081" actId="20577"/>
          <ac:spMkLst>
            <pc:docMk/>
            <pc:sldMk cId="0" sldId="269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4:07.344" v="1075"/>
          <ac:spMkLst>
            <pc:docMk/>
            <pc:sldMk cId="0" sldId="269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4:07.344" v="1076"/>
          <ac:spMkLst>
            <pc:docMk/>
            <pc:sldMk cId="0" sldId="269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4:17.516" v="1079" actId="14100"/>
          <ac:spMkLst>
            <pc:docMk/>
            <pc:sldMk cId="0" sldId="269"/>
            <ac:spMk id="18" creationId="{00000000-0000-0000-0000-000000000000}"/>
          </ac:spMkLst>
        </pc:spChg>
        <pc:picChg chg="mod">
          <ac:chgData name="Alfonso Balandra Antelis" userId="S::abala@tec.mx::28ba9e3f-8dae-4bf5-851d-5bb8a2fa86a5" providerId="AD" clId="Web-{E693E1F9-329E-1457-FFDC-358577167051}" dt="2026-10-27T15:11:55.093" v="1066" actId="1076"/>
          <ac:picMkLst>
            <pc:docMk/>
            <pc:sldMk cId="0" sldId="269"/>
            <ac:picMk id="7" creationId="{00000000-0000-0000-0000-000000000000}"/>
          </ac:picMkLst>
        </pc:picChg>
        <pc:picChg chg="mod">
          <ac:chgData name="Alfonso Balandra Antelis" userId="S::abala@tec.mx::28ba9e3f-8dae-4bf5-851d-5bb8a2fa86a5" providerId="AD" clId="Web-{E693E1F9-329E-1457-FFDC-358577167051}" dt="2026-10-27T15:11:58.781" v="1067" actId="1076"/>
          <ac:picMkLst>
            <pc:docMk/>
            <pc:sldMk cId="0" sldId="269"/>
            <ac:picMk id="8" creationId="{00000000-0000-0000-0000-000000000000}"/>
          </ac:picMkLst>
        </pc:picChg>
      </pc:sldChg>
      <pc:sldChg chg="delSp modSp">
        <pc:chgData name="Alfonso Balandra Antelis" userId="S::abala@tec.mx::28ba9e3f-8dae-4bf5-851d-5bb8a2fa86a5" providerId="AD" clId="Web-{E693E1F9-329E-1457-FFDC-358577167051}" dt="2026-10-27T15:16:26.314" v="1136" actId="1076"/>
        <pc:sldMkLst>
          <pc:docMk/>
          <pc:sldMk cId="0" sldId="270"/>
        </pc:sldMkLst>
        <pc:spChg chg="del">
          <ac:chgData name="Alfonso Balandra Antelis" userId="S::abala@tec.mx::28ba9e3f-8dae-4bf5-851d-5bb8a2fa86a5" providerId="AD" clId="Web-{E693E1F9-329E-1457-FFDC-358577167051}" dt="2026-10-27T15:15:00.017" v="1106"/>
          <ac:spMkLst>
            <pc:docMk/>
            <pc:sldMk cId="0" sldId="270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5:15:00.017" v="1105"/>
          <ac:spMkLst>
            <pc:docMk/>
            <pc:sldMk cId="0" sldId="270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5:03.688" v="1107" actId="1076"/>
          <ac:spMkLst>
            <pc:docMk/>
            <pc:sldMk cId="0" sldId="270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6:26.314" v="1136" actId="1076"/>
          <ac:spMkLst>
            <pc:docMk/>
            <pc:sldMk cId="0" sldId="270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6:04.579" v="1128" actId="14100"/>
          <ac:spMkLst>
            <pc:docMk/>
            <pc:sldMk cId="0" sldId="270"/>
            <ac:spMk id="9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5:15:35.064" v="1113"/>
          <ac:spMkLst>
            <pc:docMk/>
            <pc:sldMk cId="0" sldId="270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6:15.580" v="1133" actId="1076"/>
          <ac:spMkLst>
            <pc:docMk/>
            <pc:sldMk cId="0" sldId="270"/>
            <ac:spMk id="11" creationId="{00000000-0000-0000-0000-000000000000}"/>
          </ac:spMkLst>
        </pc:spChg>
        <pc:picChg chg="mod">
          <ac:chgData name="Alfonso Balandra Antelis" userId="S::abala@tec.mx::28ba9e3f-8dae-4bf5-851d-5bb8a2fa86a5" providerId="AD" clId="Web-{E693E1F9-329E-1457-FFDC-358577167051}" dt="2026-10-27T15:16:02.626" v="1127" actId="1076"/>
          <ac:picMkLst>
            <pc:docMk/>
            <pc:sldMk cId="0" sldId="270"/>
            <ac:picMk id="2" creationId="{00000000-0000-0000-0000-000000000000}"/>
          </ac:picMkLst>
        </pc:picChg>
        <pc:picChg chg="mod">
          <ac:chgData name="Alfonso Balandra Antelis" userId="S::abala@tec.mx::28ba9e3f-8dae-4bf5-851d-5bb8a2fa86a5" providerId="AD" clId="Web-{E693E1F9-329E-1457-FFDC-358577167051}" dt="2026-10-27T15:16:23.736" v="1135" actId="1076"/>
          <ac:picMkLst>
            <pc:docMk/>
            <pc:sldMk cId="0" sldId="270"/>
            <ac:picMk id="7" creationId="{00000000-0000-0000-0000-000000000000}"/>
          </ac:picMkLst>
        </pc:picChg>
      </pc:sldChg>
      <pc:sldChg chg="addSp delSp modSp">
        <pc:chgData name="Alfonso Balandra Antelis" userId="S::abala@tec.mx::28ba9e3f-8dae-4bf5-851d-5bb8a2fa86a5" providerId="AD" clId="Web-{E693E1F9-329E-1457-FFDC-358577167051}" dt="2026-10-27T15:16:49.674" v="1145"/>
        <pc:sldMkLst>
          <pc:docMk/>
          <pc:sldMk cId="0" sldId="271"/>
        </pc:sldMkLst>
        <pc:spChg chg="del">
          <ac:chgData name="Alfonso Balandra Antelis" userId="S::abala@tec.mx::28ba9e3f-8dae-4bf5-851d-5bb8a2fa86a5" providerId="AD" clId="Web-{E693E1F9-329E-1457-FFDC-358577167051}" dt="2026-10-27T15:16:31.955" v="1138"/>
          <ac:spMkLst>
            <pc:docMk/>
            <pc:sldMk cId="0" sldId="271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5:16:31.955" v="1137"/>
          <ac:spMkLst>
            <pc:docMk/>
            <pc:sldMk cId="0" sldId="271"/>
            <ac:spMk id="4" creationId="{00000000-0000-0000-0000-000000000000}"/>
          </ac:spMkLst>
        </pc:spChg>
        <pc:spChg chg="add del">
          <ac:chgData name="Alfonso Balandra Antelis" userId="S::abala@tec.mx::28ba9e3f-8dae-4bf5-851d-5bb8a2fa86a5" providerId="AD" clId="Web-{E693E1F9-329E-1457-FFDC-358577167051}" dt="2026-10-27T15:16:39.845" v="1142"/>
          <ac:spMkLst>
            <pc:docMk/>
            <pc:sldMk cId="0" sldId="271"/>
            <ac:spMk id="8" creationId="{00000000-0000-0000-0000-000000000000}"/>
          </ac:spMkLst>
        </pc:spChg>
        <pc:spChg chg="del mod">
          <ac:chgData name="Alfonso Balandra Antelis" userId="S::abala@tec.mx::28ba9e3f-8dae-4bf5-851d-5bb8a2fa86a5" providerId="AD" clId="Web-{E693E1F9-329E-1457-FFDC-358577167051}" dt="2026-10-27T15:16:49.674" v="1145"/>
          <ac:spMkLst>
            <pc:docMk/>
            <pc:sldMk cId="0" sldId="271"/>
            <ac:spMk id="9" creationId="{00000000-0000-0000-0000-000000000000}"/>
          </ac:spMkLst>
        </pc:spChg>
        <pc:picChg chg="mod">
          <ac:chgData name="Alfonso Balandra Antelis" userId="S::abala@tec.mx::28ba9e3f-8dae-4bf5-851d-5bb8a2fa86a5" providerId="AD" clId="Web-{E693E1F9-329E-1457-FFDC-358577167051}" dt="2026-10-27T15:16:44.267" v="1144" actId="1076"/>
          <ac:picMkLst>
            <pc:docMk/>
            <pc:sldMk cId="0" sldId="271"/>
            <ac:picMk id="2" creationId="{00000000-0000-0000-0000-000000000000}"/>
          </ac:picMkLst>
        </pc:picChg>
      </pc:sldChg>
      <pc:sldChg chg="addSp delSp modSp">
        <pc:chgData name="Alfonso Balandra Antelis" userId="S::abala@tec.mx::28ba9e3f-8dae-4bf5-851d-5bb8a2fa86a5" providerId="AD" clId="Web-{E693E1F9-329E-1457-FFDC-358577167051}" dt="2026-10-27T15:20:59.909" v="1230" actId="1076"/>
        <pc:sldMkLst>
          <pc:docMk/>
          <pc:sldMk cId="0" sldId="272"/>
        </pc:sldMkLst>
        <pc:spChg chg="del">
          <ac:chgData name="Alfonso Balandra Antelis" userId="S::abala@tec.mx::28ba9e3f-8dae-4bf5-851d-5bb8a2fa86a5" providerId="AD" clId="Web-{E693E1F9-329E-1457-FFDC-358577167051}" dt="2026-10-27T15:16:55.111" v="1147"/>
          <ac:spMkLst>
            <pc:docMk/>
            <pc:sldMk cId="0" sldId="272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5:16:55.111" v="1146"/>
          <ac:spMkLst>
            <pc:docMk/>
            <pc:sldMk cId="0" sldId="272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20:33.237" v="1229" actId="20577"/>
          <ac:spMkLst>
            <pc:docMk/>
            <pc:sldMk cId="0" sldId="272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20:59.909" v="1230" actId="1076"/>
          <ac:spMkLst>
            <pc:docMk/>
            <pc:sldMk cId="0" sldId="272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9:21.315" v="1192"/>
          <ac:spMkLst>
            <pc:docMk/>
            <pc:sldMk cId="0" sldId="272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9:35.065" v="1201" actId="14100"/>
          <ac:spMkLst>
            <pc:docMk/>
            <pc:sldMk cId="0" sldId="272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9:21.315" v="1193"/>
          <ac:spMkLst>
            <pc:docMk/>
            <pc:sldMk cId="0" sldId="272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9:28.643" v="1198" actId="1076"/>
          <ac:spMkLst>
            <pc:docMk/>
            <pc:sldMk cId="0" sldId="272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9:21.315" v="1194"/>
          <ac:spMkLst>
            <pc:docMk/>
            <pc:sldMk cId="0" sldId="272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9:28.643" v="1199" actId="1076"/>
          <ac:spMkLst>
            <pc:docMk/>
            <pc:sldMk cId="0" sldId="272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9:21.315" v="1195"/>
          <ac:spMkLst>
            <pc:docMk/>
            <pc:sldMk cId="0" sldId="272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9:28.659" v="1200" actId="1076"/>
          <ac:spMkLst>
            <pc:docMk/>
            <pc:sldMk cId="0" sldId="272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9:09.706" v="1190" actId="14100"/>
          <ac:spMkLst>
            <pc:docMk/>
            <pc:sldMk cId="0" sldId="272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19:21.362" v="1196"/>
          <ac:spMkLst>
            <pc:docMk/>
            <pc:sldMk cId="0" sldId="272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20:15.175" v="1221" actId="20577"/>
          <ac:spMkLst>
            <pc:docMk/>
            <pc:sldMk cId="0" sldId="272"/>
            <ac:spMk id="18" creationId="{00000000-0000-0000-0000-000000000000}"/>
          </ac:spMkLst>
        </pc:spChg>
        <pc:spChg chg="add mod">
          <ac:chgData name="Alfonso Balandra Antelis" userId="S::abala@tec.mx::28ba9e3f-8dae-4bf5-851d-5bb8a2fa86a5" providerId="AD" clId="Web-{E693E1F9-329E-1457-FFDC-358577167051}" dt="2026-10-27T15:18:27.612" v="1170" actId="1076"/>
          <ac:spMkLst>
            <pc:docMk/>
            <pc:sldMk cId="0" sldId="272"/>
            <ac:spMk id="19" creationId="{5901CD33-ADFC-8CC9-FDF5-FC9D7885602E}"/>
          </ac:spMkLst>
        </pc:spChg>
        <pc:spChg chg="add mod">
          <ac:chgData name="Alfonso Balandra Antelis" userId="S::abala@tec.mx::28ba9e3f-8dae-4bf5-851d-5bb8a2fa86a5" providerId="AD" clId="Web-{E693E1F9-329E-1457-FFDC-358577167051}" dt="2026-10-27T15:18:47.721" v="1177" actId="1076"/>
          <ac:spMkLst>
            <pc:docMk/>
            <pc:sldMk cId="0" sldId="272"/>
            <ac:spMk id="20" creationId="{F7CD44DB-AE2A-6BF9-296C-A57D283836C6}"/>
          </ac:spMkLst>
        </pc:spChg>
        <pc:picChg chg="mod modCrop">
          <ac:chgData name="Alfonso Balandra Antelis" userId="S::abala@tec.mx::28ba9e3f-8dae-4bf5-851d-5bb8a2fa86a5" providerId="AD" clId="Web-{E693E1F9-329E-1457-FFDC-358577167051}" dt="2026-10-27T15:17:32.611" v="1156" actId="1076"/>
          <ac:picMkLst>
            <pc:docMk/>
            <pc:sldMk cId="0" sldId="272"/>
            <ac:picMk id="7" creationId="{00000000-0000-0000-0000-000000000000}"/>
          </ac:picMkLst>
        </pc:picChg>
      </pc:sldChg>
      <pc:sldChg chg="delSp modSp">
        <pc:chgData name="Alfonso Balandra Antelis" userId="S::abala@tec.mx::28ba9e3f-8dae-4bf5-851d-5bb8a2fa86a5" providerId="AD" clId="Web-{E693E1F9-329E-1457-FFDC-358577167051}" dt="2026-10-27T15:21:36.894" v="1252" actId="1076"/>
        <pc:sldMkLst>
          <pc:docMk/>
          <pc:sldMk cId="0" sldId="273"/>
        </pc:sldMkLst>
        <pc:spChg chg="del">
          <ac:chgData name="Alfonso Balandra Antelis" userId="S::abala@tec.mx::28ba9e3f-8dae-4bf5-851d-5bb8a2fa86a5" providerId="AD" clId="Web-{E693E1F9-329E-1457-FFDC-358577167051}" dt="2026-10-27T15:20:22.503" v="1223"/>
          <ac:spMkLst>
            <pc:docMk/>
            <pc:sldMk cId="0" sldId="273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5:20:22.503" v="1222"/>
          <ac:spMkLst>
            <pc:docMk/>
            <pc:sldMk cId="0" sldId="273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21:10.878" v="1231" actId="1076"/>
          <ac:spMkLst>
            <pc:docMk/>
            <pc:sldMk cId="0" sldId="273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21:10.894" v="1232" actId="1076"/>
          <ac:spMkLst>
            <pc:docMk/>
            <pc:sldMk cId="0" sldId="273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21:36.832" v="1244" actId="1076"/>
          <ac:spMkLst>
            <pc:docMk/>
            <pc:sldMk cId="0" sldId="273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21:36.832" v="1245" actId="1076"/>
          <ac:spMkLst>
            <pc:docMk/>
            <pc:sldMk cId="0" sldId="273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21:36.847" v="1246" actId="1076"/>
          <ac:spMkLst>
            <pc:docMk/>
            <pc:sldMk cId="0" sldId="273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21:36.863" v="1247" actId="1076"/>
          <ac:spMkLst>
            <pc:docMk/>
            <pc:sldMk cId="0" sldId="273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21:36.863" v="1248" actId="1076"/>
          <ac:spMkLst>
            <pc:docMk/>
            <pc:sldMk cId="0" sldId="273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21:36.878" v="1249" actId="1076"/>
          <ac:spMkLst>
            <pc:docMk/>
            <pc:sldMk cId="0" sldId="273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21:36.878" v="1250" actId="1076"/>
          <ac:spMkLst>
            <pc:docMk/>
            <pc:sldMk cId="0" sldId="273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21:36.894" v="1251" actId="1076"/>
          <ac:spMkLst>
            <pc:docMk/>
            <pc:sldMk cId="0" sldId="273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21:36.894" v="1252" actId="1076"/>
          <ac:spMkLst>
            <pc:docMk/>
            <pc:sldMk cId="0" sldId="273"/>
            <ac:spMk id="17" creationId="{00000000-0000-0000-0000-000000000000}"/>
          </ac:spMkLst>
        </pc:spChg>
        <pc:picChg chg="mod">
          <ac:chgData name="Alfonso Balandra Antelis" userId="S::abala@tec.mx::28ba9e3f-8dae-4bf5-851d-5bb8a2fa86a5" providerId="AD" clId="Web-{E693E1F9-329E-1457-FFDC-358577167051}" dt="2026-10-27T15:21:15.722" v="1233" actId="1076"/>
          <ac:picMkLst>
            <pc:docMk/>
            <pc:sldMk cId="0" sldId="273"/>
            <ac:picMk id="7" creationId="{00000000-0000-0000-0000-000000000000}"/>
          </ac:picMkLst>
        </pc:picChg>
        <pc:picChg chg="mod">
          <ac:chgData name="Alfonso Balandra Antelis" userId="S::abala@tec.mx::28ba9e3f-8dae-4bf5-851d-5bb8a2fa86a5" providerId="AD" clId="Web-{E693E1F9-329E-1457-FFDC-358577167051}" dt="2026-10-27T15:21:19.128" v="1234" actId="1076"/>
          <ac:picMkLst>
            <pc:docMk/>
            <pc:sldMk cId="0" sldId="273"/>
            <ac:picMk id="8" creationId="{00000000-0000-0000-0000-000000000000}"/>
          </ac:picMkLst>
        </pc:picChg>
      </pc:sldChg>
      <pc:sldChg chg="delSp modSp">
        <pc:chgData name="Alfonso Balandra Antelis" userId="S::abala@tec.mx::28ba9e3f-8dae-4bf5-851d-5bb8a2fa86a5" providerId="AD" clId="Web-{E693E1F9-329E-1457-FFDC-358577167051}" dt="2026-10-27T15:35:36.259" v="1336" actId="20577"/>
        <pc:sldMkLst>
          <pc:docMk/>
          <pc:sldMk cId="0" sldId="274"/>
        </pc:sldMkLst>
        <pc:spChg chg="mod">
          <ac:chgData name="Alfonso Balandra Antelis" userId="S::abala@tec.mx::28ba9e3f-8dae-4bf5-851d-5bb8a2fa86a5" providerId="AD" clId="Web-{E693E1F9-329E-1457-FFDC-358577167051}" dt="2026-10-27T15:32:16.664" v="1311" actId="20577"/>
          <ac:spMkLst>
            <pc:docMk/>
            <pc:sldMk cId="0" sldId="274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2:06.305" v="1305" actId="1076"/>
          <ac:spMkLst>
            <pc:docMk/>
            <pc:sldMk cId="0" sldId="274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2:06.320" v="1306" actId="1076"/>
          <ac:spMkLst>
            <pc:docMk/>
            <pc:sldMk cId="0" sldId="274"/>
            <ac:spMk id="9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5:32:03.430" v="1304"/>
          <ac:spMkLst>
            <pc:docMk/>
            <pc:sldMk cId="0" sldId="274"/>
            <ac:spMk id="10" creationId="{00000000-0000-0000-0000-000000000000}"/>
          </ac:spMkLst>
        </pc:spChg>
        <pc:spChg chg="del mod">
          <ac:chgData name="Alfonso Balandra Antelis" userId="S::abala@tec.mx::28ba9e3f-8dae-4bf5-851d-5bb8a2fa86a5" providerId="AD" clId="Web-{E693E1F9-329E-1457-FFDC-358577167051}" dt="2026-10-27T15:32:03.430" v="1303"/>
          <ac:spMkLst>
            <pc:docMk/>
            <pc:sldMk cId="0" sldId="274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2:28.258" v="1317" actId="14100"/>
          <ac:spMkLst>
            <pc:docMk/>
            <pc:sldMk cId="0" sldId="274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2:20.898" v="1313" actId="1076"/>
          <ac:spMkLst>
            <pc:docMk/>
            <pc:sldMk cId="0" sldId="274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2:50.914" v="1334" actId="20577"/>
          <ac:spMkLst>
            <pc:docMk/>
            <pc:sldMk cId="0" sldId="274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5:36.259" v="1336" actId="20577"/>
          <ac:spMkLst>
            <pc:docMk/>
            <pc:sldMk cId="0" sldId="274"/>
            <ac:spMk id="15" creationId="{00000000-0000-0000-0000-000000000000}"/>
          </ac:spMkLst>
        </pc:spChg>
        <pc:picChg chg="mod">
          <ac:chgData name="Alfonso Balandra Antelis" userId="S::abala@tec.mx::28ba9e3f-8dae-4bf5-851d-5bb8a2fa86a5" providerId="AD" clId="Web-{E693E1F9-329E-1457-FFDC-358577167051}" dt="2026-10-27T15:31:35.601" v="1297" actId="1076"/>
          <ac:picMkLst>
            <pc:docMk/>
            <pc:sldMk cId="0" sldId="274"/>
            <ac:picMk id="7" creationId="{00000000-0000-0000-0000-000000000000}"/>
          </ac:picMkLst>
        </pc:picChg>
      </pc:sldChg>
      <pc:sldChg chg="addSp delSp modSp">
        <pc:chgData name="Alfonso Balandra Antelis" userId="S::abala@tec.mx::28ba9e3f-8dae-4bf5-851d-5bb8a2fa86a5" providerId="AD" clId="Web-{E693E1F9-329E-1457-FFDC-358577167051}" dt="2026-10-27T15:39:35.386" v="1430" actId="1076"/>
        <pc:sldMkLst>
          <pc:docMk/>
          <pc:sldMk cId="0" sldId="275"/>
        </pc:sldMkLst>
        <pc:spChg chg="del">
          <ac:chgData name="Alfonso Balandra Antelis" userId="S::abala@tec.mx::28ba9e3f-8dae-4bf5-851d-5bb8a2fa86a5" providerId="AD" clId="Web-{E693E1F9-329E-1457-FFDC-358577167051}" dt="2026-10-27T15:35:41.837" v="1338"/>
          <ac:spMkLst>
            <pc:docMk/>
            <pc:sldMk cId="0" sldId="275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5:35:41.837" v="1337"/>
          <ac:spMkLst>
            <pc:docMk/>
            <pc:sldMk cId="0" sldId="275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5:48.634" v="1341" actId="14100"/>
          <ac:spMkLst>
            <pc:docMk/>
            <pc:sldMk cId="0" sldId="275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6:25.556" v="1360" actId="20577"/>
          <ac:spMkLst>
            <pc:docMk/>
            <pc:sldMk cId="0" sldId="275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7:24.432" v="1375" actId="14100"/>
          <ac:spMkLst>
            <pc:docMk/>
            <pc:sldMk cId="0" sldId="275"/>
            <ac:spMk id="7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7:27.557" v="1376" actId="14100"/>
          <ac:spMkLst>
            <pc:docMk/>
            <pc:sldMk cId="0" sldId="275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7:12.588" v="1369" actId="1076"/>
          <ac:spMkLst>
            <pc:docMk/>
            <pc:sldMk cId="0" sldId="275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7:14.635" v="1372" actId="1076"/>
          <ac:spMkLst>
            <pc:docMk/>
            <pc:sldMk cId="0" sldId="275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7:18.682" v="1373" actId="14100"/>
          <ac:spMkLst>
            <pc:docMk/>
            <pc:sldMk cId="0" sldId="275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7:21.994" v="1374" actId="14100"/>
          <ac:spMkLst>
            <pc:docMk/>
            <pc:sldMk cId="0" sldId="275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7:49.869" v="1396" actId="14100"/>
          <ac:spMkLst>
            <pc:docMk/>
            <pc:sldMk cId="0" sldId="275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7:53.604" v="1397" actId="14100"/>
          <ac:spMkLst>
            <pc:docMk/>
            <pc:sldMk cId="0" sldId="275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7:33.338" v="1379" actId="1076"/>
          <ac:spMkLst>
            <pc:docMk/>
            <pc:sldMk cId="0" sldId="275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7:33.354" v="1380" actId="1076"/>
          <ac:spMkLst>
            <pc:docMk/>
            <pc:sldMk cId="0" sldId="275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7:35.916" v="1393" actId="14100"/>
          <ac:spMkLst>
            <pc:docMk/>
            <pc:sldMk cId="0" sldId="275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7:33.385" v="1382" actId="1076"/>
          <ac:spMkLst>
            <pc:docMk/>
            <pc:sldMk cId="0" sldId="275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7:43.932" v="1395" actId="14100"/>
          <ac:spMkLst>
            <pc:docMk/>
            <pc:sldMk cId="0" sldId="275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7:38.526" v="1394" actId="14100"/>
          <ac:spMkLst>
            <pc:docMk/>
            <pc:sldMk cId="0" sldId="275"/>
            <ac:spMk id="22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8:12.760" v="1412" actId="14100"/>
          <ac:spMkLst>
            <pc:docMk/>
            <pc:sldMk cId="0" sldId="275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8:15.448" v="1413" actId="14100"/>
          <ac:spMkLst>
            <pc:docMk/>
            <pc:sldMk cId="0" sldId="275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8:02.760" v="1402" actId="1076"/>
          <ac:spMkLst>
            <pc:docMk/>
            <pc:sldMk cId="0" sldId="275"/>
            <ac:spMk id="2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8:02.776" v="1403" actId="1076"/>
          <ac:spMkLst>
            <pc:docMk/>
            <pc:sldMk cId="0" sldId="275"/>
            <ac:spMk id="2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8:04.760" v="1408" actId="14100"/>
          <ac:spMkLst>
            <pc:docMk/>
            <pc:sldMk cId="0" sldId="275"/>
            <ac:spMk id="27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8:02.807" v="1405" actId="1076"/>
          <ac:spMkLst>
            <pc:docMk/>
            <pc:sldMk cId="0" sldId="275"/>
            <ac:spMk id="28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8:10.588" v="1411" actId="14100"/>
          <ac:spMkLst>
            <pc:docMk/>
            <pc:sldMk cId="0" sldId="275"/>
            <ac:spMk id="2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8:06.901" v="1409" actId="14100"/>
          <ac:spMkLst>
            <pc:docMk/>
            <pc:sldMk cId="0" sldId="275"/>
            <ac:spMk id="3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9:30.104" v="1429" actId="20577"/>
          <ac:spMkLst>
            <pc:docMk/>
            <pc:sldMk cId="0" sldId="275"/>
            <ac:spMk id="32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39:35.386" v="1430" actId="1076"/>
          <ac:spMkLst>
            <pc:docMk/>
            <pc:sldMk cId="0" sldId="275"/>
            <ac:spMk id="33" creationId="{00000000-0000-0000-0000-000000000000}"/>
          </ac:spMkLst>
        </pc:spChg>
        <pc:picChg chg="mod">
          <ac:chgData name="Alfonso Balandra Antelis" userId="S::abala@tec.mx::28ba9e3f-8dae-4bf5-851d-5bb8a2fa86a5" providerId="AD" clId="Web-{E693E1F9-329E-1457-FFDC-358577167051}" dt="2026-10-27T15:37:56.166" v="1399" actId="1076"/>
          <ac:picMkLst>
            <pc:docMk/>
            <pc:sldMk cId="0" sldId="275"/>
            <ac:picMk id="2" creationId="{00000000-0000-0000-0000-000000000000}"/>
          </ac:picMkLst>
        </pc:picChg>
        <pc:picChg chg="add mod modCrop">
          <ac:chgData name="Alfonso Balandra Antelis" userId="S::abala@tec.mx::28ba9e3f-8dae-4bf5-851d-5bb8a2fa86a5" providerId="AD" clId="Web-{E693E1F9-329E-1457-FFDC-358577167051}" dt="2026-10-27T15:39:19.917" v="1424" actId="1076"/>
          <ac:picMkLst>
            <pc:docMk/>
            <pc:sldMk cId="0" sldId="275"/>
            <ac:picMk id="34" creationId="{720799AA-D29F-AB4B-323C-9F03E5C5EB89}"/>
          </ac:picMkLst>
        </pc:picChg>
      </pc:sldChg>
      <pc:sldChg chg="addSp delSp modSp">
        <pc:chgData name="Alfonso Balandra Antelis" userId="S::abala@tec.mx::28ba9e3f-8dae-4bf5-851d-5bb8a2fa86a5" providerId="AD" clId="Web-{E693E1F9-329E-1457-FFDC-358577167051}" dt="2026-10-27T15:52:12.734" v="1856" actId="1076"/>
        <pc:sldMkLst>
          <pc:docMk/>
          <pc:sldMk cId="0" sldId="276"/>
        </pc:sldMkLst>
        <pc:spChg chg="del">
          <ac:chgData name="Alfonso Balandra Antelis" userId="S::abala@tec.mx::28ba9e3f-8dae-4bf5-851d-5bb8a2fa86a5" providerId="AD" clId="Web-{E693E1F9-329E-1457-FFDC-358577167051}" dt="2026-10-27T15:41:02.355" v="1459"/>
          <ac:spMkLst>
            <pc:docMk/>
            <pc:sldMk cId="0" sldId="276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5:41:02.355" v="1458"/>
          <ac:spMkLst>
            <pc:docMk/>
            <pc:sldMk cId="0" sldId="276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1:07.886" v="1460" actId="1076"/>
          <ac:spMkLst>
            <pc:docMk/>
            <pc:sldMk cId="0" sldId="276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1:48.183" v="1494" actId="20577"/>
          <ac:spMkLst>
            <pc:docMk/>
            <pc:sldMk cId="0" sldId="276"/>
            <ac:spMk id="6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5:40:48.152" v="1455"/>
          <ac:spMkLst>
            <pc:docMk/>
            <pc:sldMk cId="0" sldId="276"/>
            <ac:spMk id="7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5:44:14.934" v="1583"/>
          <ac:spMkLst>
            <pc:docMk/>
            <pc:sldMk cId="0" sldId="276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1:21.730" v="1474"/>
          <ac:spMkLst>
            <pc:docMk/>
            <pc:sldMk cId="0" sldId="276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2:06.480" v="1511" actId="14100"/>
          <ac:spMkLst>
            <pc:docMk/>
            <pc:sldMk cId="0" sldId="276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1:21.746" v="1476"/>
          <ac:spMkLst>
            <pc:docMk/>
            <pc:sldMk cId="0" sldId="276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2:58.012" v="1554" actId="20577"/>
          <ac:spMkLst>
            <pc:docMk/>
            <pc:sldMk cId="0" sldId="276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3:12.637" v="1561" actId="20577"/>
          <ac:spMkLst>
            <pc:docMk/>
            <pc:sldMk cId="0" sldId="276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3:38.684" v="1572" actId="20577"/>
          <ac:spMkLst>
            <pc:docMk/>
            <pc:sldMk cId="0" sldId="276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3:05.590" v="1557" actId="1076"/>
          <ac:spMkLst>
            <pc:docMk/>
            <pc:sldMk cId="0" sldId="276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3:05.606" v="1558" actId="1076"/>
          <ac:spMkLst>
            <pc:docMk/>
            <pc:sldMk cId="0" sldId="276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3:05.621" v="1559" actId="1076"/>
          <ac:spMkLst>
            <pc:docMk/>
            <pc:sldMk cId="0" sldId="276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3:50.262" v="1575" actId="20577"/>
          <ac:spMkLst>
            <pc:docMk/>
            <pc:sldMk cId="0" sldId="276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4:04.700" v="1580" actId="14100"/>
          <ac:spMkLst>
            <pc:docMk/>
            <pc:sldMk cId="0" sldId="276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1:40.015" v="1849" actId="1076"/>
          <ac:spMkLst>
            <pc:docMk/>
            <pc:sldMk cId="0" sldId="276"/>
            <ac:spMk id="21" creationId="{00000000-0000-0000-0000-000000000000}"/>
          </ac:spMkLst>
        </pc:spChg>
        <pc:spChg chg="add mod">
          <ac:chgData name="Alfonso Balandra Antelis" userId="S::abala@tec.mx::28ba9e3f-8dae-4bf5-851d-5bb8a2fa86a5" providerId="AD" clId="Web-{E693E1F9-329E-1457-FFDC-358577167051}" dt="2026-10-27T15:36:45.572" v="1365" actId="1076"/>
          <ac:spMkLst>
            <pc:docMk/>
            <pc:sldMk cId="0" sldId="276"/>
            <ac:spMk id="22" creationId="{44001459-788E-2B7D-4029-B090D459D8D8}"/>
          </ac:spMkLst>
        </pc:spChg>
        <pc:spChg chg="add mod ord">
          <ac:chgData name="Alfonso Balandra Antelis" userId="S::abala@tec.mx::28ba9e3f-8dae-4bf5-851d-5bb8a2fa86a5" providerId="AD" clId="Web-{E693E1F9-329E-1457-FFDC-358577167051}" dt="2026-10-27T15:40:34.964" v="1448" actId="14100"/>
          <ac:spMkLst>
            <pc:docMk/>
            <pc:sldMk cId="0" sldId="276"/>
            <ac:spMk id="23" creationId="{215BED53-086A-20E6-0282-C1C7F70E43A7}"/>
          </ac:spMkLst>
        </pc:spChg>
        <pc:picChg chg="mod">
          <ac:chgData name="Alfonso Balandra Antelis" userId="S::abala@tec.mx::28ba9e3f-8dae-4bf5-851d-5bb8a2fa86a5" providerId="AD" clId="Web-{E693E1F9-329E-1457-FFDC-358577167051}" dt="2026-10-27T15:40:08.011" v="1440" actId="1076"/>
          <ac:picMkLst>
            <pc:docMk/>
            <pc:sldMk cId="0" sldId="276"/>
            <ac:picMk id="2" creationId="{00000000-0000-0000-0000-000000000000}"/>
          </ac:picMkLst>
        </pc:picChg>
        <pc:picChg chg="mod modCrop">
          <ac:chgData name="Alfonso Balandra Antelis" userId="S::abala@tec.mx::28ba9e3f-8dae-4bf5-851d-5bb8a2fa86a5" providerId="AD" clId="Web-{E693E1F9-329E-1457-FFDC-358577167051}" dt="2026-10-27T15:52:12.734" v="1856" actId="1076"/>
          <ac:picMkLst>
            <pc:docMk/>
            <pc:sldMk cId="0" sldId="276"/>
            <ac:picMk id="8" creationId="{00000000-0000-0000-0000-000000000000}"/>
          </ac:picMkLst>
        </pc:picChg>
      </pc:sldChg>
      <pc:sldChg chg="delSp modSp">
        <pc:chgData name="Alfonso Balandra Antelis" userId="S::abala@tec.mx::28ba9e3f-8dae-4bf5-851d-5bb8a2fa86a5" providerId="AD" clId="Web-{E693E1F9-329E-1457-FFDC-358577167051}" dt="2026-10-27T15:52:34.594" v="1862" actId="1076"/>
        <pc:sldMkLst>
          <pc:docMk/>
          <pc:sldMk cId="0" sldId="277"/>
        </pc:sldMkLst>
        <pc:spChg chg="del">
          <ac:chgData name="Alfonso Balandra Antelis" userId="S::abala@tec.mx::28ba9e3f-8dae-4bf5-851d-5bb8a2fa86a5" providerId="AD" clId="Web-{E693E1F9-329E-1457-FFDC-358577167051}" dt="2026-10-27T15:44:22.450" v="1586"/>
          <ac:spMkLst>
            <pc:docMk/>
            <pc:sldMk cId="0" sldId="277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5:44:20.684" v="1585"/>
          <ac:spMkLst>
            <pc:docMk/>
            <pc:sldMk cId="0" sldId="277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5:24.591" v="1613" actId="14100"/>
          <ac:spMkLst>
            <pc:docMk/>
            <pc:sldMk cId="0" sldId="277"/>
            <ac:spMk id="5" creationId="{00000000-0000-0000-0000-000000000000}"/>
          </ac:spMkLst>
        </pc:spChg>
        <pc:spChg chg="del mod">
          <ac:chgData name="Alfonso Balandra Antelis" userId="S::abala@tec.mx::28ba9e3f-8dae-4bf5-851d-5bb8a2fa86a5" providerId="AD" clId="Web-{E693E1F9-329E-1457-FFDC-358577167051}" dt="2026-10-27T15:45:05.263" v="1611"/>
          <ac:spMkLst>
            <pc:docMk/>
            <pc:sldMk cId="0" sldId="277"/>
            <ac:spMk id="6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5:44:39.809" v="1593"/>
          <ac:spMkLst>
            <pc:docMk/>
            <pc:sldMk cId="0" sldId="277"/>
            <ac:spMk id="7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5:44:18.825" v="1584"/>
          <ac:spMkLst>
            <pc:docMk/>
            <pc:sldMk cId="0" sldId="277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5:40.107" v="1650"/>
          <ac:spMkLst>
            <pc:docMk/>
            <pc:sldMk cId="0" sldId="277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5:40.107" v="1651"/>
          <ac:spMkLst>
            <pc:docMk/>
            <pc:sldMk cId="0" sldId="277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5:40.107" v="1652"/>
          <ac:spMkLst>
            <pc:docMk/>
            <pc:sldMk cId="0" sldId="277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5:57.107" v="1664" actId="1076"/>
          <ac:spMkLst>
            <pc:docMk/>
            <pc:sldMk cId="0" sldId="277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5:40.107" v="1654"/>
          <ac:spMkLst>
            <pc:docMk/>
            <pc:sldMk cId="0" sldId="277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5:40.107" v="1655"/>
          <ac:spMkLst>
            <pc:docMk/>
            <pc:sldMk cId="0" sldId="277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5:40.107" v="1656"/>
          <ac:spMkLst>
            <pc:docMk/>
            <pc:sldMk cId="0" sldId="277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5:40.107" v="1657"/>
          <ac:spMkLst>
            <pc:docMk/>
            <pc:sldMk cId="0" sldId="277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5:40.107" v="1658"/>
          <ac:spMkLst>
            <pc:docMk/>
            <pc:sldMk cId="0" sldId="277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5:40.122" v="1659"/>
          <ac:spMkLst>
            <pc:docMk/>
            <pc:sldMk cId="0" sldId="277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5:40.122" v="1660"/>
          <ac:spMkLst>
            <pc:docMk/>
            <pc:sldMk cId="0" sldId="277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5:40.607" v="1661"/>
          <ac:spMkLst>
            <pc:docMk/>
            <pc:sldMk cId="0" sldId="277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4:31.684" v="1589" actId="1076"/>
          <ac:spMkLst>
            <pc:docMk/>
            <pc:sldMk cId="0" sldId="277"/>
            <ac:spMk id="22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4:37.450" v="1592" actId="1076"/>
          <ac:spMkLst>
            <pc:docMk/>
            <pc:sldMk cId="0" sldId="277"/>
            <ac:spMk id="23" creationId="{00000000-0000-0000-0000-000000000000}"/>
          </ac:spMkLst>
        </pc:spChg>
        <pc:picChg chg="mod modCrop">
          <ac:chgData name="Alfonso Balandra Antelis" userId="S::abala@tec.mx::28ba9e3f-8dae-4bf5-851d-5bb8a2fa86a5" providerId="AD" clId="Web-{E693E1F9-329E-1457-FFDC-358577167051}" dt="2026-10-27T15:52:34.594" v="1862" actId="1076"/>
          <ac:picMkLst>
            <pc:docMk/>
            <pc:sldMk cId="0" sldId="277"/>
            <ac:picMk id="8" creationId="{00000000-0000-0000-0000-000000000000}"/>
          </ac:picMkLst>
        </pc:picChg>
      </pc:sldChg>
      <pc:sldChg chg="delSp modSp">
        <pc:chgData name="Alfonso Balandra Antelis" userId="S::abala@tec.mx::28ba9e3f-8dae-4bf5-851d-5bb8a2fa86a5" providerId="AD" clId="Web-{E693E1F9-329E-1457-FFDC-358577167051}" dt="2026-10-27T15:53:35.672" v="1915" actId="20577"/>
        <pc:sldMkLst>
          <pc:docMk/>
          <pc:sldMk cId="0" sldId="278"/>
        </pc:sldMkLst>
        <pc:spChg chg="del">
          <ac:chgData name="Alfonso Balandra Antelis" userId="S::abala@tec.mx::28ba9e3f-8dae-4bf5-851d-5bb8a2fa86a5" providerId="AD" clId="Web-{E693E1F9-329E-1457-FFDC-358577167051}" dt="2026-10-27T15:46:22.232" v="1666"/>
          <ac:spMkLst>
            <pc:docMk/>
            <pc:sldMk cId="0" sldId="278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5:46:20.670" v="1665"/>
          <ac:spMkLst>
            <pc:docMk/>
            <pc:sldMk cId="0" sldId="278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6:26.857" v="1667" actId="1076"/>
          <ac:spMkLst>
            <pc:docMk/>
            <pc:sldMk cId="0" sldId="278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6:26.873" v="1668" actId="1076"/>
          <ac:spMkLst>
            <pc:docMk/>
            <pc:sldMk cId="0" sldId="278"/>
            <ac:spMk id="6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5:46:32.373" v="1671"/>
          <ac:spMkLst>
            <pc:docMk/>
            <pc:sldMk cId="0" sldId="278"/>
            <ac:spMk id="7" creationId="{00000000-0000-0000-0000-000000000000}"/>
          </ac:spMkLst>
        </pc:spChg>
        <pc:spChg chg="del mod">
          <ac:chgData name="Alfonso Balandra Antelis" userId="S::abala@tec.mx::28ba9e3f-8dae-4bf5-851d-5bb8a2fa86a5" providerId="AD" clId="Web-{E693E1F9-329E-1457-FFDC-358577167051}" dt="2026-10-27T15:46:30.420" v="1670"/>
          <ac:spMkLst>
            <pc:docMk/>
            <pc:sldMk cId="0" sldId="278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8:58.342" v="1771" actId="1076"/>
          <ac:spMkLst>
            <pc:docMk/>
            <pc:sldMk cId="0" sldId="278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8:58.358" v="1772" actId="1076"/>
          <ac:spMkLst>
            <pc:docMk/>
            <pc:sldMk cId="0" sldId="278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8:58.374" v="1773" actId="1076"/>
          <ac:spMkLst>
            <pc:docMk/>
            <pc:sldMk cId="0" sldId="278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8:58.374" v="1774" actId="1076"/>
          <ac:spMkLst>
            <pc:docMk/>
            <pc:sldMk cId="0" sldId="278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8:58.389" v="1775" actId="1076"/>
          <ac:spMkLst>
            <pc:docMk/>
            <pc:sldMk cId="0" sldId="278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8:58.405" v="1776" actId="1076"/>
          <ac:spMkLst>
            <pc:docMk/>
            <pc:sldMk cId="0" sldId="278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8:58.421" v="1777" actId="1076"/>
          <ac:spMkLst>
            <pc:docMk/>
            <pc:sldMk cId="0" sldId="278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8:58.421" v="1778" actId="1076"/>
          <ac:spMkLst>
            <pc:docMk/>
            <pc:sldMk cId="0" sldId="278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2:46.563" v="1867" actId="14100"/>
          <ac:spMkLst>
            <pc:docMk/>
            <pc:sldMk cId="0" sldId="278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3:35.672" v="1915" actId="20577"/>
          <ac:spMkLst>
            <pc:docMk/>
            <pc:sldMk cId="0" sldId="278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3:01.016" v="1873" actId="1076"/>
          <ac:spMkLst>
            <pc:docMk/>
            <pc:sldMk cId="0" sldId="278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3:01.031" v="1874" actId="1076"/>
          <ac:spMkLst>
            <pc:docMk/>
            <pc:sldMk cId="0" sldId="278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2:55.891" v="1872" actId="1076"/>
          <ac:spMkLst>
            <pc:docMk/>
            <pc:sldMk cId="0" sldId="278"/>
            <ac:spMk id="22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2:52.688" v="1870" actId="1076"/>
          <ac:spMkLst>
            <pc:docMk/>
            <pc:sldMk cId="0" sldId="278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2:52.703" v="1871" actId="1076"/>
          <ac:spMkLst>
            <pc:docMk/>
            <pc:sldMk cId="0" sldId="278"/>
            <ac:spMk id="24" creationId="{00000000-0000-0000-0000-000000000000}"/>
          </ac:spMkLst>
        </pc:spChg>
        <pc:picChg chg="mod">
          <ac:chgData name="Alfonso Balandra Antelis" userId="S::abala@tec.mx::28ba9e3f-8dae-4bf5-851d-5bb8a2fa86a5" providerId="AD" clId="Web-{E693E1F9-329E-1457-FFDC-358577167051}" dt="2026-10-27T15:48:50.545" v="1770" actId="1076"/>
          <ac:picMkLst>
            <pc:docMk/>
            <pc:sldMk cId="0" sldId="278"/>
            <ac:picMk id="2" creationId="{00000000-0000-0000-0000-000000000000}"/>
          </ac:picMkLst>
        </pc:picChg>
        <pc:picChg chg="mod">
          <ac:chgData name="Alfonso Balandra Antelis" userId="S::abala@tec.mx::28ba9e3f-8dae-4bf5-851d-5bb8a2fa86a5" providerId="AD" clId="Web-{E693E1F9-329E-1457-FFDC-358577167051}" dt="2026-10-27T15:52:44.281" v="1866" actId="1076"/>
          <ac:picMkLst>
            <pc:docMk/>
            <pc:sldMk cId="0" sldId="278"/>
            <ac:picMk id="8" creationId="{00000000-0000-0000-0000-000000000000}"/>
          </ac:picMkLst>
        </pc:picChg>
      </pc:sldChg>
      <pc:sldChg chg="delSp modSp">
        <pc:chgData name="Alfonso Balandra Antelis" userId="S::abala@tec.mx::28ba9e3f-8dae-4bf5-851d-5bb8a2fa86a5" providerId="AD" clId="Web-{E693E1F9-329E-1457-FFDC-358577167051}" dt="2026-10-27T15:54:59.579" v="1931" actId="1076"/>
        <pc:sldMkLst>
          <pc:docMk/>
          <pc:sldMk cId="0" sldId="279"/>
        </pc:sldMkLst>
        <pc:spChg chg="del">
          <ac:chgData name="Alfonso Balandra Antelis" userId="S::abala@tec.mx::28ba9e3f-8dae-4bf5-851d-5bb8a2fa86a5" providerId="AD" clId="Web-{E693E1F9-329E-1457-FFDC-358577167051}" dt="2026-10-27T15:49:25.452" v="1786"/>
          <ac:spMkLst>
            <pc:docMk/>
            <pc:sldMk cId="0" sldId="279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5:49:23.499" v="1785"/>
          <ac:spMkLst>
            <pc:docMk/>
            <pc:sldMk cId="0" sldId="279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9:42.671" v="1792" actId="1076"/>
          <ac:spMkLst>
            <pc:docMk/>
            <pc:sldMk cId="0" sldId="279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49:42.686" v="1793" actId="1076"/>
          <ac:spMkLst>
            <pc:docMk/>
            <pc:sldMk cId="0" sldId="279"/>
            <ac:spMk id="6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5:49:51.046" v="1794"/>
          <ac:spMkLst>
            <pc:docMk/>
            <pc:sldMk cId="0" sldId="279"/>
            <ac:spMk id="7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5:49:52.843" v="1795"/>
          <ac:spMkLst>
            <pc:docMk/>
            <pc:sldMk cId="0" sldId="279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0:46.452" v="1834"/>
          <ac:spMkLst>
            <pc:docMk/>
            <pc:sldMk cId="0" sldId="279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0:57.515" v="1844" actId="1076"/>
          <ac:spMkLst>
            <pc:docMk/>
            <pc:sldMk cId="0" sldId="279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0:46.452" v="1836"/>
          <ac:spMkLst>
            <pc:docMk/>
            <pc:sldMk cId="0" sldId="279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0:57.531" v="1845" actId="1076"/>
          <ac:spMkLst>
            <pc:docMk/>
            <pc:sldMk cId="0" sldId="279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0:46.452" v="1838"/>
          <ac:spMkLst>
            <pc:docMk/>
            <pc:sldMk cId="0" sldId="279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0:57.546" v="1846" actId="1076"/>
          <ac:spMkLst>
            <pc:docMk/>
            <pc:sldMk cId="0" sldId="279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0:46.452" v="1840"/>
          <ac:spMkLst>
            <pc:docMk/>
            <pc:sldMk cId="0" sldId="279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0:57.562" v="1847" actId="1076"/>
          <ac:spMkLst>
            <pc:docMk/>
            <pc:sldMk cId="0" sldId="279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0:46.452" v="1842"/>
          <ac:spMkLst>
            <pc:docMk/>
            <pc:sldMk cId="0" sldId="279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0:57.578" v="1848" actId="1076"/>
          <ac:spMkLst>
            <pc:docMk/>
            <pc:sldMk cId="0" sldId="279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0:39.093" v="1833" actId="14100"/>
          <ac:spMkLst>
            <pc:docMk/>
            <pc:sldMk cId="0" sldId="279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0:32.421" v="1831" actId="20577"/>
          <ac:spMkLst>
            <pc:docMk/>
            <pc:sldMk cId="0" sldId="279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0:10.187" v="1818"/>
          <ac:spMkLst>
            <pc:docMk/>
            <pc:sldMk cId="0" sldId="279"/>
            <ac:spMk id="22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0:15.390" v="1823" actId="1076"/>
          <ac:spMkLst>
            <pc:docMk/>
            <pc:sldMk cId="0" sldId="279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4:59.563" v="1930" actId="1076"/>
          <ac:spMkLst>
            <pc:docMk/>
            <pc:sldMk cId="0" sldId="279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4:59.579" v="1931" actId="1076"/>
          <ac:spMkLst>
            <pc:docMk/>
            <pc:sldMk cId="0" sldId="279"/>
            <ac:spMk id="2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0:37.499" v="1832" actId="1076"/>
          <ac:spMkLst>
            <pc:docMk/>
            <pc:sldMk cId="0" sldId="279"/>
            <ac:spMk id="26" creationId="{00000000-0000-0000-0000-000000000000}"/>
          </ac:spMkLst>
        </pc:spChg>
        <pc:picChg chg="mod">
          <ac:chgData name="Alfonso Balandra Antelis" userId="S::abala@tec.mx::28ba9e3f-8dae-4bf5-851d-5bb8a2fa86a5" providerId="AD" clId="Web-{E693E1F9-329E-1457-FFDC-358577167051}" dt="2026-10-27T15:49:59.577" v="1802" actId="1076"/>
          <ac:picMkLst>
            <pc:docMk/>
            <pc:sldMk cId="0" sldId="279"/>
            <ac:picMk id="2" creationId="{00000000-0000-0000-0000-000000000000}"/>
          </ac:picMkLst>
        </pc:picChg>
        <pc:picChg chg="mod">
          <ac:chgData name="Alfonso Balandra Antelis" userId="S::abala@tec.mx::28ba9e3f-8dae-4bf5-851d-5bb8a2fa86a5" providerId="AD" clId="Web-{E693E1F9-329E-1457-FFDC-358577167051}" dt="2026-10-27T15:50:01.546" v="1804" actId="1076"/>
          <ac:picMkLst>
            <pc:docMk/>
            <pc:sldMk cId="0" sldId="279"/>
            <ac:picMk id="8" creationId="{00000000-0000-0000-0000-000000000000}"/>
          </ac:picMkLst>
        </pc:picChg>
      </pc:sldChg>
      <pc:sldChg chg="delSp modSp">
        <pc:chgData name="Alfonso Balandra Antelis" userId="S::abala@tec.mx::28ba9e3f-8dae-4bf5-851d-5bb8a2fa86a5" providerId="AD" clId="Web-{E693E1F9-329E-1457-FFDC-358577167051}" dt="2026-10-27T15:54:35.032" v="1929" actId="20577"/>
        <pc:sldMkLst>
          <pc:docMk/>
          <pc:sldMk cId="0" sldId="280"/>
        </pc:sldMkLst>
        <pc:spChg chg="del">
          <ac:chgData name="Alfonso Balandra Antelis" userId="S::abala@tec.mx::28ba9e3f-8dae-4bf5-851d-5bb8a2fa86a5" providerId="AD" clId="Web-{E693E1F9-329E-1457-FFDC-358577167051}" dt="2026-10-27T15:49:20.827" v="1784"/>
          <ac:spMkLst>
            <pc:docMk/>
            <pc:sldMk cId="0" sldId="280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5:49:18.983" v="1783"/>
          <ac:spMkLst>
            <pc:docMk/>
            <pc:sldMk cId="0" sldId="280"/>
            <ac:spMk id="4" creationId="{00000000-0000-0000-0000-000000000000}"/>
          </ac:spMkLst>
        </pc:spChg>
        <pc:spChg chg="del mod">
          <ac:chgData name="Alfonso Balandra Antelis" userId="S::abala@tec.mx::28ba9e3f-8dae-4bf5-851d-5bb8a2fa86a5" providerId="AD" clId="Web-{E693E1F9-329E-1457-FFDC-358577167051}" dt="2026-10-27T15:54:27.345" v="1920"/>
          <ac:spMkLst>
            <pc:docMk/>
            <pc:sldMk cId="0" sldId="280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4:35.032" v="1929" actId="20577"/>
          <ac:spMkLst>
            <pc:docMk/>
            <pc:sldMk cId="0" sldId="280"/>
            <ac:spMk id="9" creationId="{00000000-0000-0000-0000-000000000000}"/>
          </ac:spMkLst>
        </pc:spChg>
      </pc:sldChg>
      <pc:sldChg chg="delSp modSp">
        <pc:chgData name="Alfonso Balandra Antelis" userId="S::abala@tec.mx::28ba9e3f-8dae-4bf5-851d-5bb8a2fa86a5" providerId="AD" clId="Web-{E693E1F9-329E-1457-FFDC-358577167051}" dt="2026-10-27T15:58:43.862" v="2026" actId="1076"/>
        <pc:sldMkLst>
          <pc:docMk/>
          <pc:sldMk cId="0" sldId="281"/>
        </pc:sldMkLst>
        <pc:spChg chg="del">
          <ac:chgData name="Alfonso Balandra Antelis" userId="S::abala@tec.mx::28ba9e3f-8dae-4bf5-851d-5bb8a2fa86a5" providerId="AD" clId="Web-{E693E1F9-329E-1457-FFDC-358577167051}" dt="2026-10-27T15:55:05.860" v="1933"/>
          <ac:spMkLst>
            <pc:docMk/>
            <pc:sldMk cId="0" sldId="281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5:55:05.860" v="1932"/>
          <ac:spMkLst>
            <pc:docMk/>
            <pc:sldMk cId="0" sldId="281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5:11.095" v="1934" actId="1076"/>
          <ac:spMkLst>
            <pc:docMk/>
            <pc:sldMk cId="0" sldId="281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5:53.595" v="1962" actId="20577"/>
          <ac:spMkLst>
            <pc:docMk/>
            <pc:sldMk cId="0" sldId="281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6:00.048" v="1966"/>
          <ac:spMkLst>
            <pc:docMk/>
            <pc:sldMk cId="0" sldId="281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6:21.798" v="1976" actId="20577"/>
          <ac:spMkLst>
            <pc:docMk/>
            <pc:sldMk cId="0" sldId="281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6:00.048" v="1967"/>
          <ac:spMkLst>
            <pc:docMk/>
            <pc:sldMk cId="0" sldId="281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6:26.548" v="1979" actId="20577"/>
          <ac:spMkLst>
            <pc:docMk/>
            <pc:sldMk cId="0" sldId="281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6:00.095" v="1968"/>
          <ac:spMkLst>
            <pc:docMk/>
            <pc:sldMk cId="0" sldId="281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6:14.158" v="1974" actId="1076"/>
          <ac:spMkLst>
            <pc:docMk/>
            <pc:sldMk cId="0" sldId="281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8:43.862" v="2026" actId="1076"/>
          <ac:spMkLst>
            <pc:docMk/>
            <pc:sldMk cId="0" sldId="281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8:41.268" v="2025" actId="1076"/>
          <ac:spMkLst>
            <pc:docMk/>
            <pc:sldMk cId="0" sldId="281"/>
            <ac:spMk id="24" creationId="{00000000-0000-0000-0000-000000000000}"/>
          </ac:spMkLst>
        </pc:spChg>
      </pc:sldChg>
      <pc:sldChg chg="addSp delSp modSp">
        <pc:chgData name="Alfonso Balandra Antelis" userId="S::abala@tec.mx::28ba9e3f-8dae-4bf5-851d-5bb8a2fa86a5" providerId="AD" clId="Web-{E693E1F9-329E-1457-FFDC-358577167051}" dt="2026-10-27T16:01:13.035" v="2084" actId="1076"/>
        <pc:sldMkLst>
          <pc:docMk/>
          <pc:sldMk cId="0" sldId="282"/>
        </pc:sldMkLst>
        <pc:spChg chg="del">
          <ac:chgData name="Alfonso Balandra Antelis" userId="S::abala@tec.mx::28ba9e3f-8dae-4bf5-851d-5bb8a2fa86a5" providerId="AD" clId="Web-{E693E1F9-329E-1457-FFDC-358577167051}" dt="2026-10-27T15:58:49.612" v="2028"/>
          <ac:spMkLst>
            <pc:docMk/>
            <pc:sldMk cId="0" sldId="282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5:58:47.581" v="2027"/>
          <ac:spMkLst>
            <pc:docMk/>
            <pc:sldMk cId="0" sldId="282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8:53.049" v="2029" actId="1076"/>
          <ac:spMkLst>
            <pc:docMk/>
            <pc:sldMk cId="0" sldId="282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5:59:22.768" v="2038" actId="20577"/>
          <ac:spMkLst>
            <pc:docMk/>
            <pc:sldMk cId="0" sldId="282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0:38.441" v="2063" actId="14100"/>
          <ac:spMkLst>
            <pc:docMk/>
            <pc:sldMk cId="0" sldId="282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0:37.253" v="2061" actId="1076"/>
          <ac:spMkLst>
            <pc:docMk/>
            <pc:sldMk cId="0" sldId="282"/>
            <ac:spMk id="10" creationId="{00000000-0000-0000-0000-000000000000}"/>
          </ac:spMkLst>
        </pc:spChg>
        <pc:spChg chg="add del mod">
          <ac:chgData name="Alfonso Balandra Antelis" userId="S::abala@tec.mx::28ba9e3f-8dae-4bf5-851d-5bb8a2fa86a5" providerId="AD" clId="Web-{E693E1F9-329E-1457-FFDC-358577167051}" dt="2026-10-27T16:01:13.035" v="2084" actId="1076"/>
          <ac:spMkLst>
            <pc:docMk/>
            <pc:sldMk cId="0" sldId="282"/>
            <ac:spMk id="11" creationId="{00000000-0000-0000-0000-000000000000}"/>
          </ac:spMkLst>
        </pc:spChg>
        <pc:picChg chg="mod modCrop">
          <ac:chgData name="Alfonso Balandra Antelis" userId="S::abala@tec.mx::28ba9e3f-8dae-4bf5-851d-5bb8a2fa86a5" providerId="AD" clId="Web-{E693E1F9-329E-1457-FFDC-358577167051}" dt="2026-10-27T15:59:18.940" v="2035" actId="1076"/>
          <ac:picMkLst>
            <pc:docMk/>
            <pc:sldMk cId="0" sldId="282"/>
            <ac:picMk id="7" creationId="{00000000-0000-0000-0000-000000000000}"/>
          </ac:picMkLst>
        </pc:picChg>
        <pc:picChg chg="mod modCrop">
          <ac:chgData name="Alfonso Balandra Antelis" userId="S::abala@tec.mx::28ba9e3f-8dae-4bf5-851d-5bb8a2fa86a5" providerId="AD" clId="Web-{E693E1F9-329E-1457-FFDC-358577167051}" dt="2026-10-27T15:59:41.940" v="2042" actId="14100"/>
          <ac:picMkLst>
            <pc:docMk/>
            <pc:sldMk cId="0" sldId="282"/>
            <ac:picMk id="8" creationId="{00000000-0000-0000-0000-000000000000}"/>
          </ac:picMkLst>
        </pc:picChg>
      </pc:sldChg>
      <pc:sldChg chg="delSp modSp">
        <pc:chgData name="Alfonso Balandra Antelis" userId="S::abala@tec.mx::28ba9e3f-8dae-4bf5-851d-5bb8a2fa86a5" providerId="AD" clId="Web-{E693E1F9-329E-1457-FFDC-358577167051}" dt="2026-10-27T16:05:07.255" v="2210" actId="1076"/>
        <pc:sldMkLst>
          <pc:docMk/>
          <pc:sldMk cId="0" sldId="283"/>
        </pc:sldMkLst>
        <pc:spChg chg="del">
          <ac:chgData name="Alfonso Balandra Antelis" userId="S::abala@tec.mx::28ba9e3f-8dae-4bf5-851d-5bb8a2fa86a5" providerId="AD" clId="Web-{E693E1F9-329E-1457-FFDC-358577167051}" dt="2026-10-27T16:01:17.738" v="2086"/>
          <ac:spMkLst>
            <pc:docMk/>
            <pc:sldMk cId="0" sldId="283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6:01:15.988" v="2085"/>
          <ac:spMkLst>
            <pc:docMk/>
            <pc:sldMk cId="0" sldId="283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1:25.285" v="2090" actId="1076"/>
          <ac:spMkLst>
            <pc:docMk/>
            <pc:sldMk cId="0" sldId="283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1:27.175" v="2091" actId="1076"/>
          <ac:spMkLst>
            <pc:docMk/>
            <pc:sldMk cId="0" sldId="283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3:39.661" v="2176" actId="1076"/>
          <ac:spMkLst>
            <pc:docMk/>
            <pc:sldMk cId="0" sldId="283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2:11.160" v="2104"/>
          <ac:spMkLst>
            <pc:docMk/>
            <pc:sldMk cId="0" sldId="283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2:02.832" v="2096"/>
          <ac:spMkLst>
            <pc:docMk/>
            <pc:sldMk cId="0" sldId="283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2:11.160" v="2105"/>
          <ac:spMkLst>
            <pc:docMk/>
            <pc:sldMk cId="0" sldId="283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2:02.832" v="2097"/>
          <ac:spMkLst>
            <pc:docMk/>
            <pc:sldMk cId="0" sldId="283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2:11.160" v="2106"/>
          <ac:spMkLst>
            <pc:docMk/>
            <pc:sldMk cId="0" sldId="283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2:02.832" v="2098"/>
          <ac:spMkLst>
            <pc:docMk/>
            <pc:sldMk cId="0" sldId="283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2:11.207" v="2107"/>
          <ac:spMkLst>
            <pc:docMk/>
            <pc:sldMk cId="0" sldId="283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2:02.863" v="2099"/>
          <ac:spMkLst>
            <pc:docMk/>
            <pc:sldMk cId="0" sldId="283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5:07.224" v="2208" actId="1076"/>
          <ac:spMkLst>
            <pc:docMk/>
            <pc:sldMk cId="0" sldId="283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5:07.239" v="2209" actId="1076"/>
          <ac:spMkLst>
            <pc:docMk/>
            <pc:sldMk cId="0" sldId="283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5:07.255" v="2210" actId="1076"/>
          <ac:spMkLst>
            <pc:docMk/>
            <pc:sldMk cId="0" sldId="283"/>
            <ac:spMk id="20" creationId="{00000000-0000-0000-0000-000000000000}"/>
          </ac:spMkLst>
        </pc:spChg>
        <pc:picChg chg="mod">
          <ac:chgData name="Alfonso Balandra Antelis" userId="S::abala@tec.mx::28ba9e3f-8dae-4bf5-851d-5bb8a2fa86a5" providerId="AD" clId="Web-{E693E1F9-329E-1457-FFDC-358577167051}" dt="2026-10-27T16:01:22.050" v="2087" actId="1076"/>
          <ac:picMkLst>
            <pc:docMk/>
            <pc:sldMk cId="0" sldId="283"/>
            <ac:picMk id="7" creationId="{00000000-0000-0000-0000-000000000000}"/>
          </ac:picMkLst>
        </pc:picChg>
        <pc:picChg chg="mod">
          <ac:chgData name="Alfonso Balandra Antelis" userId="S::abala@tec.mx::28ba9e3f-8dae-4bf5-851d-5bb8a2fa86a5" providerId="AD" clId="Web-{E693E1F9-329E-1457-FFDC-358577167051}" dt="2026-10-27T16:01:22.082" v="2088" actId="1076"/>
          <ac:picMkLst>
            <pc:docMk/>
            <pc:sldMk cId="0" sldId="283"/>
            <ac:picMk id="8" creationId="{00000000-0000-0000-0000-000000000000}"/>
          </ac:picMkLst>
        </pc:picChg>
      </pc:sldChg>
      <pc:sldChg chg="addSp delSp modSp">
        <pc:chgData name="Alfonso Balandra Antelis" userId="S::abala@tec.mx::28ba9e3f-8dae-4bf5-851d-5bb8a2fa86a5" providerId="AD" clId="Web-{E693E1F9-329E-1457-FFDC-358577167051}" dt="2026-10-27T16:06:24.193" v="2256" actId="1076"/>
        <pc:sldMkLst>
          <pc:docMk/>
          <pc:sldMk cId="0" sldId="284"/>
        </pc:sldMkLst>
        <pc:spChg chg="del">
          <ac:chgData name="Alfonso Balandra Antelis" userId="S::abala@tec.mx::28ba9e3f-8dae-4bf5-851d-5bb8a2fa86a5" providerId="AD" clId="Web-{E693E1F9-329E-1457-FFDC-358577167051}" dt="2026-10-27T16:03:58.755" v="2184"/>
          <ac:spMkLst>
            <pc:docMk/>
            <pc:sldMk cId="0" sldId="284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E693E1F9-329E-1457-FFDC-358577167051}" dt="2026-10-27T16:03:57.114" v="2183"/>
          <ac:spMkLst>
            <pc:docMk/>
            <pc:sldMk cId="0" sldId="284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4:34.645" v="2200" actId="1076"/>
          <ac:spMkLst>
            <pc:docMk/>
            <pc:sldMk cId="0" sldId="284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5:32.771" v="2227" actId="14100"/>
          <ac:spMkLst>
            <pc:docMk/>
            <pc:sldMk cId="0" sldId="284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6:01.677" v="2240" actId="1076"/>
          <ac:spMkLst>
            <pc:docMk/>
            <pc:sldMk cId="0" sldId="284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6:01.693" v="2241" actId="1076"/>
          <ac:spMkLst>
            <pc:docMk/>
            <pc:sldMk cId="0" sldId="284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5:50.427" v="2234" actId="1076"/>
          <ac:spMkLst>
            <pc:docMk/>
            <pc:sldMk cId="0" sldId="284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5:50.443" v="2235" actId="1076"/>
          <ac:spMkLst>
            <pc:docMk/>
            <pc:sldMk cId="0" sldId="284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6:09.630" v="2243"/>
          <ac:spMkLst>
            <pc:docMk/>
            <pc:sldMk cId="0" sldId="284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6:14.709" v="2251" actId="1076"/>
          <ac:spMkLst>
            <pc:docMk/>
            <pc:sldMk cId="0" sldId="284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6:09.630" v="2245"/>
          <ac:spMkLst>
            <pc:docMk/>
            <pc:sldMk cId="0" sldId="284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6:20.834" v="2253" actId="1076"/>
          <ac:spMkLst>
            <pc:docMk/>
            <pc:sldMk cId="0" sldId="284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6:09.630" v="2247"/>
          <ac:spMkLst>
            <pc:docMk/>
            <pc:sldMk cId="0" sldId="284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6:20.834" v="2254" actId="1076"/>
          <ac:spMkLst>
            <pc:docMk/>
            <pc:sldMk cId="0" sldId="284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6:09.646" v="2249"/>
          <ac:spMkLst>
            <pc:docMk/>
            <pc:sldMk cId="0" sldId="284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E693E1F9-329E-1457-FFDC-358577167051}" dt="2026-10-27T16:06:20.849" v="2255" actId="1076"/>
          <ac:spMkLst>
            <pc:docMk/>
            <pc:sldMk cId="0" sldId="284"/>
            <ac:spMk id="20" creationId="{00000000-0000-0000-0000-000000000000}"/>
          </ac:spMkLst>
        </pc:spChg>
        <pc:spChg chg="add del mod">
          <ac:chgData name="Alfonso Balandra Antelis" userId="S::abala@tec.mx::28ba9e3f-8dae-4bf5-851d-5bb8a2fa86a5" providerId="AD" clId="Web-{E693E1F9-329E-1457-FFDC-358577167051}" dt="2026-10-27T16:04:25.255" v="2199"/>
          <ac:spMkLst>
            <pc:docMk/>
            <pc:sldMk cId="0" sldId="284"/>
            <ac:spMk id="21" creationId="{00000000-0000-0000-0000-000000000000}"/>
          </ac:spMkLst>
        </pc:spChg>
        <pc:picChg chg="mod">
          <ac:chgData name="Alfonso Balandra Antelis" userId="S::abala@tec.mx::28ba9e3f-8dae-4bf5-851d-5bb8a2fa86a5" providerId="AD" clId="Web-{E693E1F9-329E-1457-FFDC-358577167051}" dt="2026-10-27T16:06:24.193" v="2256" actId="1076"/>
          <ac:picMkLst>
            <pc:docMk/>
            <pc:sldMk cId="0" sldId="284"/>
            <ac:picMk id="2" creationId="{00000000-0000-0000-0000-000000000000}"/>
          </ac:picMkLst>
        </pc:picChg>
        <pc:picChg chg="mod">
          <ac:chgData name="Alfonso Balandra Antelis" userId="S::abala@tec.mx::28ba9e3f-8dae-4bf5-851d-5bb8a2fa86a5" providerId="AD" clId="Web-{E693E1F9-329E-1457-FFDC-358577167051}" dt="2026-10-27T16:06:02.599" v="2242" actId="1076"/>
          <ac:picMkLst>
            <pc:docMk/>
            <pc:sldMk cId="0" sldId="284"/>
            <ac:picMk id="7" creationId="{00000000-0000-0000-0000-000000000000}"/>
          </ac:picMkLst>
        </pc:picChg>
        <pc:picChg chg="mod">
          <ac:chgData name="Alfonso Balandra Antelis" userId="S::abala@tec.mx::28ba9e3f-8dae-4bf5-851d-5bb8a2fa86a5" providerId="AD" clId="Web-{E693E1F9-329E-1457-FFDC-358577167051}" dt="2026-10-27T16:05:52.427" v="2236" actId="1076"/>
          <ac:picMkLst>
            <pc:docMk/>
            <pc:sldMk cId="0" sldId="284"/>
            <ac:picMk id="8" creationId="{00000000-0000-0000-0000-000000000000}"/>
          </ac:picMkLst>
        </pc:picChg>
      </pc:sldChg>
    </pc:docChg>
  </pc:docChgLst>
  <pc:docChgLst>
    <pc:chgData name="Alfonso Balandra Antelis" userId="S::abala@tec.mx::28ba9e3f-8dae-4bf5-851d-5bb8a2fa86a5" providerId="AD" clId="Web-{00000000-0000-0000-0000-000000000000}"/>
    <pc:docChg chg="modSld">
      <pc:chgData name="Alfonso Balandra Antelis" userId="S::abala@tec.mx::28ba9e3f-8dae-4bf5-851d-5bb8a2fa86a5" providerId="AD" clId="Web-{00000000-0000-0000-0000-000000000000}" dt="2026-10-27T14:22:28.826" v="110" actId="20577"/>
      <pc:docMkLst>
        <pc:docMk/>
      </pc:docMkLst>
      <pc:sldChg chg="delSp modSp">
        <pc:chgData name="Alfonso Balandra Antelis" userId="S::abala@tec.mx::28ba9e3f-8dae-4bf5-851d-5bb8a2fa86a5" providerId="AD" clId="Web-{00000000-0000-0000-0000-000000000000}" dt="2026-10-27T14:19:58.357" v="18" actId="1076"/>
        <pc:sldMkLst>
          <pc:docMk/>
          <pc:sldMk cId="0" sldId="256"/>
        </pc:sldMkLst>
        <pc:spChg chg="del">
          <ac:chgData name="Alfonso Balandra Antelis" userId="S::abala@tec.mx::28ba9e3f-8dae-4bf5-851d-5bb8a2fa86a5" providerId="AD" clId="Web-{00000000-0000-0000-0000-000000000000}" dt="2026-10-27T14:18:43.952" v="3"/>
          <ac:spMkLst>
            <pc:docMk/>
            <pc:sldMk cId="0" sldId="256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7T14:18:41.483" v="2"/>
          <ac:spMkLst>
            <pc:docMk/>
            <pc:sldMk cId="0" sldId="256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7T14:18:46.295" v="4" actId="20577"/>
          <ac:spMkLst>
            <pc:docMk/>
            <pc:sldMk cId="0" sldId="256"/>
            <ac:spMk id="5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7T14:19:10.639" v="5"/>
          <ac:spMkLst>
            <pc:docMk/>
            <pc:sldMk cId="0" sldId="256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7T14:19:53.748" v="16" actId="14100"/>
          <ac:spMkLst>
            <pc:docMk/>
            <pc:sldMk cId="0" sldId="256"/>
            <ac:spMk id="10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7T14:19:13.108" v="6"/>
          <ac:spMkLst>
            <pc:docMk/>
            <pc:sldMk cId="0" sldId="256"/>
            <ac:spMk id="15" creationId="{00000000-0000-0000-0000-000000000000}"/>
          </ac:spMkLst>
        </pc:spChg>
        <pc:picChg chg="mod modCrop">
          <ac:chgData name="Alfonso Balandra Antelis" userId="S::abala@tec.mx::28ba9e3f-8dae-4bf5-851d-5bb8a2fa86a5" providerId="AD" clId="Web-{00000000-0000-0000-0000-000000000000}" dt="2026-10-27T14:19:58.357" v="18" actId="1076"/>
          <ac:picMkLst>
            <pc:docMk/>
            <pc:sldMk cId="0" sldId="256"/>
            <ac:picMk id="11" creationId="{00000000-0000-0000-0000-000000000000}"/>
          </ac:picMkLst>
        </pc:picChg>
      </pc:sldChg>
      <pc:sldChg chg="delSp modSp">
        <pc:chgData name="Alfonso Balandra Antelis" userId="S::abala@tec.mx::28ba9e3f-8dae-4bf5-851d-5bb8a2fa86a5" providerId="AD" clId="Web-{00000000-0000-0000-0000-000000000000}" dt="2026-10-27T14:22:13.826" v="103" actId="20577"/>
        <pc:sldMkLst>
          <pc:docMk/>
          <pc:sldMk cId="0" sldId="257"/>
        </pc:sldMkLst>
        <pc:spChg chg="mod">
          <ac:chgData name="Alfonso Balandra Antelis" userId="S::abala@tec.mx::28ba9e3f-8dae-4bf5-851d-5bb8a2fa86a5" providerId="AD" clId="Web-{00000000-0000-0000-0000-000000000000}" dt="2026-10-27T14:21:22.779" v="81" actId="1076"/>
          <ac:spMkLst>
            <pc:docMk/>
            <pc:sldMk cId="0" sldId="257"/>
            <ac:spMk id="5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7T14:21:20.841" v="80"/>
          <ac:spMkLst>
            <pc:docMk/>
            <pc:sldMk cId="0" sldId="257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7T14:21:12.217" v="75"/>
          <ac:spMkLst>
            <pc:docMk/>
            <pc:sldMk cId="0" sldId="257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7T14:21:49.857" v="90" actId="20577"/>
          <ac:spMkLst>
            <pc:docMk/>
            <pc:sldMk cId="0" sldId="257"/>
            <ac:spMk id="11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7T14:21:02.685" v="64"/>
          <ac:spMkLst>
            <pc:docMk/>
            <pc:sldMk cId="0" sldId="257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7T14:21:12.217" v="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7T14:20:44.810" v="56" actId="1076"/>
          <ac:spMkLst>
            <pc:docMk/>
            <pc:sldMk cId="0" sldId="257"/>
            <ac:spMk id="1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7T14:21:02.685" v="63"/>
          <ac:spMkLst>
            <pc:docMk/>
            <pc:sldMk cId="0" sldId="257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7T14:21:12.217" v="77"/>
          <ac:spMkLst>
            <pc:docMk/>
            <pc:sldMk cId="0" sldId="257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7T14:21:59.576" v="95" actId="20577"/>
          <ac:spMkLst>
            <pc:docMk/>
            <pc:sldMk cId="0" sldId="257"/>
            <ac:spMk id="2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7T14:21:02.685" v="62"/>
          <ac:spMkLst>
            <pc:docMk/>
            <pc:sldMk cId="0" sldId="257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7T14:21:12.217" v="78"/>
          <ac:spMkLst>
            <pc:docMk/>
            <pc:sldMk cId="0" sldId="257"/>
            <ac:spMk id="2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7T14:22:06.966" v="100" actId="20577"/>
          <ac:spMkLst>
            <pc:docMk/>
            <pc:sldMk cId="0" sldId="257"/>
            <ac:spMk id="29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7T14:21:02.685" v="61"/>
          <ac:spMkLst>
            <pc:docMk/>
            <pc:sldMk cId="0" sldId="257"/>
            <ac:spMk id="3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7T14:21:12.295" v="79"/>
          <ac:spMkLst>
            <pc:docMk/>
            <pc:sldMk cId="0" sldId="257"/>
            <ac:spMk id="3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7T14:22:13.826" v="103" actId="20577"/>
          <ac:spMkLst>
            <pc:docMk/>
            <pc:sldMk cId="0" sldId="257"/>
            <ac:spMk id="35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7T14:21:02.685" v="60"/>
          <ac:spMkLst>
            <pc:docMk/>
            <pc:sldMk cId="0" sldId="257"/>
            <ac:spMk id="3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7T14:20:39.670" v="54" actId="20577"/>
          <ac:spMkLst>
            <pc:docMk/>
            <pc:sldMk cId="0" sldId="257"/>
            <ac:spMk id="37" creationId="{00000000-0000-0000-0000-000000000000}"/>
          </ac:spMkLst>
        </pc:spChg>
      </pc:sldChg>
      <pc:sldChg chg="delSp modSp">
        <pc:chgData name="Alfonso Balandra Antelis" userId="S::abala@tec.mx::28ba9e3f-8dae-4bf5-851d-5bb8a2fa86a5" providerId="AD" clId="Web-{00000000-0000-0000-0000-000000000000}" dt="2026-10-27T14:22:28.826" v="110" actId="20577"/>
        <pc:sldMkLst>
          <pc:docMk/>
          <pc:sldMk cId="0" sldId="258"/>
        </pc:sldMkLst>
        <pc:spChg chg="mod">
          <ac:chgData name="Alfonso Balandra Antelis" userId="S::abala@tec.mx::28ba9e3f-8dae-4bf5-851d-5bb8a2fa86a5" providerId="AD" clId="Web-{00000000-0000-0000-0000-000000000000}" dt="2026-10-27T14:22:28.826" v="110" actId="20577"/>
          <ac:spMkLst>
            <pc:docMk/>
            <pc:sldMk cId="0" sldId="258"/>
            <ac:spMk id="8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7T14:22:19.982" v="105"/>
          <ac:spMkLst>
            <pc:docMk/>
            <pc:sldMk cId="0" sldId="258"/>
            <ac:spMk id="9" creationId="{00000000-0000-0000-0000-000000000000}"/>
          </ac:spMkLst>
        </pc:spChg>
      </pc:sldChg>
    </pc:docChg>
  </pc:docChgLst>
  <pc:docChgLst>
    <pc:chgData name="Alfonso Balandra Antelis" userId="S::abala@tec.mx::28ba9e3f-8dae-4bf5-851d-5bb8a2fa86a5" providerId="AD" clId="Web-{6A317D23-4DAB-7E31-C8D3-88D8CD03B9BC}"/>
    <pc:docChg chg="delSld modSld">
      <pc:chgData name="Alfonso Balandra Antelis" userId="S::abala@tec.mx::28ba9e3f-8dae-4bf5-851d-5bb8a2fa86a5" providerId="AD" clId="Web-{6A317D23-4DAB-7E31-C8D3-88D8CD03B9BC}" dt="2026-10-27T16:57:55.322" v="275" actId="20577"/>
      <pc:docMkLst>
        <pc:docMk/>
      </pc:docMkLst>
      <pc:sldChg chg="modSp">
        <pc:chgData name="Alfonso Balandra Antelis" userId="S::abala@tec.mx::28ba9e3f-8dae-4bf5-851d-5bb8a2fa86a5" providerId="AD" clId="Web-{6A317D23-4DAB-7E31-C8D3-88D8CD03B9BC}" dt="2026-10-27T16:57:55.322" v="275" actId="20577"/>
        <pc:sldMkLst>
          <pc:docMk/>
          <pc:sldMk cId="0" sldId="256"/>
        </pc:sldMkLst>
        <pc:spChg chg="mod">
          <ac:chgData name="Alfonso Balandra Antelis" userId="S::abala@tec.mx::28ba9e3f-8dae-4bf5-851d-5bb8a2fa86a5" providerId="AD" clId="Web-{6A317D23-4DAB-7E31-C8D3-88D8CD03B9BC}" dt="2026-10-27T16:57:55.322" v="275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7:42.260" v="249" actId="1076"/>
          <ac:spMkLst>
            <pc:docMk/>
            <pc:sldMk cId="0" sldId="256"/>
            <ac:spMk id="7" creationId="{00000000-0000-0000-0000-000000000000}"/>
          </ac:spMkLst>
        </pc:spChg>
      </pc:sldChg>
      <pc:sldChg chg="modSp">
        <pc:chgData name="Alfonso Balandra Antelis" userId="S::abala@tec.mx::28ba9e3f-8dae-4bf5-851d-5bb8a2fa86a5" providerId="AD" clId="Web-{6A317D23-4DAB-7E31-C8D3-88D8CD03B9BC}" dt="2026-10-27T16:50:09.352" v="3" actId="20577"/>
        <pc:sldMkLst>
          <pc:docMk/>
          <pc:sldMk cId="0" sldId="272"/>
        </pc:sldMkLst>
        <pc:spChg chg="mod">
          <ac:chgData name="Alfonso Balandra Antelis" userId="S::abala@tec.mx::28ba9e3f-8dae-4bf5-851d-5bb8a2fa86a5" providerId="AD" clId="Web-{6A317D23-4DAB-7E31-C8D3-88D8CD03B9BC}" dt="2026-10-27T16:50:09.352" v="3" actId="20577"/>
          <ac:spMkLst>
            <pc:docMk/>
            <pc:sldMk cId="0" sldId="272"/>
            <ac:spMk id="17" creationId="{00000000-0000-0000-0000-000000000000}"/>
          </ac:spMkLst>
        </pc:spChg>
      </pc:sldChg>
      <pc:sldChg chg="addSp modSp">
        <pc:chgData name="Alfonso Balandra Antelis" userId="S::abala@tec.mx::28ba9e3f-8dae-4bf5-851d-5bb8a2fa86a5" providerId="AD" clId="Web-{6A317D23-4DAB-7E31-C8D3-88D8CD03B9BC}" dt="2026-10-27T16:51:15.961" v="15" actId="14100"/>
        <pc:sldMkLst>
          <pc:docMk/>
          <pc:sldMk cId="0" sldId="282"/>
        </pc:sldMkLst>
        <pc:spChg chg="add mod">
          <ac:chgData name="Alfonso Balandra Antelis" userId="S::abala@tec.mx::28ba9e3f-8dae-4bf5-851d-5bb8a2fa86a5" providerId="AD" clId="Web-{6A317D23-4DAB-7E31-C8D3-88D8CD03B9BC}" dt="2026-10-27T16:51:01.899" v="10"/>
          <ac:spMkLst>
            <pc:docMk/>
            <pc:sldMk cId="0" sldId="282"/>
            <ac:spMk id="3" creationId="{096D88F3-30DC-1F82-13C1-11631D1012BC}"/>
          </ac:spMkLst>
        </pc:spChg>
        <pc:spChg chg="add mod">
          <ac:chgData name="Alfonso Balandra Antelis" userId="S::abala@tec.mx::28ba9e3f-8dae-4bf5-851d-5bb8a2fa86a5" providerId="AD" clId="Web-{6A317D23-4DAB-7E31-C8D3-88D8CD03B9BC}" dt="2026-10-27T16:51:15.961" v="15" actId="14100"/>
          <ac:spMkLst>
            <pc:docMk/>
            <pc:sldMk cId="0" sldId="282"/>
            <ac:spMk id="4" creationId="{EDC75375-3984-819C-081D-2254D992F186}"/>
          </ac:spMkLst>
        </pc:spChg>
        <pc:picChg chg="mod">
          <ac:chgData name="Alfonso Balandra Antelis" userId="S::abala@tec.mx::28ba9e3f-8dae-4bf5-851d-5bb8a2fa86a5" providerId="AD" clId="Web-{6A317D23-4DAB-7E31-C8D3-88D8CD03B9BC}" dt="2026-10-27T16:51:08.055" v="13" actId="1076"/>
          <ac:picMkLst>
            <pc:docMk/>
            <pc:sldMk cId="0" sldId="282"/>
            <ac:picMk id="7" creationId="{00000000-0000-0000-0000-000000000000}"/>
          </ac:picMkLst>
        </pc:picChg>
      </pc:sldChg>
      <pc:sldChg chg="modSp">
        <pc:chgData name="Alfonso Balandra Antelis" userId="S::abala@tec.mx::28ba9e3f-8dae-4bf5-851d-5bb8a2fa86a5" providerId="AD" clId="Web-{6A317D23-4DAB-7E31-C8D3-88D8CD03B9BC}" dt="2026-10-27T16:51:22.868" v="17" actId="1076"/>
        <pc:sldMkLst>
          <pc:docMk/>
          <pc:sldMk cId="0" sldId="283"/>
        </pc:sldMkLst>
        <pc:spChg chg="mod">
          <ac:chgData name="Alfonso Balandra Antelis" userId="S::abala@tec.mx::28ba9e3f-8dae-4bf5-851d-5bb8a2fa86a5" providerId="AD" clId="Web-{6A317D23-4DAB-7E31-C8D3-88D8CD03B9BC}" dt="2026-10-27T16:51:22.868" v="17" actId="1076"/>
          <ac:spMkLst>
            <pc:docMk/>
            <pc:sldMk cId="0" sldId="283"/>
            <ac:spMk id="9" creationId="{00000000-0000-0000-0000-000000000000}"/>
          </ac:spMkLst>
        </pc:spChg>
      </pc:sldChg>
      <pc:sldChg chg="delSp modSp">
        <pc:chgData name="Alfonso Balandra Antelis" userId="S::abala@tec.mx::28ba9e3f-8dae-4bf5-851d-5bb8a2fa86a5" providerId="AD" clId="Web-{6A317D23-4DAB-7E31-C8D3-88D8CD03B9BC}" dt="2026-10-27T16:53:43.275" v="94" actId="1076"/>
        <pc:sldMkLst>
          <pc:docMk/>
          <pc:sldMk cId="0" sldId="285"/>
        </pc:sldMkLst>
        <pc:spChg chg="del">
          <ac:chgData name="Alfonso Balandra Antelis" userId="S::abala@tec.mx::28ba9e3f-8dae-4bf5-851d-5bb8a2fa86a5" providerId="AD" clId="Web-{6A317D23-4DAB-7E31-C8D3-88D8CD03B9BC}" dt="2026-10-27T16:51:40.680" v="19"/>
          <ac:spMkLst>
            <pc:docMk/>
            <pc:sldMk cId="0" sldId="285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6A317D23-4DAB-7E31-C8D3-88D8CD03B9BC}" dt="2026-10-27T16:51:39.024" v="18"/>
          <ac:spMkLst>
            <pc:docMk/>
            <pc:sldMk cId="0" sldId="285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1:43.165" v="20" actId="1076"/>
          <ac:spMkLst>
            <pc:docMk/>
            <pc:sldMk cId="0" sldId="285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2:11.009" v="46" actId="20577"/>
          <ac:spMkLst>
            <pc:docMk/>
            <pc:sldMk cId="0" sldId="285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3:22.681" v="87" actId="1076"/>
          <ac:spMkLst>
            <pc:docMk/>
            <pc:sldMk cId="0" sldId="285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3:10.712" v="78"/>
          <ac:spMkLst>
            <pc:docMk/>
            <pc:sldMk cId="0" sldId="285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3:22.696" v="88" actId="1076"/>
          <ac:spMkLst>
            <pc:docMk/>
            <pc:sldMk cId="0" sldId="285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3:10.712" v="79"/>
          <ac:spMkLst>
            <pc:docMk/>
            <pc:sldMk cId="0" sldId="285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3:22.712" v="89" actId="1076"/>
          <ac:spMkLst>
            <pc:docMk/>
            <pc:sldMk cId="0" sldId="285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3:10.712" v="80"/>
          <ac:spMkLst>
            <pc:docMk/>
            <pc:sldMk cId="0" sldId="285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3:22.728" v="90" actId="1076"/>
          <ac:spMkLst>
            <pc:docMk/>
            <pc:sldMk cId="0" sldId="285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3:10.712" v="81"/>
          <ac:spMkLst>
            <pc:docMk/>
            <pc:sldMk cId="0" sldId="285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3:10.790" v="82"/>
          <ac:spMkLst>
            <pc:docMk/>
            <pc:sldMk cId="0" sldId="285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3:43.259" v="93" actId="1076"/>
          <ac:spMkLst>
            <pc:docMk/>
            <pc:sldMk cId="0" sldId="285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3:43.275" v="94" actId="1076"/>
          <ac:spMkLst>
            <pc:docMk/>
            <pc:sldMk cId="0" sldId="285"/>
            <ac:spMk id="18" creationId="{00000000-0000-0000-0000-000000000000}"/>
          </ac:spMkLst>
        </pc:spChg>
        <pc:spChg chg="del mod">
          <ac:chgData name="Alfonso Balandra Antelis" userId="S::abala@tec.mx::28ba9e3f-8dae-4bf5-851d-5bb8a2fa86a5" providerId="AD" clId="Web-{6A317D23-4DAB-7E31-C8D3-88D8CD03B9BC}" dt="2026-10-27T16:52:34.118" v="59"/>
          <ac:spMkLst>
            <pc:docMk/>
            <pc:sldMk cId="0" sldId="285"/>
            <ac:spMk id="19" creationId="{00000000-0000-0000-0000-000000000000}"/>
          </ac:spMkLst>
        </pc:spChg>
        <pc:picChg chg="mod">
          <ac:chgData name="Alfonso Balandra Antelis" userId="S::abala@tec.mx::28ba9e3f-8dae-4bf5-851d-5bb8a2fa86a5" providerId="AD" clId="Web-{6A317D23-4DAB-7E31-C8D3-88D8CD03B9BC}" dt="2026-10-27T16:52:46.243" v="65" actId="1076"/>
          <ac:picMkLst>
            <pc:docMk/>
            <pc:sldMk cId="0" sldId="285"/>
            <ac:picMk id="7" creationId="{00000000-0000-0000-0000-000000000000}"/>
          </ac:picMkLst>
        </pc:picChg>
      </pc:sldChg>
      <pc:sldChg chg="delSp modSp">
        <pc:chgData name="Alfonso Balandra Antelis" userId="S::abala@tec.mx::28ba9e3f-8dae-4bf5-851d-5bb8a2fa86a5" providerId="AD" clId="Web-{6A317D23-4DAB-7E31-C8D3-88D8CD03B9BC}" dt="2026-10-27T16:57:05.869" v="218" actId="1076"/>
        <pc:sldMkLst>
          <pc:docMk/>
          <pc:sldMk cId="0" sldId="286"/>
        </pc:sldMkLst>
        <pc:spChg chg="del">
          <ac:chgData name="Alfonso Balandra Antelis" userId="S::abala@tec.mx::28ba9e3f-8dae-4bf5-851d-5bb8a2fa86a5" providerId="AD" clId="Web-{6A317D23-4DAB-7E31-C8D3-88D8CD03B9BC}" dt="2026-10-27T16:54:13.368" v="115"/>
          <ac:spMkLst>
            <pc:docMk/>
            <pc:sldMk cId="0" sldId="286"/>
            <ac:spMk id="3" creationId="{00000000-0000-0000-0000-000000000000}"/>
          </ac:spMkLst>
        </pc:spChg>
        <pc:spChg chg="del">
          <ac:chgData name="Alfonso Balandra Antelis" userId="S::abala@tec.mx::28ba9e3f-8dae-4bf5-851d-5bb8a2fa86a5" providerId="AD" clId="Web-{6A317D23-4DAB-7E31-C8D3-88D8CD03B9BC}" dt="2026-10-27T16:54:10.884" v="114"/>
          <ac:spMkLst>
            <pc:docMk/>
            <pc:sldMk cId="0" sldId="286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4:17.384" v="116" actId="1076"/>
          <ac:spMkLst>
            <pc:docMk/>
            <pc:sldMk cId="0" sldId="286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4:17.400" v="117" actId="1076"/>
          <ac:spMkLst>
            <pc:docMk/>
            <pc:sldMk cId="0" sldId="286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4:35.790" v="126"/>
          <ac:spMkLst>
            <pc:docMk/>
            <pc:sldMk cId="0" sldId="286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4:27.915" v="122" actId="1076"/>
          <ac:spMkLst>
            <pc:docMk/>
            <pc:sldMk cId="0" sldId="286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4:35.790" v="127"/>
          <ac:spMkLst>
            <pc:docMk/>
            <pc:sldMk cId="0" sldId="286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4:27.931" v="123" actId="1076"/>
          <ac:spMkLst>
            <pc:docMk/>
            <pc:sldMk cId="0" sldId="286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4:35.790" v="128"/>
          <ac:spMkLst>
            <pc:docMk/>
            <pc:sldMk cId="0" sldId="286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4:27.947" v="124" actId="1076"/>
          <ac:spMkLst>
            <pc:docMk/>
            <pc:sldMk cId="0" sldId="286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4:35.837" v="129"/>
          <ac:spMkLst>
            <pc:docMk/>
            <pc:sldMk cId="0" sldId="286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4:27.962" v="125" actId="1076"/>
          <ac:spMkLst>
            <pc:docMk/>
            <pc:sldMk cId="0" sldId="286"/>
            <ac:spMk id="26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6:38.775" v="201" actId="14100"/>
          <ac:spMkLst>
            <pc:docMk/>
            <pc:sldMk cId="0" sldId="286"/>
            <ac:spMk id="27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6:59.697" v="216" actId="20577"/>
          <ac:spMkLst>
            <pc:docMk/>
            <pc:sldMk cId="0" sldId="286"/>
            <ac:spMk id="28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6:44.338" v="203" actId="1076"/>
          <ac:spMkLst>
            <pc:docMk/>
            <pc:sldMk cId="0" sldId="286"/>
            <ac:spMk id="29" creationId="{00000000-0000-0000-0000-000000000000}"/>
          </ac:spMkLst>
        </pc:spChg>
        <pc:spChg chg="del">
          <ac:chgData name="Alfonso Balandra Antelis" userId="S::abala@tec.mx::28ba9e3f-8dae-4bf5-851d-5bb8a2fa86a5" providerId="AD" clId="Web-{6A317D23-4DAB-7E31-C8D3-88D8CD03B9BC}" dt="2026-10-27T16:56:36.978" v="200"/>
          <ac:spMkLst>
            <pc:docMk/>
            <pc:sldMk cId="0" sldId="286"/>
            <ac:spMk id="30" creationId="{00000000-0000-0000-0000-000000000000}"/>
          </ac:spMkLst>
        </pc:spChg>
        <pc:spChg chg="del mod">
          <ac:chgData name="Alfonso Balandra Antelis" userId="S::abala@tec.mx::28ba9e3f-8dae-4bf5-851d-5bb8a2fa86a5" providerId="AD" clId="Web-{6A317D23-4DAB-7E31-C8D3-88D8CD03B9BC}" dt="2026-10-27T16:56:36.978" v="199"/>
          <ac:spMkLst>
            <pc:docMk/>
            <pc:sldMk cId="0" sldId="286"/>
            <ac:spMk id="31" creationId="{00000000-0000-0000-0000-000000000000}"/>
          </ac:spMkLst>
        </pc:spChg>
        <pc:spChg chg="del mod">
          <ac:chgData name="Alfonso Balandra Antelis" userId="S::abala@tec.mx::28ba9e3f-8dae-4bf5-851d-5bb8a2fa86a5" providerId="AD" clId="Web-{6A317D23-4DAB-7E31-C8D3-88D8CD03B9BC}" dt="2026-10-27T16:56:36.978" v="198"/>
          <ac:spMkLst>
            <pc:docMk/>
            <pc:sldMk cId="0" sldId="286"/>
            <ac:spMk id="32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4:06.712" v="111" actId="1076"/>
          <ac:spMkLst>
            <pc:docMk/>
            <pc:sldMk cId="0" sldId="286"/>
            <ac:spMk id="33" creationId="{00000000-0000-0000-0000-000000000000}"/>
          </ac:spMkLst>
        </pc:spChg>
        <pc:spChg chg="mod">
          <ac:chgData name="Alfonso Balandra Antelis" userId="S::abala@tec.mx::28ba9e3f-8dae-4bf5-851d-5bb8a2fa86a5" providerId="AD" clId="Web-{6A317D23-4DAB-7E31-C8D3-88D8CD03B9BC}" dt="2026-10-27T16:57:05.869" v="218" actId="1076"/>
          <ac:spMkLst>
            <pc:docMk/>
            <pc:sldMk cId="0" sldId="286"/>
            <ac:spMk id="34" creationId="{00000000-0000-0000-0000-000000000000}"/>
          </ac:spMkLst>
        </pc:spChg>
      </pc:sldChg>
      <pc:sldChg chg="del">
        <pc:chgData name="Alfonso Balandra Antelis" userId="S::abala@tec.mx::28ba9e3f-8dae-4bf5-851d-5bb8a2fa86a5" providerId="AD" clId="Web-{6A317D23-4DAB-7E31-C8D3-88D8CD03B9BC}" dt="2026-10-27T16:57:09.338" v="219"/>
        <pc:sldMkLst>
          <pc:docMk/>
          <pc:sldMk cId="0" sldId="287"/>
        </pc:sldMkLst>
      </pc:sldChg>
      <pc:sldChg chg="modSp">
        <pc:chgData name="Alfonso Balandra Antelis" userId="S::abala@tec.mx::28ba9e3f-8dae-4bf5-851d-5bb8a2fa86a5" providerId="AD" clId="Web-{6A317D23-4DAB-7E31-C8D3-88D8CD03B9BC}" dt="2026-10-27T16:57:32.213" v="248" actId="20577"/>
        <pc:sldMkLst>
          <pc:docMk/>
          <pc:sldMk cId="0" sldId="288"/>
        </pc:sldMkLst>
        <pc:spChg chg="mod">
          <ac:chgData name="Alfonso Balandra Antelis" userId="S::abala@tec.mx::28ba9e3f-8dae-4bf5-851d-5bb8a2fa86a5" providerId="AD" clId="Web-{6A317D23-4DAB-7E31-C8D3-88D8CD03B9BC}" dt="2026-10-27T16:57:32.213" v="248" actId="20577"/>
          <ac:spMkLst>
            <pc:docMk/>
            <pc:sldMk cId="0" sldId="288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9088DD-91DC-42C4-A8B4-B7C94DEED2C4}" type="datetimeFigureOut">
              <a:t>27/10/2026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03450-0765-405A-8114-5EF9D21240A7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06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Bienvenida al T8.6. Hoy pasamos de cero a un cubo que se mueve con WASD y cae por gravedad.</a:t>
            </a:r>
          </a:p>
          <a:p>
            <a:r>
              <a:t>El objetivo no es memorizar menús: es entender el flujo Hub → proyecto → escena → script → física.</a:t>
            </a:r>
          </a:p>
          <a:p>
            <a:r>
              <a:t>Al final depuramos la rotación con VS Code y el editor de 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Recorrido en cinco bloques: instalar, conocer el editor, armar la escena, escribir el código y agregar física/depuración.</a:t>
            </a:r>
          </a:p>
          <a:p>
            <a:r>
              <a:t>Si el grupo ya tiene Unity instalado, el bloque 1 se puede resolver rápido.</a:t>
            </a:r>
          </a:p>
          <a:p>
            <a:r>
              <a:t>Avisar que el código completo está en T8-6_content/CubeMove.cs.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Bloque 1. Instalar Unity Hub, crear la cuenta, activar la licencia Personal y crear un proyecto con la plantilla Universal 3D (URP).</a:t>
            </a:r>
          </a:p>
          <a:p>
            <a:r>
              <a:t>Es importante usar la misma versión de Unity en todo el equipo para evitar diferencias al abrir 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Hub es la puerta de entrada: administra proyectos, instalaciones y plantillas.</a:t>
            </a:r>
          </a:p>
          <a:p>
            <a:r>
              <a:t>Projects muestra la lista; New project crea uno; Installs descarga o cambia la versión del editor.</a:t>
            </a:r>
          </a:p>
          <a:p>
            <a:r>
              <a:t>Templates incluye Universal 3D, que ya trae URP configurado. La licencia se activa desde el Hub, no desde el editor.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Descargar el Hub desde unity.com/download, instalarlo y crear una Unity ID gratuita.</a:t>
            </a:r>
          </a:p>
          <a:p>
            <a:r>
              <a:t>En el Hub: Preferences → Licenses → Add → Get a free personal license.</a:t>
            </a:r>
          </a:p>
          <a:p>
            <a:r>
              <a:t>Unity Personal es gratis para ingresos y fondos menores a 200 mil USD al año.</a:t>
            </a:r>
          </a:p>
          <a:p>
            <a:r>
              <a:t>Unity 6.3 requiere Windows 10 21H1+, macOS 13+ o Ubuntu 22.04+, 8 GB de RAM mínimo y GPU compatible.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New project → Universal 3D. Verificar la versión 6000.3.26f1 LTS, el nombre Unity_Intro y una carpeta local.</a:t>
            </a:r>
          </a:p>
          <a:p>
            <a:r>
              <a:t>Create project tarda porque importa paquetes. URP es el render pipeline del curso y la plantilla ya lo configura.</a:t>
            </a:r>
          </a:p>
          <a:p>
            <a:r>
              <a:t>No usar la plantilla 3D (Built-In Render Pipeline) para este taller porque no trae URP.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proyecto aparece en Projects. Doble clic o botón Open.</a:t>
            </a:r>
          </a:p>
          <a:p>
            <a:r>
              <a:t>La primera importación puede tardar varios minutos; no cerrar el editor.</a:t>
            </a:r>
          </a:p>
          <a:p>
            <a:r>
              <a:t>Al abrir, guardar la escena con Ctrl/Cmd+S. Si Unity pide actualizar paquetes, aceptar y esperar.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Bloque 2. Conocer las ventanas del editor. No hace falta memorizar todo hoy: la idea es saber dónde buscar.</a:t>
            </a:r>
          </a:p>
          <a:p>
            <a:r>
              <a:t>La barra superior concentra Play, Pause y Step. Los cambios hechos en Play mode se pierden al salir.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Recorrer la pantalla con el grupo: 1 barra superior (Play/Pause/Step), 2 Hierarchy (objetos), 3 Scene (taller 3D),</a:t>
            </a:r>
          </a:p>
          <a:p>
            <a:r>
              <a:t>4 Game (cámara del juego), 5 Inspector (componentes), 6 Project/Assets (archivos) y 7 Console (errores y mensajes).</a:t>
            </a:r>
          </a:p>
          <a:p>
            <a:r>
              <a:t>Scene y Game no son lo mismo: Scene es para editar; Game es lo que ve el jugador.</a:t>
            </a:r>
          </a:p>
          <a:p>
            <a:r>
              <a:t>Si no aparece la Console: Window → General →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Hierarchy: lista y jerarquía de objetos; arrastrar uno sobre otro para crear padre/hijo.</a:t>
            </a:r>
          </a:p>
          <a:p>
            <a:r>
              <a:t>Scene: mover, rotar y escalar con el gizmo. Game: resultado desde la cámara del juego.</a:t>
            </a:r>
          </a:p>
          <a:p>
            <a:r>
              <a:t>Inspector: componentes del objeto seleccionado; aquí se usa Add Component.</a:t>
            </a:r>
          </a:p>
          <a:p>
            <a:r>
              <a:t>Project (Assets): escenas, scripts, materiales y texturas; no mover archivos por fuera de Unity.</a:t>
            </a:r>
          </a:p>
          <a:p>
            <a:r>
              <a:t>Console: errores, advertencias y Debug.Log; doble clic en un error lleva a la línea.</a:t>
            </a:r>
          </a:p>
          <a:p>
            <a:r>
              <a:t>En Scene: clic derecho + WASD para volar, scroll para acercar, Alt + clic para orbitar y F para enfocar el objeto seleccionado.</a:t>
            </a:r>
          </a:p>
          <a:p>
            <a:r>
              <a:t>La barra superior tiene Play, Pause y Step: probar sin miedo, pero recordar que los cambios en Play mode no se guardan.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Bloque 3. Armar la escena: plano, cubo y script.</a:t>
            </a:r>
          </a:p>
          <a:p>
            <a:r>
              <a:t>El plano es el piso; el cubo es el GameObject que se mueve; el script es el componente que le da comportamiento.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Hierarchy → clic derecho → 3D Object → Plane.</a:t>
            </a:r>
          </a:p>
          <a:p>
            <a:r>
              <a:t>El plano por defecto mide 10×10 unidades y tiene Mesh Collider.</a:t>
            </a:r>
          </a:p>
          <a:p>
            <a:r>
              <a:t>En el Inspector, Position (0,0,0) y Scale (1,1,1). Si no se ve en Game, revisar la cámara.</a:t>
            </a:r>
          </a:p>
          <a:p>
            <a:r>
              <a:t>Se puede renombrar a Piso para que la escena sea más clara.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Hierarchy → clic derecho → 3D Object → Cube.</a:t>
            </a:r>
          </a:p>
          <a:p>
            <a:r>
              <a:t>El cubo nace con Transform, Mesh Filter, Mesh Renderer y Box Collider.</a:t>
            </a:r>
          </a:p>
          <a:p>
            <a:r>
              <a:t>Colocarlo en Y ≈ 1 para que quede sobre el plano. El Box Collider es lo que permite que choque con el piso cuando tenga Rigidbody.</a:t>
            </a:r>
          </a:p>
          <a:p>
            <a:r>
              <a:t>Guardar la escena con Ctrl/Cmd+S.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Project, seleccionar la carpeta Assets; clic derecho → Create → Scripting → MonoBehaviour Script.</a:t>
            </a:r>
          </a:p>
          <a:p>
            <a:r>
              <a:t>Nombrar CubeMove exactamente igual que la clase. Unity compila y crea CubeMove.cs.</a:t>
            </a:r>
          </a:p>
          <a:p>
            <a:r>
              <a:t>Si hay errores, revisar la Console. El nombre del archivo y la clase deben coincidir; si no, el script no se puede adjuntar.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Seleccionar Cube; Inspector → Add Component; buscar Cube Move y hacer clic.</a:t>
            </a:r>
          </a:p>
          <a:p>
            <a:r>
              <a:t>El componente Cube Move (Script) aparece al final del Inspector. El campo Speed (public float) se puede cambiar sin tocar código.</a:t>
            </a:r>
          </a:p>
          <a:p>
            <a:r>
              <a:t>Un GameObject es el contenedor; los componentes le dan forma y comportamiento. El script es uno de esos componentes.</a:t>
            </a:r>
          </a:p>
          <a:p>
            <a:r>
              <a:t>Alternativa: arrastrar CubeMove.cs desde Project sobre el cubo en Hierarchy.</a:t>
            </a:r>
          </a:p>
          <a:p>
            <a:r>
              <a:t>Si no aparece, esperar a que Unity termine de compilar y revisar la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Bloque 4. Conectar VS Code con Unity y escribir el código.</a:t>
            </a:r>
          </a:p>
          <a:p>
            <a:r>
              <a:t>Primero la extensión y el paquete; después abrir el script; al final entender el movimiento en X/Z.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VS Code, Extensions (⇧⌘X / Ctrl+Shift+X), buscar Unity (Microsoft) e instalar.</a:t>
            </a:r>
          </a:p>
          <a:p>
            <a:r>
              <a:t>La extensión instala C# Dev Kit y el depurador. Si pide .NET SDK, instalarlo desde dotnet.microsoft.com.</a:t>
            </a:r>
          </a:p>
          <a:p>
            <a:r>
              <a:t>No instalar el paquete viejo “Visual Studio Code Editor”: está sin mantenimiento.</a:t>
            </a:r>
          </a:p>
          <a:p>
            <a:r>
              <a:t>El paquete correcto del lado de Unity es Visual Studio Editor.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Unity: Window → Package Manager → Unity Registry → Visual Studio Editor (2.0.20 o superior).</a:t>
            </a:r>
          </a:p>
          <a:p>
            <a:r>
              <a:t>Luego Settings/Preferences → External Tools → External Script Editor: Visual Studio Code.</a:t>
            </a:r>
          </a:p>
          <a:p>
            <a:r>
              <a:t>Pulsar Regenerate project files. Unity genera .vscode/launch.json con “Attach to Unity”.</a:t>
            </a:r>
          </a:p>
          <a:p>
            <a:r>
              <a:t>Si no aparece Visual Studio Code en la lista, actualizar el paquete y reiniciar el editor.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Doble clic en CubeMove.cs desde Project o clic derecho → Open C# Project.</a:t>
            </a:r>
          </a:p>
          <a:p>
            <a:r>
              <a:t>VS Code abre la carpeta completa; la primera vez puede tardar en cargar IntelliSense.</a:t>
            </a:r>
          </a:p>
          <a:p>
            <a:r>
              <a:t>Start() se ejecuta una vez; Update() una vez por fotograma. Ahí leeremos el teclado.</a:t>
            </a:r>
          </a:p>
          <a:p>
            <a:r>
              <a:t>Si abre otro editor, corregir External Tools y regenerar los archivos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X rojo: izquierda y derecha (A/D o ←/→).</a:t>
            </a:r>
          </a:p>
          <a:p>
            <a:r>
              <a:t>Y verde: arriba y abajo; la gravedad actúa en −Y.</a:t>
            </a:r>
          </a:p>
          <a:p>
            <a:r>
              <a:t>Z azul: adelante y atrás (W/S o ↑/↓).</a:t>
            </a:r>
          </a:p>
          <a:p>
            <a:r>
              <a:t>El código mueve X y Z; movement.y queda en 0 y el Rigidbody se encarga de Y.</a:t>
            </a:r>
          </a:p>
          <a:p>
            <a:r>
              <a:t>En Unity, los ejes del mundo no cambian con la cámara.</a:t>
            </a:r>
          </a:p>
          <a:p>
            <a:endParaRPr/>
          </a:p>
          <a:p>
            <a:r>
              <a:t>CÓDIGO RELACIONADO (fragmento de Update, el mismo de la diapositiva siguiente):</a:t>
            </a:r>
          </a:p>
          <a:p>
            <a:r>
              <a:t>Vector3 movement = Vector3.zero;</a:t>
            </a:r>
          </a:p>
          <a:p>
            <a:endParaRPr/>
          </a:p>
          <a:p>
            <a:r>
              <a:t>Keyboard keyboard = Keyboard.current;</a:t>
            </a:r>
          </a:p>
          <a:p>
            <a:endParaRPr/>
          </a:p>
          <a:p>
            <a:r>
              <a:t>if (keyboard != null)</a:t>
            </a:r>
          </a:p>
          <a:p>
            <a:r>
              <a:t>{</a:t>
            </a:r>
          </a:p>
          <a:p>
            <a:r>
              <a:t>    if (keyboard.dKey.isPressed ||</a:t>
            </a:r>
          </a:p>
          <a:p>
            <a:r>
              <a:t>        keyboard.rightArrowKey.isPressed)</a:t>
            </a:r>
          </a:p>
          <a:p>
            <a:r>
              <a:t>        movement.x = 1f;</a:t>
            </a:r>
          </a:p>
          <a:p>
            <a:endParaRPr/>
          </a:p>
          <a:p>
            <a:r>
              <a:t>    if (keyboard.aKey.isPressed ||</a:t>
            </a:r>
          </a:p>
          <a:p>
            <a:r>
              <a:t>        keyboard.leftArrowKey.isPressed)</a:t>
            </a:r>
          </a:p>
          <a:p>
            <a:r>
              <a:t>        movement.x = -1f;</a:t>
            </a:r>
          </a:p>
          <a:p>
            <a:endParaRPr/>
          </a:p>
          <a:p>
            <a:r>
              <a:t>    if (keyboard.wKey.isPressed ||</a:t>
            </a:r>
          </a:p>
          <a:p>
            <a:r>
              <a:t>        keyboard.upArrowKey.isPressed)</a:t>
            </a:r>
          </a:p>
          <a:p>
            <a:r>
              <a:t>        movement.z = 1f;</a:t>
            </a:r>
          </a:p>
          <a:p>
            <a:endParaRPr/>
          </a:p>
          <a:p>
            <a:r>
              <a:t>    if (keyboard.sKey.isPressed ||</a:t>
            </a:r>
          </a:p>
          <a:p>
            <a:r>
              <a:t>        keyboard.downArrowKey.isPressed)</a:t>
            </a:r>
          </a:p>
          <a:p>
            <a:r>
              <a:t>        movement.z = -1f;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CÓDIGO COMPLETO DEL ARCHIVO (con espacios, para copiar/pegar):</a:t>
            </a:r>
          </a:p>
          <a:p>
            <a:r>
              <a:t>using UnityEngine;</a:t>
            </a:r>
          </a:p>
          <a:p>
            <a:r>
              <a:t>using UnityEngine.InputSystem;</a:t>
            </a:r>
          </a:p>
          <a:p>
            <a:endParaRPr/>
          </a:p>
          <a:p>
            <a:r>
              <a:t>public class CubeMove : MonoBehaviour</a:t>
            </a:r>
          </a:p>
          <a:p>
            <a:r>
              <a:t>{</a:t>
            </a:r>
          </a:p>
          <a:p>
            <a:r>
              <a:t>    public float speed = 5.0f;</a:t>
            </a:r>
          </a:p>
          <a:p>
            <a:endParaRPr/>
          </a:p>
          <a:p>
            <a:r>
              <a:t>    void Start()</a:t>
            </a:r>
          </a:p>
          <a:p>
            <a:r>
              <a:t>    {</a:t>
            </a:r>
          </a:p>
          <a:p>
            <a:r>
              <a:t>        // Aquí no hace falta inicializar nada.</a:t>
            </a:r>
          </a:p>
          <a:p>
            <a:r>
              <a:t>    }</a:t>
            </a:r>
          </a:p>
          <a:p>
            <a:endParaRPr/>
          </a:p>
          <a:p>
            <a:r>
              <a:t>    void Update()</a:t>
            </a:r>
          </a:p>
          <a:p>
            <a:r>
              <a:t>    {</a:t>
            </a:r>
          </a:p>
          <a:p>
            <a:r>
              <a:t>        // 1. Vector que guarda la dirección.</a:t>
            </a:r>
          </a:p>
          <a:p>
            <a:r>
              <a:t>        Vector3 movement = Vector3.zero;</a:t>
            </a:r>
          </a:p>
          <a:p>
            <a:endParaRPr/>
          </a:p>
          <a:p>
            <a:r>
              <a:t>        // 2. Teclado actual (Input System).</a:t>
            </a:r>
          </a:p>
          <a:p>
            <a:r>
              <a:t>        Keyboard keyboard = Keyboard.current;</a:t>
            </a:r>
          </a:p>
          <a:p>
            <a:endParaRPr/>
          </a:p>
          <a:p>
            <a:r>
              <a:t>        if (keyboard != null)</a:t>
            </a:r>
          </a:p>
          <a:p>
            <a:r>
              <a:t>        {</a:t>
            </a:r>
          </a:p>
          <a:p>
            <a:r>
              <a:t>            // 3. Leer A/D y las flechas.</a:t>
            </a:r>
          </a:p>
          <a:p>
            <a:r>
              <a:t>            if (keyboard.dKey.isPressed ||</a:t>
            </a:r>
          </a:p>
          <a:p>
            <a:r>
              <a:t>                keyboard.rightArrowKey.isPressed)</a:t>
            </a:r>
          </a:p>
          <a:p>
            <a:r>
              <a:t>            {</a:t>
            </a:r>
          </a:p>
          <a:p>
            <a:r>
              <a:t>                movement.x = 1f;</a:t>
            </a:r>
          </a:p>
          <a:p>
            <a:r>
              <a:t>            }</a:t>
            </a:r>
          </a:p>
          <a:p>
            <a:endParaRPr/>
          </a:p>
          <a:p>
            <a:r>
              <a:t>            if (keyboard.aKey.isPressed ||</a:t>
            </a:r>
          </a:p>
          <a:p>
            <a:r>
              <a:t>                keyboard.leftArrowKey.isPressed)</a:t>
            </a:r>
          </a:p>
          <a:p>
            <a:r>
              <a:t>            {</a:t>
            </a:r>
          </a:p>
          <a:p>
            <a:r>
              <a:t>                movement.x = -1f;</a:t>
            </a:r>
          </a:p>
          <a:p>
            <a:r>
              <a:t>            }</a:t>
            </a:r>
          </a:p>
          <a:p>
            <a:endParaRPr/>
          </a:p>
          <a:p>
            <a:r>
              <a:t>            // 4. Leer W/S y las flechas.</a:t>
            </a:r>
          </a:p>
          <a:p>
            <a:r>
              <a:t>            if (keyboard.wKey.isPressed ||</a:t>
            </a:r>
          </a:p>
          <a:p>
            <a:r>
              <a:t>                keyboard.upArrowKey.isPressed)</a:t>
            </a:r>
          </a:p>
          <a:p>
            <a:r>
              <a:t>            {</a:t>
            </a:r>
          </a:p>
          <a:p>
            <a:r>
              <a:t>                movement.z = 1f;</a:t>
            </a:r>
          </a:p>
          <a:p>
            <a:r>
              <a:t>            }</a:t>
            </a:r>
          </a:p>
          <a:p>
            <a:endParaRPr/>
          </a:p>
          <a:p>
            <a:r>
              <a:t>            if (keyboard.sKey.isPressed ||</a:t>
            </a:r>
          </a:p>
          <a:p>
            <a:r>
              <a:t>                keyboard.downArrowKey.isPressed)</a:t>
            </a:r>
          </a:p>
          <a:p>
            <a:r>
              <a:t>            {</a:t>
            </a:r>
          </a:p>
          <a:p>
            <a:r>
              <a:t>                movement.z = -1f;</a:t>
            </a:r>
          </a:p>
          <a:p>
            <a:r>
              <a:t>            }</a:t>
            </a:r>
          </a:p>
          <a:p>
            <a:endParaRPr/>
          </a:p>
          <a:p>
            <a:r>
              <a:t>            // 5. Space: reiniciar posición y rotación.</a:t>
            </a:r>
          </a:p>
          <a:p>
            <a:r>
              <a:t>            if (keyboard.spaceKey.isPressed)</a:t>
            </a:r>
          </a:p>
          <a:p>
            <a:r>
              <a:t>            {</a:t>
            </a:r>
          </a:p>
          <a:p>
            <a:r>
              <a:t>                transform.rotation = Quaternion.identity;</a:t>
            </a:r>
          </a:p>
          <a:p>
            <a:r>
              <a:t>                transform.position = new Vector3(0f, 1f, 0f);</a:t>
            </a:r>
          </a:p>
          <a:p>
            <a:r>
              <a:t>            }</a:t>
            </a:r>
          </a:p>
          <a:p>
            <a:r>
              <a:t>        }</a:t>
            </a:r>
          </a:p>
          <a:p>
            <a:endParaRPr/>
          </a:p>
          <a:p>
            <a:r>
              <a:t>        // 6. Evitar más velocidad en diagonal.</a:t>
            </a:r>
          </a:p>
          <a:p>
            <a:r>
              <a:t>        if (movement.magnitude &gt; 1f)</a:t>
            </a:r>
          </a:p>
          <a:p>
            <a:r>
              <a:t>        {</a:t>
            </a:r>
          </a:p>
          <a:p>
            <a:r>
              <a:t>            movement.Normalize();</a:t>
            </a:r>
          </a:p>
          <a:p>
            <a:r>
              <a:t>        }</a:t>
            </a:r>
          </a:p>
          <a:p>
            <a:endParaRPr/>
          </a:p>
          <a:p>
            <a:r>
              <a:t>        // 7. Mover en X y Z según el tiempo real.</a:t>
            </a:r>
          </a:p>
          <a:p>
            <a:r>
              <a:t>        transform.Translate(movement * speed * Time.deltaTime);</a:t>
            </a:r>
          </a:p>
          <a:p>
            <a:r>
              <a:t>    }</a:t>
            </a:r>
          </a:p>
          <a:p>
            <a:r>
              <a:t>}</a:t>
            </a:r>
          </a:p>
          <a:p>
            <a:endParaRPr/>
          </a:p>
          <a:p>
            <a:r>
              <a:t>El archivo está en T8-6_content/CubeMove.cs.</a:t>
            </a:r>
          </a:p>
          <a:p>
            <a:endParaRPr/>
          </a:p>
          <a:p>
            <a:r>
              <a:t>CÓDIGO DE LA DIAPOSITIVA (esqueleto):</a:t>
            </a:r>
          </a:p>
          <a:p>
            <a:r>
              <a:t>using UnityEngine;</a:t>
            </a:r>
          </a:p>
          <a:p>
            <a:r>
              <a:t>using UnityEngine.InputSystem;</a:t>
            </a:r>
          </a:p>
          <a:p>
            <a:endParaRPr/>
          </a:p>
          <a:p>
            <a:r>
              <a:t>public class CubeMove : MonoBehaviour</a:t>
            </a:r>
          </a:p>
          <a:p>
            <a:r>
              <a:t>{</a:t>
            </a:r>
          </a:p>
          <a:p>
            <a:r>
              <a:t>    public float speed = 5.0f;</a:t>
            </a:r>
          </a:p>
          <a:p>
            <a:endParaRPr/>
          </a:p>
          <a:p>
            <a:r>
              <a:t>    void Start()</a:t>
            </a:r>
          </a:p>
          <a:p>
            <a:r>
              <a:t>    {</a:t>
            </a:r>
          </a:p>
          <a:p>
            <a:r>
              <a:t>        // Se ejecuta una vez.</a:t>
            </a:r>
          </a:p>
          <a:p>
            <a:r>
              <a:t>    }</a:t>
            </a:r>
          </a:p>
          <a:p>
            <a:endParaRPr/>
          </a:p>
          <a:p>
            <a:r>
              <a:t>    void Update()</a:t>
            </a:r>
          </a:p>
          <a:p>
            <a:r>
              <a:t>    {</a:t>
            </a:r>
          </a:p>
          <a:p>
            <a:r>
              <a:t>        // Se ejecuta cada fotograma.</a:t>
            </a:r>
          </a:p>
          <a:p>
            <a:r>
              <a:t>    }</a:t>
            </a:r>
          </a:p>
          <a:p>
            <a:r>
              <a:t>}</a:t>
            </a:r>
          </a:p>
          <a:p>
            <a:endParaRPr/>
          </a:p>
          <a:p>
            <a:r>
              <a:t>Explicar: using trae las clases; MonoBehaviour es la base; public float speed aparece en el Inspector;</a:t>
            </a:r>
          </a:p>
          <a:p>
            <a:r>
              <a:t>Start se ejecuta una vez; Update se ejecuta una vez por fotograma. El nombre de la clase debe coincidir con el archivo.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CÓDIGO DE LA DIAPOSITIVA (lectura del teclado):</a:t>
            </a:r>
          </a:p>
          <a:p>
            <a:r>
              <a:t>Vector3 movement = Vector3.zero;</a:t>
            </a:r>
          </a:p>
          <a:p>
            <a:endParaRPr/>
          </a:p>
          <a:p>
            <a:r>
              <a:t>Keyboard keyboard = Keyboard.current;</a:t>
            </a:r>
          </a:p>
          <a:p>
            <a:endParaRPr/>
          </a:p>
          <a:p>
            <a:r>
              <a:t>if (keyboard != null)</a:t>
            </a:r>
          </a:p>
          <a:p>
            <a:r>
              <a:t>{</a:t>
            </a:r>
          </a:p>
          <a:p>
            <a:r>
              <a:t>    if (keyboard.dKey.isPressed ||</a:t>
            </a:r>
          </a:p>
          <a:p>
            <a:r>
              <a:t>        keyboard.rightArrowKey.isPressed)</a:t>
            </a:r>
          </a:p>
          <a:p>
            <a:r>
              <a:t>        movement.x = 1f;</a:t>
            </a:r>
          </a:p>
          <a:p>
            <a:endParaRPr/>
          </a:p>
          <a:p>
            <a:r>
              <a:t>    if (keyboard.aKey.isPressed ||</a:t>
            </a:r>
          </a:p>
          <a:p>
            <a:r>
              <a:t>        keyboard.leftArrowKey.isPressed)</a:t>
            </a:r>
          </a:p>
          <a:p>
            <a:r>
              <a:t>        movement.x = -1f;</a:t>
            </a:r>
          </a:p>
          <a:p>
            <a:endParaRPr/>
          </a:p>
          <a:p>
            <a:r>
              <a:t>    if (keyboard.wKey.isPressed ||</a:t>
            </a:r>
          </a:p>
          <a:p>
            <a:r>
              <a:t>        keyboard.upArrowKey.isPressed)</a:t>
            </a:r>
          </a:p>
          <a:p>
            <a:r>
              <a:t>        movement.z = 1f;</a:t>
            </a:r>
          </a:p>
          <a:p>
            <a:endParaRPr/>
          </a:p>
          <a:p>
            <a:r>
              <a:t>    if (keyboard.sKey.isPressed ||</a:t>
            </a:r>
          </a:p>
          <a:p>
            <a:r>
              <a:t>        keyboard.downArrowKey.isPressed)</a:t>
            </a:r>
          </a:p>
          <a:p>
            <a:r>
              <a:t>        movement.z = -1f;</a:t>
            </a:r>
          </a:p>
          <a:p>
            <a:r>
              <a:t>}</a:t>
            </a:r>
          </a:p>
          <a:p>
            <a:endParaRPr/>
          </a:p>
          <a:p>
            <a:r>
              <a:t>El archivo completo está en T8-6_content/CubeMove.cs.</a:t>
            </a:r>
          </a:p>
          <a:p>
            <a:r>
              <a:t>El proyecto URP ya trae el paquete Input System; si usas otra plantilla, instálalo desde Package Manager → Unity Registry.</a:t>
            </a:r>
          </a:p>
          <a:p>
            <a:r>
              <a:t>Keyboard.current puede ser null; por eso el if.</a:t>
            </a:r>
          </a:p>
          <a:p>
            <a:r>
              <a:t>isPressed es verdadero mientras se mantiene la tecla. || significa “o”: basta una de las dos teclas.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CÓDIGO DE LA DIAPOSITIVA (reinicio con Space):</a:t>
            </a:r>
          </a:p>
          <a:p>
            <a:r>
              <a:t>if (keyboard.spaceKey.isPressed)</a:t>
            </a:r>
          </a:p>
          <a:p>
            <a:r>
              <a:t>{</a:t>
            </a:r>
          </a:p>
          <a:p>
            <a:r>
              <a:t>    // Rotación cero: el cubo queda derecho.</a:t>
            </a:r>
          </a:p>
          <a:p>
            <a:r>
              <a:t>    transform.rotation = Quaternion.identity;</a:t>
            </a:r>
          </a:p>
          <a:p>
            <a:endParaRPr/>
          </a:p>
          <a:p>
            <a:r>
              <a:t>    // Vuelve a la posición inicial.</a:t>
            </a:r>
          </a:p>
          <a:p>
            <a:r>
              <a:t>    transform.position = new Vector3(0f, 1f, 0f);</a:t>
            </a:r>
          </a:p>
          <a:p>
            <a:r>
              <a:t>}</a:t>
            </a:r>
          </a:p>
          <a:p>
            <a:endParaRPr/>
          </a:p>
          <a:p>
            <a:r>
              <a:t>El archivo completo está en T8-6_content/CubeMove.cs.</a:t>
            </a:r>
          </a:p>
          <a:p>
            <a:r>
              <a:t>Quaternion.identity es rotación cero; new Vector3(0f, 1f, 0f) es la posición inicial.</a:t>
            </a:r>
          </a:p>
          <a:p>
            <a:r>
              <a:t>Space sirve para reiniciar cuando el cubo cae y rueda. Se puede usar durante Play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CÓDIGO DE LA DIAPOSITIVA (normalizar y mover):</a:t>
            </a:r>
          </a:p>
          <a:p>
            <a:r>
              <a:t>if (movement.magnitude &gt; 1f)</a:t>
            </a:r>
          </a:p>
          <a:p>
            <a:r>
              <a:t>{</a:t>
            </a:r>
          </a:p>
          <a:p>
            <a:r>
              <a:t>    movement.Normalize();</a:t>
            </a:r>
          </a:p>
          <a:p>
            <a:r>
              <a:t>}</a:t>
            </a:r>
          </a:p>
          <a:p>
            <a:endParaRPr/>
          </a:p>
          <a:p>
            <a:r>
              <a:t>// Mueve el cubo en X y Z.</a:t>
            </a:r>
          </a:p>
          <a:p>
            <a:r>
              <a:t>transform.Translate(movement * speed * Time.deltaTime);</a:t>
            </a:r>
          </a:p>
          <a:p>
            <a:endParaRPr/>
          </a:p>
          <a:p>
            <a:r>
              <a:t>El archivo completo está en T8-6_content/CubeMove.cs.</a:t>
            </a:r>
          </a:p>
          <a:p>
            <a:r>
              <a:t>movement.magnitude mide el largo; Normalize lo deja en 1.</a:t>
            </a:r>
          </a:p>
          <a:p>
            <a:r>
              <a:t>transform.Translate suma el desplazamiento. speed=5 unidades/segundo; Time.deltaTime convierte “por fotograma” en “por segundo”.</a:t>
            </a:r>
          </a:p>
          <a:p>
            <a:r>
              <a:t>Sin Normalize, la diagonal es 1.41 veces más rápida.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Bloque 5. Rigidbody, gravedad y depuración.</a:t>
            </a:r>
          </a:p>
          <a:p>
            <a:r>
              <a:t>El Rigidbody entrega el movimiento a la física; la gravedad mueve Y.</a:t>
            </a:r>
          </a:p>
          <a:p>
            <a:r>
              <a:t>Al final, un breakpoint en la rotación para ver el estado real del cubo.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Rigidbody permite que la física controle posición y rotación.</a:t>
            </a:r>
          </a:p>
          <a:p>
            <a:r>
              <a:t>Mass 1 kg; Use Gravity activo por defecto; Is Kinematic desactivado.</a:t>
            </a:r>
          </a:p>
          <a:p>
            <a:r>
              <a:t>Sin Rigidbody, el cubo atraviesa el plano. Con Rigidbody y colliders, la física resuelve la caída y el reposo.</a:t>
            </a:r>
          </a:p>
          <a:p>
            <a:r>
              <a:t>Para mover un Rigidbody, lo correcto es MovePosition o AddForce en FixedUpdate, no transform.Translate.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Seleccionar Cube → Add Component → buscar Rigidbody → agregar.</a:t>
            </a:r>
          </a:p>
          <a:p>
            <a:r>
              <a:t>Verificar Mass=1, Use Gravity ✓, Is Kinematic ☐.</a:t>
            </a:r>
          </a:p>
          <a:p>
            <a:r>
              <a:t>Play: el cubo cae y se detiene sobre el plano gracias al Box Collider y al Mesh Collider del plano.</a:t>
            </a:r>
          </a:p>
          <a:p>
            <a:r>
              <a:t>Pause/Step para ver la caída cuadro a cuadro.</a:t>
            </a:r>
          </a:p>
          <a:p>
            <a:r>
              <a:t>Ojo: en este taller usamos transform.Translate para entender el movimiento; con Rigidbody lo correcto es MovePosition en FixedUpdate.</a:t>
            </a:r>
          </a:p>
          <a:p>
            <a:endParaRPr/>
          </a:p>
          <a:p>
            <a:r>
              <a:t>CÓDIGO ALTERNATIVO RECOMENDADO CON RIGIDBODY:</a:t>
            </a:r>
          </a:p>
          <a:p>
            <a:r>
              <a:t>using UnityEngine;</a:t>
            </a:r>
          </a:p>
          <a:p>
            <a:r>
              <a:t>using UnityEngine.InputSystem;</a:t>
            </a:r>
          </a:p>
          <a:p>
            <a:endParaRPr/>
          </a:p>
          <a:p>
            <a:r>
              <a:t>public class CubeMoveFisico : MonoBehaviour</a:t>
            </a:r>
          </a:p>
          <a:p>
            <a:r>
              <a:t>{</a:t>
            </a:r>
          </a:p>
          <a:p>
            <a:r>
              <a:t>    public float speed = 5.0f;</a:t>
            </a:r>
          </a:p>
          <a:p>
            <a:r>
              <a:t>    Rigidbody rb;</a:t>
            </a:r>
          </a:p>
          <a:p>
            <a:endParaRPr/>
          </a:p>
          <a:p>
            <a:r>
              <a:t>    void Awake()</a:t>
            </a:r>
          </a:p>
          <a:p>
            <a:r>
              <a:t>    {</a:t>
            </a:r>
          </a:p>
          <a:p>
            <a:r>
              <a:t>        rb = GetComponent&lt;Rigidbody&gt;();</a:t>
            </a:r>
          </a:p>
          <a:p>
            <a:r>
              <a:t>    }</a:t>
            </a:r>
          </a:p>
          <a:p>
            <a:endParaRPr/>
          </a:p>
          <a:p>
            <a:r>
              <a:t>    void FixedUpdate()</a:t>
            </a:r>
          </a:p>
          <a:p>
            <a:r>
              <a:t>    {</a:t>
            </a:r>
          </a:p>
          <a:p>
            <a:r>
              <a:t>        Vector3 move = Vector3.zero;</a:t>
            </a:r>
          </a:p>
          <a:p>
            <a:r>
              <a:t>        Keyboard keyboard = Keyboard.current;</a:t>
            </a:r>
          </a:p>
          <a:p>
            <a:endParaRPr/>
          </a:p>
          <a:p>
            <a:r>
              <a:t>        if (keyboard != null)</a:t>
            </a:r>
          </a:p>
          <a:p>
            <a:r>
              <a:t>        {</a:t>
            </a:r>
          </a:p>
          <a:p>
            <a:r>
              <a:t>            if (keyboard.dKey.isPressed ||</a:t>
            </a:r>
          </a:p>
          <a:p>
            <a:r>
              <a:t>                keyboard.rightArrowKey.isPressed)</a:t>
            </a:r>
          </a:p>
          <a:p>
            <a:r>
              <a:t>                move.x = 1f;</a:t>
            </a:r>
          </a:p>
          <a:p>
            <a:r>
              <a:t>            if (keyboard.aKey.isPressed ||</a:t>
            </a:r>
          </a:p>
          <a:p>
            <a:r>
              <a:t>                keyboard.leftArrowKey.isPressed)</a:t>
            </a:r>
          </a:p>
          <a:p>
            <a:r>
              <a:t>                move.x = -1f;</a:t>
            </a:r>
          </a:p>
          <a:p>
            <a:r>
              <a:t>            if (keyboard.wKey.isPressed ||</a:t>
            </a:r>
          </a:p>
          <a:p>
            <a:r>
              <a:t>                keyboard.upArrowKey.isPressed)</a:t>
            </a:r>
          </a:p>
          <a:p>
            <a:r>
              <a:t>                move.z = 1f;</a:t>
            </a:r>
          </a:p>
          <a:p>
            <a:r>
              <a:t>            if (keyboard.sKey.isPressed ||</a:t>
            </a:r>
          </a:p>
          <a:p>
            <a:r>
              <a:t>                keyboard.downArrowKey.isPressed)</a:t>
            </a:r>
          </a:p>
          <a:p>
            <a:r>
              <a:t>                move.z = -1f;</a:t>
            </a:r>
          </a:p>
          <a:p>
            <a:r>
              <a:t>        }</a:t>
            </a:r>
          </a:p>
          <a:p>
            <a:endParaRPr/>
          </a:p>
          <a:p>
            <a:r>
              <a:t>        rb.MovePosition(rb.position + move * speed * Time.fixedDeltaTime);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and Debug (⇧⌘D / Ctrl+Shift+D) → Attach to Unity. Play en Unity.</a:t>
            </a:r>
          </a:p>
          <a:p>
            <a:r>
              <a:t>VS Code se conecta y los breakpoints se activan.</a:t>
            </a:r>
          </a:p>
          <a:p>
            <a:r>
              <a:t>Si no aparece “Attach to Unity”, abrir el proyecto desde Unity una vez para generar .vscode/launch.json.</a:t>
            </a:r>
          </a:p>
          <a:p>
            <a:r>
              <a:t>La extensión Unity de VS Code debe estar instalada y actualizada.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breakpoint se pone con clic en el margen izquierdo de la línea; aparece un punto rojo.</a:t>
            </a:r>
          </a:p>
          <a:p>
            <a:r>
              <a:t>Al hacer Play + Attach, el juego se detiene antes de ejecutar esa línea (amarillo).</a:t>
            </a:r>
          </a:p>
          <a:p>
            <a:r>
              <a:t>F10 avanza una línea; F5 continúa. El breakpoint no cambia el código.</a:t>
            </a:r>
          </a:p>
          <a:p>
            <a:r>
              <a:t>La línea puede variar; buscar transform.rotation = Quaternion.identity.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Variables se ve this.gameObject, transform, rotation y eulerAngles.</a:t>
            </a:r>
          </a:p>
          <a:p>
            <a:r>
              <a:t>rotation es un Quaternion (w, x, y, z); no son grados.</a:t>
            </a:r>
          </a:p>
          <a:p>
            <a:r>
              <a:t>eulerAngles es la misma rotación en grados y coincide con el Inspector.</a:t>
            </a:r>
          </a:p>
          <a:p>
            <a:r>
              <a:t>Después de Space, rotation = identity y eulerAngles = (0,0,0).</a:t>
            </a:r>
          </a:p>
          <a:p>
            <a:r>
              <a:t>Si el cubo gira al caer, comparar antes y después de Space. Se puede agregar transform.eulerAngles a Watch.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Repaso: Hub + Universal 3D; GameObject = Transform + componentes; script MonoBehaviour con Update e Input System;</a:t>
            </a:r>
          </a:p>
          <a:p>
            <a:r>
              <a:t>Rigidbody + Use Gravity + colliders; VS Code + Attach to Unity para depurar.</a:t>
            </a:r>
          </a:p>
          <a:p>
            <a:r>
              <a:t>Reto de 10 minutos: segundo cubo con Rigidbody y reinicio con Space; luego un breakpoint en la rotación.</a:t>
            </a:r>
          </a:p>
          <a:p>
            <a:r>
              <a:t>Si algo falla, revisar la Console antes de cambiar el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Cierre. Recordar que el proyecto y el código están en T8-6_content y Unity_Intro.</a:t>
            </a:r>
          </a:p>
          <a:p>
            <a:r>
              <a:t>Siguiente: laboratorio de Unity. El cubo ya se mueve; ahora hay que hacerlo propio.</a:t>
            </a:r>
          </a:p>
          <a:p>
            <a:r>
              <a:t>Si queda tiempo, pedir que agreguen un segundo cubo con Rigidbody y un breakpoint.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1759" y="1294315"/>
            <a:ext cx="5486400" cy="17543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 i="0">
                <a:solidFill>
                  <a:srgbClr val="131315"/>
                </a:solidFill>
                <a:latin typeface="Neuromax SemBd"/>
              </a:rPr>
              <a:t>UNITY</a:t>
            </a:r>
          </a:p>
          <a:p>
            <a:pPr>
              <a:lnSpc>
                <a:spcPct val="95000"/>
              </a:lnSpc>
            </a:pPr>
            <a:r>
              <a:rPr lang="en-US" sz="6000">
                <a:solidFill>
                  <a:srgbClr val="131315"/>
                </a:solidFill>
                <a:latin typeface="Neuromax SemBd"/>
              </a:rPr>
              <a:t>DESDE CERO</a:t>
            </a:r>
            <a:endParaRPr lang="en-US" sz="6000" dirty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3246120"/>
            <a:ext cx="2011680" cy="68580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1759" y="3526381"/>
            <a:ext cx="5074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31315"/>
                </a:solidFill>
                <a:latin typeface="Neuromax SemBd"/>
              </a:rPr>
              <a:t>Instalar, crear un proyecto y mover un cubo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88280" y="359664"/>
            <a:ext cx="6890512" cy="5034280"/>
          </a:xfrm>
          <a:prstGeom prst="rect">
            <a:avLst/>
          </a:prstGeom>
          <a:solidFill>
            <a:srgbClr val="31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" name="Picture 10" descr="Collage: Unity Hub, proyecto URP, escena y VS Code"/>
          <p:cNvPicPr>
            <a:picLocks noChangeAspect="1"/>
          </p:cNvPicPr>
          <p:nvPr/>
        </p:nvPicPr>
        <p:blipFill>
          <a:blip r:embed="rId4"/>
          <a:srcRect l="1230" t="48343" r="50336" b="19683"/>
          <a:stretch>
            <a:fillRect/>
          </a:stretch>
        </p:blipFill>
        <p:spPr>
          <a:xfrm>
            <a:off x="5427841" y="887984"/>
            <a:ext cx="6617748" cy="3983335"/>
          </a:xfrm>
          <a:prstGeom prst="rect">
            <a:avLst/>
          </a:prstGeom>
        </p:spPr>
      </p:pic>
      <p:pic>
        <p:nvPicPr>
          <p:cNvPr id="12" name="Picture 11" descr="Árbol pixel 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594791"/>
            <a:ext cx="1005840" cy="1801504"/>
          </a:xfrm>
          <a:prstGeom prst="rect">
            <a:avLst/>
          </a:prstGeom>
        </p:spPr>
      </p:pic>
      <p:pic>
        <p:nvPicPr>
          <p:cNvPr id="13" name="Picture 12" descr="Árbol pequeño pixel ar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8448" y="5243602"/>
            <a:ext cx="731520" cy="1116530"/>
          </a:xfrm>
          <a:prstGeom prst="rect">
            <a:avLst/>
          </a:prstGeom>
        </p:spPr>
      </p:pic>
      <p:pic>
        <p:nvPicPr>
          <p:cNvPr id="14" name="Picture 13" descr="Hongo pixel ar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5979" y="5916168"/>
            <a:ext cx="561752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56768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LO QUE VEREMOS HOY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17904"/>
            <a:ext cx="10168128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68580" cy="658368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664207"/>
            <a:ext cx="4114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F08A3C"/>
                </a:solidFill>
                <a:latin typeface="Neuromax SemB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623060"/>
            <a:ext cx="6035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31315"/>
                </a:solidFill>
                <a:latin typeface="Neuromax SemBd"/>
              </a:rPr>
              <a:t>INSTALAR Y CREAR EL PROYECTO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937004"/>
            <a:ext cx="80467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50" dirty="0">
                <a:solidFill>
                  <a:srgbClr val="4F5361"/>
                </a:solidFill>
                <a:latin typeface="Neuromax"/>
              </a:rPr>
              <a:t>Unity Hub</a:t>
            </a:r>
            <a:r>
              <a:rPr sz="1250" b="0" i="0" dirty="0">
                <a:solidFill>
                  <a:srgbClr val="4F5361"/>
                </a:solidFill>
                <a:latin typeface="Neuromax"/>
              </a:rPr>
              <a:t> y </a:t>
            </a:r>
            <a:r>
              <a:rPr lang="en-US" sz="1250">
                <a:solidFill>
                  <a:srgbClr val="4F5361"/>
                </a:solidFill>
                <a:latin typeface="Neuromax"/>
              </a:rPr>
              <a:t>Plantillas</a:t>
            </a:r>
            <a:r>
              <a:rPr sz="1250" b="0" i="0">
                <a:solidFill>
                  <a:srgbClr val="4F5361"/>
                </a:solidFill>
                <a:latin typeface="Neuromax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249424"/>
            <a:ext cx="10168128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2249424"/>
            <a:ext cx="68580" cy="65836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2395728"/>
            <a:ext cx="4114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C2185B"/>
                </a:solidFill>
                <a:latin typeface="Neuromax SemB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354580"/>
            <a:ext cx="6035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31315"/>
                </a:solidFill>
                <a:latin typeface="Neuromax SemBd"/>
              </a:rPr>
              <a:t>CONOCER EL EDITOR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2648204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4F5361"/>
                </a:solidFill>
                <a:latin typeface="Neuromax"/>
              </a:rPr>
              <a:t>Hierarchy, Scene, Game, Inspector, Project y Console.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980944"/>
            <a:ext cx="10168128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6928" y="2980944"/>
            <a:ext cx="68580" cy="658368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3127248"/>
            <a:ext cx="4114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F08A3C"/>
                </a:solidFill>
                <a:latin typeface="Neuromax SemB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086100"/>
            <a:ext cx="6035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31315"/>
                </a:solidFill>
                <a:latin typeface="Neuromax SemBd"/>
              </a:rPr>
              <a:t>ARMAR LA ESCENA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379723"/>
            <a:ext cx="80467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dirty="0">
                <a:solidFill>
                  <a:srgbClr val="4F5361"/>
                </a:solidFill>
                <a:latin typeface="Neuromax"/>
              </a:rPr>
              <a:t>Plano, </a:t>
            </a:r>
            <a:r>
              <a:rPr lang="en-US" sz="1250" dirty="0" err="1">
                <a:solidFill>
                  <a:srgbClr val="4F5361"/>
                </a:solidFill>
                <a:latin typeface="Neuromax"/>
              </a:rPr>
              <a:t>Cubo</a:t>
            </a:r>
            <a:r>
              <a:rPr sz="1250" b="0" i="0" dirty="0">
                <a:solidFill>
                  <a:srgbClr val="4F5361"/>
                </a:solidFill>
                <a:latin typeface="Neuromax"/>
              </a:rPr>
              <a:t>, </a:t>
            </a:r>
            <a:r>
              <a:rPr lang="en-US" sz="1250" dirty="0">
                <a:solidFill>
                  <a:srgbClr val="4F5361"/>
                </a:solidFill>
                <a:latin typeface="Neuromax"/>
              </a:rPr>
              <a:t>Script</a:t>
            </a:r>
            <a:r>
              <a:rPr sz="1250" b="0" i="0" dirty="0">
                <a:solidFill>
                  <a:srgbClr val="4F5361"/>
                </a:solidFill>
                <a:latin typeface="Neuromax"/>
              </a:rPr>
              <a:t> y </a:t>
            </a:r>
            <a:r>
              <a:rPr lang="en-US" sz="1250" dirty="0">
                <a:solidFill>
                  <a:srgbClr val="4F5361"/>
                </a:solidFill>
                <a:latin typeface="Neuromax"/>
              </a:rPr>
              <a:t>Componente</a:t>
            </a:r>
            <a:r>
              <a:rPr sz="1250" b="0" i="0" dirty="0">
                <a:solidFill>
                  <a:srgbClr val="4F5361"/>
                </a:solidFill>
                <a:latin typeface="Neuromax"/>
              </a:rPr>
              <a:t>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712463"/>
            <a:ext cx="10168128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6928" y="3712463"/>
            <a:ext cx="68580" cy="65836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3858768"/>
            <a:ext cx="4114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C2185B"/>
                </a:solidFill>
                <a:latin typeface="Neuromax SemBd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3817620"/>
            <a:ext cx="6035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31315"/>
                </a:solidFill>
                <a:latin typeface="Neuromax SemBd"/>
              </a:rPr>
              <a:t>ESCRIBIR EL CÓDIGO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4111243"/>
            <a:ext cx="80467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dirty="0">
                <a:solidFill>
                  <a:srgbClr val="4F5361"/>
                </a:solidFill>
                <a:latin typeface="Neuromax"/>
              </a:rPr>
              <a:t>VS Code, </a:t>
            </a:r>
            <a:r>
              <a:rPr lang="en-US" sz="1250" dirty="0" err="1">
                <a:solidFill>
                  <a:srgbClr val="4F5361"/>
                </a:solidFill>
                <a:latin typeface="Neuromax"/>
              </a:rPr>
              <a:t>Teclado</a:t>
            </a:r>
            <a:r>
              <a:rPr sz="1250" b="0" i="0" dirty="0">
                <a:solidFill>
                  <a:srgbClr val="4F5361"/>
                </a:solidFill>
                <a:latin typeface="Neuromax"/>
              </a:rPr>
              <a:t>, X/Z y </a:t>
            </a:r>
            <a:r>
              <a:rPr lang="en-US" sz="1250" dirty="0">
                <a:solidFill>
                  <a:srgbClr val="4F5361"/>
                </a:solidFill>
                <a:latin typeface="Neuromax"/>
              </a:rPr>
              <a:t>Tiempo</a:t>
            </a:r>
            <a:r>
              <a:rPr sz="1250" b="0" i="0" dirty="0">
                <a:solidFill>
                  <a:srgbClr val="4F5361"/>
                </a:solidFill>
                <a:latin typeface="Neuromax"/>
              </a:rPr>
              <a:t> real.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443983"/>
            <a:ext cx="10168128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66928" y="4443983"/>
            <a:ext cx="68580" cy="658368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9808" y="4590288"/>
            <a:ext cx="4114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F08A3C"/>
                </a:solidFill>
                <a:latin typeface="Neuromax SemBd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4549140"/>
            <a:ext cx="6035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31315"/>
                </a:solidFill>
                <a:latin typeface="Neuromax SemBd"/>
              </a:rPr>
              <a:t>FÍSICA Y DEPURACIÓN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1328" y="4842763"/>
            <a:ext cx="80467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dirty="0" err="1">
                <a:solidFill>
                  <a:srgbClr val="4F5361"/>
                </a:solidFill>
                <a:latin typeface="Neuromax"/>
              </a:rPr>
              <a:t>Rigidbody</a:t>
            </a:r>
            <a:r>
              <a:rPr sz="1250" b="0" i="0" dirty="0">
                <a:solidFill>
                  <a:srgbClr val="4F5361"/>
                </a:solidFill>
                <a:latin typeface="Neuromax"/>
              </a:rPr>
              <a:t>, </a:t>
            </a:r>
            <a:r>
              <a:rPr lang="en-US" sz="1250" dirty="0" err="1">
                <a:solidFill>
                  <a:srgbClr val="4F5361"/>
                </a:solidFill>
                <a:latin typeface="Neuromax"/>
              </a:rPr>
              <a:t>Gravedad</a:t>
            </a:r>
            <a:r>
              <a:rPr sz="1250" b="0" i="0" dirty="0">
                <a:solidFill>
                  <a:srgbClr val="4F5361"/>
                </a:solidFill>
                <a:latin typeface="Neuromax"/>
              </a:rPr>
              <a:t> y </a:t>
            </a:r>
            <a:r>
              <a:rPr lang="en-US" sz="1250" dirty="0">
                <a:solidFill>
                  <a:srgbClr val="4F5361"/>
                </a:solidFill>
                <a:latin typeface="Neuromax"/>
              </a:rPr>
              <a:t>Breakpoints</a:t>
            </a:r>
            <a:r>
              <a:rPr sz="1250" b="0" i="0" dirty="0">
                <a:solidFill>
                  <a:srgbClr val="4F5361"/>
                </a:solidFill>
                <a:latin typeface="Neuromax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8448" y="5340096"/>
            <a:ext cx="101498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b="1" dirty="0">
                <a:solidFill>
                  <a:srgbClr val="31324A"/>
                </a:solidFill>
                <a:latin typeface="Neuromax SemBd"/>
              </a:rPr>
              <a:t>Al final de la </a:t>
            </a:r>
            <a:r>
              <a:rPr lang="en-US" sz="1600" b="1" dirty="0" err="1">
                <a:solidFill>
                  <a:srgbClr val="31324A"/>
                </a:solidFill>
                <a:latin typeface="Neuromax SemBd"/>
              </a:rPr>
              <a:t>clase</a:t>
            </a:r>
            <a:r>
              <a:rPr lang="en-US" sz="1600" b="1" dirty="0">
                <a:solidFill>
                  <a:srgbClr val="31324A"/>
                </a:solidFill>
                <a:latin typeface="Neuromax SemBd"/>
              </a:rPr>
              <a:t> </a:t>
            </a:r>
            <a:r>
              <a:rPr lang="en-US" sz="1600" b="1" dirty="0" err="1">
                <a:solidFill>
                  <a:srgbClr val="31324A"/>
                </a:solidFill>
                <a:latin typeface="Neuromax SemBd"/>
              </a:rPr>
              <a:t>vamos</a:t>
            </a:r>
            <a:r>
              <a:rPr lang="en-US" sz="1600" b="1" dirty="0">
                <a:solidFill>
                  <a:srgbClr val="31324A"/>
                </a:solidFill>
                <a:latin typeface="Neuromax SemBd"/>
              </a:rPr>
              <a:t> a </a:t>
            </a:r>
            <a:r>
              <a:rPr lang="en-US" sz="1600" b="1" dirty="0" err="1">
                <a:solidFill>
                  <a:srgbClr val="31324A"/>
                </a:solidFill>
                <a:latin typeface="Neuromax SemBd"/>
              </a:rPr>
              <a:t>poder</a:t>
            </a:r>
            <a:r>
              <a:rPr lang="en-US" sz="1600" b="1" dirty="0">
                <a:solidFill>
                  <a:srgbClr val="31324A"/>
                </a:solidFill>
                <a:latin typeface="Neuromax SemBd"/>
              </a:rPr>
              <a:t> </a:t>
            </a:r>
            <a:r>
              <a:rPr sz="1600" b="1" i="0" dirty="0">
                <a:solidFill>
                  <a:srgbClr val="31324A"/>
                </a:solidFill>
                <a:latin typeface="Neuromax SemBd"/>
              </a:rPr>
              <a:t>un </a:t>
            </a:r>
            <a:r>
              <a:rPr sz="1600" b="1" i="0" dirty="0" err="1">
                <a:solidFill>
                  <a:srgbClr val="31324A"/>
                </a:solidFill>
                <a:latin typeface="Neuromax SemBd"/>
              </a:rPr>
              <a:t>cubo</a:t>
            </a:r>
            <a:r>
              <a:rPr sz="1600" b="1" i="0" dirty="0">
                <a:solidFill>
                  <a:srgbClr val="31324A"/>
                </a:solidFill>
                <a:latin typeface="Neuromax SemBd"/>
              </a:rPr>
              <a:t> </a:t>
            </a:r>
            <a:r>
              <a:rPr sz="1600" b="1" i="0" dirty="0" err="1">
                <a:solidFill>
                  <a:srgbClr val="31324A"/>
                </a:solidFill>
                <a:latin typeface="Neuromax SemBd"/>
              </a:rPr>
              <a:t>que</a:t>
            </a:r>
            <a:r>
              <a:rPr sz="1600" b="1" i="0" dirty="0">
                <a:solidFill>
                  <a:srgbClr val="31324A"/>
                </a:solidFill>
                <a:latin typeface="Neuromax SemBd"/>
              </a:rPr>
              <a:t> se </a:t>
            </a:r>
            <a:r>
              <a:rPr sz="1600" b="1" i="0" dirty="0" err="1">
                <a:solidFill>
                  <a:srgbClr val="31324A"/>
                </a:solidFill>
                <a:latin typeface="Neuromax SemBd"/>
              </a:rPr>
              <a:t>mueve</a:t>
            </a:r>
            <a:r>
              <a:rPr sz="1600" b="1" i="0" dirty="0">
                <a:solidFill>
                  <a:srgbClr val="31324A"/>
                </a:solidFill>
                <a:latin typeface="Neuromax SemBd"/>
              </a:rPr>
              <a:t> con WASD, </a:t>
            </a:r>
            <a:r>
              <a:rPr lang="en-US" sz="1600" b="1" dirty="0" err="1">
                <a:solidFill>
                  <a:srgbClr val="31324A"/>
                </a:solidFill>
                <a:latin typeface="Neuromax SemBd"/>
              </a:rPr>
              <a:t>que</a:t>
            </a:r>
            <a:r>
              <a:rPr lang="en-US" sz="1600" b="1" dirty="0">
                <a:solidFill>
                  <a:srgbClr val="31324A"/>
                </a:solidFill>
                <a:latin typeface="Neuromax SemBd"/>
              </a:rPr>
              <a:t> </a:t>
            </a:r>
            <a:r>
              <a:rPr lang="en-US" sz="1600" b="1" dirty="0" err="1">
                <a:solidFill>
                  <a:srgbClr val="31324A"/>
                </a:solidFill>
                <a:latin typeface="Neuromax SemBd"/>
              </a:rPr>
              <a:t>cae</a:t>
            </a:r>
            <a:r>
              <a:rPr sz="1600" b="1" i="0" dirty="0">
                <a:solidFill>
                  <a:srgbClr val="31324A"/>
                </a:solidFill>
                <a:latin typeface="Neuromax SemBd"/>
              </a:rPr>
              <a:t> con </a:t>
            </a:r>
            <a:r>
              <a:rPr sz="1600" b="1" i="0" dirty="0" err="1">
                <a:solidFill>
                  <a:srgbClr val="31324A"/>
                </a:solidFill>
                <a:latin typeface="Neuromax SemBd"/>
              </a:rPr>
              <a:t>gravedad</a:t>
            </a:r>
            <a:r>
              <a:rPr sz="1600" b="1" i="0" dirty="0">
                <a:solidFill>
                  <a:srgbClr val="31324A"/>
                </a:solidFill>
                <a:latin typeface="Neuromax SemBd"/>
              </a:rPr>
              <a:t> y se </a:t>
            </a:r>
            <a:r>
              <a:rPr sz="1600" b="1" i="0" dirty="0" err="1">
                <a:solidFill>
                  <a:srgbClr val="31324A"/>
                </a:solidFill>
                <a:latin typeface="Neuromax SemBd"/>
              </a:rPr>
              <a:t>puede</a:t>
            </a:r>
            <a:r>
              <a:rPr sz="1600" b="1" i="0" dirty="0">
                <a:solidFill>
                  <a:srgbClr val="31324A"/>
                </a:solidFill>
                <a:latin typeface="Neuromax SemBd"/>
              </a:rPr>
              <a:t> </a:t>
            </a:r>
            <a:r>
              <a:rPr sz="1600" b="1" i="0" dirty="0" err="1">
                <a:solidFill>
                  <a:srgbClr val="31324A"/>
                </a:solidFill>
                <a:latin typeface="Neuromax SemBd"/>
              </a:rPr>
              <a:t>depurar</a:t>
            </a:r>
            <a:r>
              <a:rPr sz="1600" b="1" i="0" dirty="0">
                <a:solidFill>
                  <a:srgbClr val="31324A"/>
                </a:solidFill>
                <a:latin typeface="Neuromax SemBd"/>
              </a:rPr>
              <a:t>.</a:t>
            </a:r>
            <a:endParaRPr lang="en-US" sz="1600" b="1" i="0" dirty="0">
              <a:solidFill>
                <a:srgbClr val="31324A"/>
              </a:solidFill>
              <a:latin typeface="Neuromax SemB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96112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 i="0">
                <a:solidFill>
                  <a:srgbClr val="F08A3C"/>
                </a:solidFill>
                <a:latin typeface="Neuromax SemB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55648"/>
            <a:ext cx="6766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31324A"/>
                </a:solidFill>
                <a:latin typeface="Neuromax SemBd"/>
              </a:rPr>
              <a:t>INSTALAR 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31324A"/>
                </a:solidFill>
                <a:latin typeface="Neuromax SemBd"/>
              </a:rPr>
              <a:t>CREAR EL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520440"/>
            <a:ext cx="2011680" cy="64008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767328"/>
            <a:ext cx="6035040" cy="2790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800" b="0" i="0">
                <a:solidFill>
                  <a:srgbClr val="4F5361"/>
                </a:solidFill>
                <a:latin typeface="Neuromax"/>
              </a:rPr>
              <a:t>Unity Hub</a:t>
            </a:r>
            <a:r>
              <a:rPr lang="en-US">
                <a:solidFill>
                  <a:srgbClr val="4F5361"/>
                </a:solidFill>
                <a:latin typeface="Neuromax"/>
              </a:rPr>
              <a:t> y Plantillas</a:t>
            </a:r>
            <a:r>
              <a:rPr sz="1800" b="0" i="0" dirty="0">
                <a:solidFill>
                  <a:srgbClr val="4F5361"/>
                </a:solidFill>
                <a:latin typeface="Neuromax"/>
              </a:rPr>
              <a:t>.</a:t>
            </a:r>
          </a:p>
        </p:txBody>
      </p:sp>
      <p:pic>
        <p:nvPicPr>
          <p:cNvPr id="10" name="Picture 9" descr="st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0" y="3063396"/>
            <a:ext cx="960120" cy="914086"/>
          </a:xfrm>
          <a:prstGeom prst="rect">
            <a:avLst/>
          </a:prstGeom>
        </p:spPr>
      </p:pic>
      <p:pic>
        <p:nvPicPr>
          <p:cNvPr id="11" name="Picture 10" descr="ches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4526686"/>
            <a:ext cx="2240280" cy="1187906"/>
          </a:xfrm>
          <a:prstGeom prst="rect">
            <a:avLst/>
          </a:prstGeom>
        </p:spPr>
      </p:pic>
      <p:pic>
        <p:nvPicPr>
          <p:cNvPr id="12" name="Picture 11" descr="Nube pixel ar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8967" y="1005840"/>
            <a:ext cx="1678744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75488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UNITY HUB: TODO EMPIEZA AQUÍ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El Hub instala el editor, abre tus proyectos y administra la licencia.</a:t>
            </a:r>
          </a:p>
        </p:txBody>
      </p:sp>
      <p:pic>
        <p:nvPicPr>
          <p:cNvPr id="7" name="Picture 6" descr="Unity Hub, pestaña Projec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66075"/>
            <a:ext cx="6903720" cy="3907560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  <p:sp>
        <p:nvSpPr>
          <p:cNvPr id="8" name="Oval 7"/>
          <p:cNvSpPr/>
          <p:nvPr/>
        </p:nvSpPr>
        <p:spPr>
          <a:xfrm>
            <a:off x="1707413" y="2242620"/>
            <a:ext cx="283464" cy="283464"/>
          </a:xfrm>
          <a:prstGeom prst="ellipse">
            <a:avLst/>
          </a:prstGeom>
          <a:solidFill>
            <a:srgbClr val="F08A3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>
                <a:solidFill>
                  <a:srgbClr val="FFFFFF"/>
                </a:solidFill>
                <a:latin typeface="Neuromax SemBd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6609054" y="2066780"/>
            <a:ext cx="283464" cy="283464"/>
          </a:xfrm>
          <a:prstGeom prst="ellipse">
            <a:avLst/>
          </a:prstGeom>
          <a:solidFill>
            <a:srgbClr val="F08A3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>
                <a:solidFill>
                  <a:srgbClr val="FFFFFF"/>
                </a:solidFill>
                <a:latin typeface="Neuromax SemBd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1707413" y="2691989"/>
            <a:ext cx="283464" cy="283464"/>
          </a:xfrm>
          <a:prstGeom prst="ellipse">
            <a:avLst/>
          </a:prstGeom>
          <a:solidFill>
            <a:srgbClr val="F08A3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>
                <a:solidFill>
                  <a:srgbClr val="FFFFFF"/>
                </a:solidFill>
                <a:latin typeface="Neuromax SemB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481328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31315"/>
                </a:solidFill>
                <a:latin typeface="Neuromax SemBd"/>
              </a:rPr>
              <a:t>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783080"/>
            <a:ext cx="38862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 dirty="0" err="1">
                <a:solidFill>
                  <a:srgbClr val="4F5361"/>
                </a:solidFill>
                <a:latin typeface="Neuromax"/>
              </a:rPr>
              <a:t>Aquí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s-ES" sz="1300" dirty="0">
                <a:solidFill>
                  <a:srgbClr val="4F5361"/>
                </a:solidFill>
                <a:latin typeface="Neuromax"/>
              </a:rPr>
              <a:t>se </a:t>
            </a:r>
            <a:r>
              <a:rPr lang="es-ES" sz="1300" dirty="0" err="1">
                <a:solidFill>
                  <a:srgbClr val="4F5361"/>
                </a:solidFill>
                <a:latin typeface="Neuromax"/>
              </a:rPr>
              <a:t>listan</a:t>
            </a:r>
            <a:r>
              <a:rPr lang="es-ES" sz="1300" dirty="0">
                <a:solidFill>
                  <a:srgbClr val="4F5361"/>
                </a:solidFill>
                <a:latin typeface="Neuromax"/>
              </a:rPr>
              <a:t> tus </a:t>
            </a:r>
            <a:r>
              <a:rPr sz="1300" b="0" i="0" dirty="0" err="1">
                <a:solidFill>
                  <a:srgbClr val="4F5361"/>
                </a:solidFill>
                <a:latin typeface="Neuromax"/>
              </a:rPr>
              <a:t>proyectos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331720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31315"/>
                </a:solidFill>
                <a:latin typeface="Neuromax SemBd"/>
              </a:rPr>
              <a:t>New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2633472"/>
            <a:ext cx="38862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Crea un proyecto nuevo con la plantilla que elijas.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3182112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31315"/>
                </a:solidFill>
                <a:latin typeface="Neuromax SemBd"/>
              </a:rPr>
              <a:t>Installs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3483864"/>
            <a:ext cx="38862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Descarga o cambia la versión del editor de Unity.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79" y="4187952"/>
            <a:ext cx="3886200" cy="1078992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09560" y="4325112"/>
            <a:ext cx="35204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54A0E"/>
                </a:solidFill>
                <a:latin typeface="Neuromax SemBd"/>
              </a:rPr>
              <a:t>TEMPLATES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0200" y="4724400"/>
            <a:ext cx="34747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1400" dirty="0">
                <a:solidFill>
                  <a:srgbClr val="31324A"/>
                </a:solidFill>
                <a:latin typeface="Neuromax"/>
              </a:rPr>
              <a:t>Nosotros usaremos 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URP </a:t>
            </a:r>
            <a:r>
              <a:rPr lang="es-ES" sz="1400" dirty="0">
                <a:solidFill>
                  <a:srgbClr val="31324A"/>
                </a:solidFill>
                <a:latin typeface="Neuromax"/>
              </a:rPr>
              <a:t>3D. </a:t>
            </a:r>
            <a:br>
              <a:rPr lang="es-ES" sz="1400" dirty="0">
                <a:solidFill>
                  <a:srgbClr val="31324A"/>
                </a:solidFill>
                <a:latin typeface="Neuromax"/>
              </a:rPr>
            </a:br>
            <a:endParaRPr lang="es-ES" sz="1400" dirty="0">
              <a:solidFill>
                <a:srgbClr val="31324A"/>
              </a:solidFill>
              <a:latin typeface="Neuromax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74320"/>
            <a:ext cx="82296" cy="82296"/>
          </a:xfrm>
          <a:prstGeom prst="rect">
            <a:avLst/>
          </a:prstGeom>
          <a:solidFill>
            <a:srgbClr val="B54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42316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54A0E"/>
                </a:solidFill>
                <a:latin typeface="Neuromax SemBd"/>
              </a:rPr>
              <a:t>8.6 · INSTALACIÓN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INSTALAR EL EDITOR Y ACTIVAR LA LICENCIA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50749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68580" cy="1371600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457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54A0E"/>
                </a:solidFill>
                <a:latin typeface="Neuromax SemB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700784"/>
            <a:ext cx="40233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DESCARGA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4279" y="2138663"/>
            <a:ext cx="4069080" cy="502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4F5361"/>
                </a:solidFill>
                <a:latin typeface="Neuromax"/>
              </a:rPr>
              <a:t>Ve a unity.com/download y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elige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Windows o macOS.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88736" y="1554480"/>
            <a:ext cx="50749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88736" y="1554480"/>
            <a:ext cx="68580" cy="137160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44768" y="1737360"/>
            <a:ext cx="457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54A0E"/>
                </a:solidFill>
                <a:latin typeface="Neuromax SemB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1700784"/>
            <a:ext cx="40233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INSTALA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6087" y="2138663"/>
            <a:ext cx="4069080" cy="502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</a:pPr>
            <a:r>
              <a:rPr sz="1600" b="0" i="0" dirty="0">
                <a:solidFill>
                  <a:srgbClr val="4F5361"/>
                </a:solidFill>
                <a:latin typeface="Neuromax"/>
              </a:rPr>
              <a:t>Abre el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instalador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y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sigue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el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asistente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. </a:t>
            </a:r>
            <a:br>
              <a:rPr lang="en-US" dirty="0"/>
            </a:br>
            <a:r>
              <a:rPr sz="1600" b="0" i="0" dirty="0">
                <a:solidFill>
                  <a:srgbClr val="4F5361"/>
                </a:solidFill>
                <a:latin typeface="Neuromax"/>
              </a:rPr>
              <a:t>No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necesitas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módulos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extra para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empezar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090672"/>
            <a:ext cx="50749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3090672"/>
            <a:ext cx="68580" cy="1371600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273552"/>
            <a:ext cx="457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54A0E"/>
                </a:solidFill>
                <a:latin typeface="Neuromax SemB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3236976"/>
            <a:ext cx="40233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CREA TU CUENTA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4279" y="3778177"/>
            <a:ext cx="40690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</a:pPr>
            <a:r>
              <a:rPr sz="1600" b="0" i="0" dirty="0">
                <a:solidFill>
                  <a:srgbClr val="4F5361"/>
                </a:solidFill>
                <a:latin typeface="Neuromax"/>
              </a:rPr>
              <a:t>Regístrate </a:t>
            </a:r>
            <a:r>
              <a:rPr lang="es-ES" sz="1600" dirty="0">
                <a:solidFill>
                  <a:srgbClr val="4F5361"/>
                </a:solidFill>
                <a:latin typeface="Neuromax"/>
              </a:rPr>
              <a:t>a </a:t>
            </a:r>
            <a:r>
              <a:rPr sz="1600" b="0" i="0">
                <a:solidFill>
                  <a:srgbClr val="4F5361"/>
                </a:solidFill>
                <a:latin typeface="Neuromax"/>
              </a:rPr>
              <a:t>Unity </a:t>
            </a:r>
            <a:r>
              <a:rPr lang="es-ES" sz="1600">
                <a:solidFill>
                  <a:srgbClr val="4F5361"/>
                </a:solidFill>
                <a:latin typeface="Neuromax"/>
              </a:rPr>
              <a:t>ID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e </a:t>
            </a:r>
            <a:r>
              <a:rPr sz="1600" b="0" i="0" err="1">
                <a:solidFill>
                  <a:srgbClr val="4F5361"/>
                </a:solidFill>
                <a:latin typeface="Neuromax"/>
              </a:rPr>
              <a:t>inicia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600" b="0" i="0" err="1">
                <a:solidFill>
                  <a:srgbClr val="4F5361"/>
                </a:solidFill>
                <a:latin typeface="Neuromax"/>
              </a:rPr>
              <a:t>sesión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600" b="0" i="0" err="1">
                <a:solidFill>
                  <a:srgbClr val="4F5361"/>
                </a:solidFill>
                <a:latin typeface="Neuromax"/>
              </a:rPr>
              <a:t>en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el Hub.</a:t>
            </a:r>
            <a:endParaRPr lang="es-ES" sz="1600" b="0" i="0" dirty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888736" y="3090672"/>
            <a:ext cx="50749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88736" y="3090672"/>
            <a:ext cx="68580" cy="137160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44768" y="3273552"/>
            <a:ext cx="457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54A0E"/>
                </a:solidFill>
                <a:latin typeface="Neuromax SemB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0256" y="3236976"/>
            <a:ext cx="40233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ACTIVA LA LICENCIA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6087" y="3674855"/>
            <a:ext cx="4069080" cy="502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</a:pPr>
            <a:r>
              <a:rPr sz="1600" b="0" i="0">
                <a:solidFill>
                  <a:srgbClr val="4F5361"/>
                </a:solidFill>
                <a:latin typeface="Neuromax"/>
              </a:rPr>
              <a:t>Preferences → Licenses → Add → </a:t>
            </a:r>
            <a:br>
              <a:rPr lang="es-ES" sz="1600" dirty="0">
                <a:solidFill>
                  <a:srgbClr val="4F5361"/>
                </a:solidFill>
                <a:latin typeface="Neuromax"/>
              </a:rPr>
            </a:br>
            <a:r>
              <a:rPr sz="1600" b="0" i="0">
                <a:solidFill>
                  <a:srgbClr val="4F5361"/>
                </a:solidFill>
                <a:latin typeface="Neuromax"/>
              </a:rPr>
              <a:t>Get a free personal license.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4825" y="4689271"/>
            <a:ext cx="10129385" cy="1456324"/>
          </a:xfrm>
          <a:prstGeom prst="rect">
            <a:avLst/>
          </a:prstGeom>
          <a:solidFill>
            <a:srgbClr val="31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1876" y="4817287"/>
            <a:ext cx="9784080" cy="1189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1600" b="1" i="0" dirty="0">
                <a:solidFill>
                  <a:srgbClr val="F08A3C"/>
                </a:solidFill>
                <a:latin typeface="Neuromax SemBd"/>
              </a:rPr>
              <a:t>REQUISITOS DE UNITY 6.3 </a:t>
            </a:r>
            <a:endParaRPr lang="es-ES" sz="1600">
              <a:solidFill>
                <a:srgbClr val="FFFFFF"/>
              </a:solidFill>
              <a:latin typeface="Neuromax"/>
            </a:endParaRPr>
          </a:p>
          <a:p>
            <a:pPr>
              <a:lnSpc>
                <a:spcPct val="112000"/>
              </a:lnSpc>
            </a:pPr>
            <a:r>
              <a:rPr lang="es-ES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     · </a:t>
            </a:r>
            <a:r>
              <a:rPr b="0" i="0">
                <a:solidFill>
                  <a:srgbClr val="FFFFFF"/>
                </a:solidFill>
                <a:latin typeface="Neuromax"/>
              </a:rPr>
              <a:t>Windows 10 21H1+ / macOS 13+ / Ubuntu 22.04+ </a:t>
            </a:r>
            <a:endParaRPr lang="es-ES">
              <a:solidFill>
                <a:srgbClr val="FFFFFF"/>
              </a:solidFill>
              <a:latin typeface="Neuromax"/>
            </a:endParaRPr>
          </a:p>
          <a:p>
            <a:pPr>
              <a:lnSpc>
                <a:spcPct val="112000"/>
              </a:lnSpc>
            </a:pPr>
            <a:r>
              <a:rPr lang="es-ES" dirty="0">
                <a:solidFill>
                  <a:srgbClr val="FFFFFF"/>
                </a:solidFill>
                <a:latin typeface="Neuromax"/>
              </a:rPr>
              <a:t>        </a:t>
            </a:r>
            <a:r>
              <a:rPr b="0" i="0">
                <a:solidFill>
                  <a:srgbClr val="FFFFFF"/>
                </a:solidFill>
                <a:latin typeface="Neuromax"/>
              </a:rPr>
              <a:t>· 8 GB de RAM mínimo</a:t>
            </a:r>
            <a:r>
              <a:rPr b="0" i="0" dirty="0">
                <a:solidFill>
                  <a:srgbClr val="FFFFFF"/>
                </a:solidFill>
                <a:latin typeface="Neuromax"/>
              </a:rPr>
              <a:t> </a:t>
            </a:r>
            <a:endParaRPr lang="es-ES" dirty="0">
              <a:solidFill>
                <a:srgbClr val="FFFFFF"/>
              </a:solidFill>
              <a:latin typeface="Neuromax"/>
            </a:endParaRPr>
          </a:p>
          <a:p>
            <a:pPr>
              <a:lnSpc>
                <a:spcPct val="112000"/>
              </a:lnSpc>
            </a:pPr>
            <a:r>
              <a:rPr lang="es-ES" dirty="0">
                <a:solidFill>
                  <a:srgbClr val="FFFFFF"/>
                </a:solidFill>
                <a:latin typeface="Neuromax"/>
              </a:rPr>
              <a:t>        </a:t>
            </a:r>
            <a:r>
              <a:rPr b="0" i="0">
                <a:solidFill>
                  <a:srgbClr val="FFFFFF"/>
                </a:solidFill>
                <a:latin typeface="Neuromax"/>
              </a:rPr>
              <a:t>· GPU con Metal, DX10/11/12 o Vulkan.</a:t>
            </a:r>
            <a:endParaRPr b="0" i="0" dirty="0">
              <a:solidFill>
                <a:srgbClr val="FFFFFF"/>
              </a:solidFill>
              <a:latin typeface="Neuromax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6300" y="469031"/>
            <a:ext cx="6219471" cy="542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CREAR EL PROYECTO URP 3D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6300" y="1014415"/>
            <a:ext cx="638736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New project → Universal 3D → nombre y ubicación → Create project.</a:t>
            </a:r>
          </a:p>
        </p:txBody>
      </p:sp>
      <p:pic>
        <p:nvPicPr>
          <p:cNvPr id="7" name="Picture 6" descr="Ventana New project de Unity Hub con Universal 3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546" y="1501269"/>
            <a:ext cx="7278495" cy="4069080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732520" y="1499616"/>
            <a:ext cx="2560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54A0E"/>
                </a:solidFill>
                <a:latin typeface="Neuromax SemB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25128" y="1463040"/>
            <a:ext cx="2560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54A0E"/>
                </a:solidFill>
                <a:latin typeface="Neuromax SemBd"/>
              </a:rPr>
              <a:t>EDITOR 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1772" y="1714784"/>
            <a:ext cx="2560320" cy="4319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sz="1400" b="0" i="0" dirty="0">
                <a:solidFill>
                  <a:srgbClr val="4F5361"/>
                </a:solidFill>
                <a:latin typeface="Neuromax"/>
              </a:rPr>
              <a:t>6000.3.26f1 LTS. </a:t>
            </a:r>
            <a:r>
              <a:rPr lang="es-ES" sz="1400">
                <a:solidFill>
                  <a:srgbClr val="4F5361"/>
                </a:solidFill>
                <a:latin typeface="Neuromax"/>
              </a:rPr>
              <a:t>Es la que todos</a:t>
            </a:r>
          </a:p>
          <a:p>
            <a:pPr>
              <a:lnSpc>
                <a:spcPct val="102000"/>
              </a:lnSpc>
            </a:pPr>
            <a:r>
              <a:rPr lang="es-ES" sz="1400">
                <a:solidFill>
                  <a:srgbClr val="4F5361"/>
                </a:solidFill>
                <a:latin typeface="Neuromax"/>
              </a:rPr>
              <a:t>vamos a usar</a:t>
            </a:r>
            <a:endParaRPr lang="es-ES" sz="1400" dirty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32520" y="2396865"/>
            <a:ext cx="2560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54A0E"/>
                </a:solidFill>
                <a:latin typeface="Neuromax SemB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5128" y="2360289"/>
            <a:ext cx="2560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54A0E"/>
                </a:solidFill>
                <a:latin typeface="Neuromax SemBd"/>
              </a:rPr>
              <a:t>UNIVERSAL 3D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1772" y="2573287"/>
            <a:ext cx="2560320" cy="212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sz="1400" b="0" i="0" dirty="0">
                <a:solidFill>
                  <a:srgbClr val="4F5361"/>
                </a:solidFill>
                <a:latin typeface="Neuromax"/>
              </a:rPr>
              <a:t>La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plantilla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URP para 3D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719605" y="3061639"/>
            <a:ext cx="2560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54A0E"/>
                </a:solidFill>
                <a:latin typeface="Neuromax SemB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2213" y="3025063"/>
            <a:ext cx="2560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54A0E"/>
                </a:solidFill>
                <a:latin typeface="Neuromax SemBd"/>
              </a:rPr>
              <a:t>PROJECT 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8857" y="3263892"/>
            <a:ext cx="2560320" cy="4319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s-ES" sz="1400" err="1">
                <a:solidFill>
                  <a:srgbClr val="4F5361"/>
                </a:solidFill>
                <a:latin typeface="Neuromax"/>
              </a:rPr>
              <a:t>Unity_Intro</a:t>
            </a:r>
            <a:r>
              <a:rPr lang="es-ES" sz="1400" dirty="0">
                <a:solidFill>
                  <a:srgbClr val="4F5361"/>
                </a:solidFill>
                <a:latin typeface="Neuromax"/>
              </a:rPr>
              <a:t>_1 es el nombre de </a:t>
            </a:r>
            <a:r>
              <a:rPr lang="es-ES" sz="1400">
                <a:solidFill>
                  <a:srgbClr val="4F5361"/>
                </a:solidFill>
                <a:latin typeface="Neuromax"/>
              </a:rPr>
              <a:t>nuestro primer proyecto</a:t>
            </a:r>
            <a:endParaRPr sz="1400" b="0" i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19605" y="3971801"/>
            <a:ext cx="2560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54A0E"/>
                </a:solidFill>
                <a:latin typeface="Neuromax SemB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2213" y="3935226"/>
            <a:ext cx="2560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54A0E"/>
                </a:solidFill>
                <a:latin typeface="Neuromax SemBd"/>
              </a:rPr>
              <a:t>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8858" y="4154680"/>
            <a:ext cx="2579692" cy="4319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Una carpeta tuya, fuera de Descargas y de la nube.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9605" y="4933626"/>
            <a:ext cx="2560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54A0E"/>
                </a:solidFill>
                <a:latin typeface="Neuromax SemBd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2213" y="4897051"/>
            <a:ext cx="2560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54A0E"/>
                </a:solidFill>
                <a:latin typeface="Neuromax SemBd"/>
              </a:rPr>
              <a:t>CREATE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1773" y="5148794"/>
            <a:ext cx="2812166" cy="4319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sz="1400" b="0" i="0" dirty="0">
                <a:solidFill>
                  <a:srgbClr val="4F5361"/>
                </a:solidFill>
                <a:latin typeface="Neuromax"/>
              </a:rPr>
              <a:t>Unity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crea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la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carpeta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y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abre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s-ES" sz="1400" dirty="0" err="1">
                <a:solidFill>
                  <a:srgbClr val="4F5361"/>
                </a:solidFill>
                <a:latin typeface="Neuromax"/>
              </a:rPr>
              <a:t>automaticamente</a:t>
            </a:r>
            <a:r>
              <a:rPr lang="es-ES" sz="1400" dirty="0">
                <a:solidFill>
                  <a:srgbClr val="4F5361"/>
                </a:solidFill>
                <a:latin typeface="Neuromax"/>
              </a:rPr>
              <a:t> el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editor.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4013" y="346335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ABRIR EL PROYECTO</a:t>
            </a:r>
          </a:p>
        </p:txBody>
      </p:sp>
      <p:pic>
        <p:nvPicPr>
          <p:cNvPr id="7" name="Picture 6" descr="Proyecto Unity_Intro listado en Unity Hu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767" y="1417320"/>
            <a:ext cx="6899225" cy="3867912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  <p:pic>
        <p:nvPicPr>
          <p:cNvPr id="8" name="Picture 7" descr="Pantalla de carga del editor de Unit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79" y="1418291"/>
            <a:ext cx="2880360" cy="2905849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183879" y="4407408"/>
            <a:ext cx="29260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1315"/>
                </a:solidFill>
                <a:latin typeface="Neuromax SemBd"/>
              </a:rPr>
              <a:t>La barra de carga</a:t>
            </a:r>
            <a:endParaRPr lang="es-ES" sz="1600" b="1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83879" y="4785050"/>
            <a:ext cx="2926080" cy="4979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4F5361"/>
                </a:solidFill>
                <a:latin typeface="Neuromax"/>
              </a:rPr>
              <a:t>La </a:t>
            </a:r>
            <a:r>
              <a:rPr sz="1600" b="0" i="0">
                <a:solidFill>
                  <a:srgbClr val="4F5361"/>
                </a:solidFill>
                <a:latin typeface="Neuromax"/>
              </a:rPr>
              <a:t>primera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600" b="0" i="0">
                <a:solidFill>
                  <a:srgbClr val="4F5361"/>
                </a:solidFill>
                <a:latin typeface="Neuromax"/>
              </a:rPr>
              <a:t>importación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600" b="0" i="0">
                <a:solidFill>
                  <a:srgbClr val="4F5361"/>
                </a:solidFill>
                <a:latin typeface="Neuromax"/>
              </a:rPr>
              <a:t>puede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600" b="0" i="0">
                <a:solidFill>
                  <a:srgbClr val="4F5361"/>
                </a:solidFill>
                <a:latin typeface="Neuromax"/>
              </a:rPr>
              <a:t>tardar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; no </a:t>
            </a:r>
            <a:r>
              <a:rPr sz="1600" b="0" i="0">
                <a:solidFill>
                  <a:srgbClr val="4F5361"/>
                </a:solidFill>
                <a:latin typeface="Neuromax"/>
              </a:rPr>
              <a:t>cierres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el editor.</a:t>
            </a:r>
            <a:endParaRPr lang="es-ES" sz="1600" b="0" i="0">
              <a:solidFill>
                <a:srgbClr val="4F5361"/>
              </a:solidFill>
              <a:latin typeface="Neuromax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96112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 i="0">
                <a:solidFill>
                  <a:srgbClr val="F08A3C"/>
                </a:solidFill>
                <a:latin typeface="Neuromax SemBd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55648"/>
            <a:ext cx="6766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31324A"/>
                </a:solidFill>
                <a:latin typeface="Neuromax SemBd"/>
              </a:rPr>
              <a:t>CONOCER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31324A"/>
                </a:solidFill>
                <a:latin typeface="Neuromax SemBd"/>
              </a:rPr>
              <a:t>EL EDITOR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520440"/>
            <a:ext cx="2011680" cy="64008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3778694"/>
            <a:ext cx="67665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54A0E"/>
                </a:solidFill>
                <a:latin typeface="Neuromax SemBd"/>
              </a:rPr>
              <a:t>HIERARCHY · SCENE · GAME · INSPECTOR · PROJECT · CONSOLE</a:t>
            </a:r>
            <a:endParaRPr lang="es-ES" sz="1600" b="0" i="0">
              <a:solidFill>
                <a:srgbClr val="B54A0E"/>
              </a:solidFill>
              <a:latin typeface="Neuromax SemBd"/>
            </a:endParaRPr>
          </a:p>
        </p:txBody>
      </p:sp>
      <p:pic>
        <p:nvPicPr>
          <p:cNvPr id="10" name="Picture 9" descr="tr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3430774"/>
            <a:ext cx="1417320" cy="2538483"/>
          </a:xfrm>
          <a:prstGeom prst="rect">
            <a:avLst/>
          </a:prstGeom>
        </p:spPr>
      </p:pic>
      <p:pic>
        <p:nvPicPr>
          <p:cNvPr id="11" name="Picture 10" descr="mushroo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3973" y="5833872"/>
            <a:ext cx="683212" cy="411480"/>
          </a:xfrm>
          <a:prstGeom prst="rect">
            <a:avLst/>
          </a:prstGeom>
        </p:spPr>
      </p:pic>
      <p:pic>
        <p:nvPicPr>
          <p:cNvPr id="12" name="Picture 11" descr="Nube pixel ar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8967" y="1005840"/>
            <a:ext cx="1678744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6114" y="-2376"/>
            <a:ext cx="5321860" cy="542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LA PANTALLA DE 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3606" y="543009"/>
            <a:ext cx="439841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dirty="0" err="1">
                <a:solidFill>
                  <a:srgbClr val="4F5361"/>
                </a:solidFill>
                <a:latin typeface="Neuromax"/>
              </a:rPr>
              <a:t>Scene</a:t>
            </a:r>
            <a:r>
              <a:rPr sz="1600" b="1" i="0" dirty="0">
                <a:solidFill>
                  <a:srgbClr val="4F5361"/>
                </a:solidFill>
                <a:latin typeface="Neuromax"/>
              </a:rPr>
              <a:t> es </a:t>
            </a:r>
            <a:r>
              <a:rPr sz="1600" b="1" i="0" dirty="0" err="1">
                <a:solidFill>
                  <a:srgbClr val="4F5361"/>
                </a:solidFill>
                <a:latin typeface="Neuromax"/>
              </a:rPr>
              <a:t>tu</a:t>
            </a:r>
            <a:r>
              <a:rPr sz="1600" b="1" i="0" dirty="0">
                <a:solidFill>
                  <a:srgbClr val="4F5361"/>
                </a:solidFill>
                <a:latin typeface="Neuromax"/>
              </a:rPr>
              <a:t> taller; </a:t>
            </a:r>
            <a:r>
              <a:rPr sz="1600" b="1" i="0" dirty="0" err="1">
                <a:solidFill>
                  <a:srgbClr val="4F5361"/>
                </a:solidFill>
                <a:latin typeface="Neuromax"/>
              </a:rPr>
              <a:t>Game</a:t>
            </a:r>
            <a:r>
              <a:rPr sz="1600" b="1" i="0" dirty="0">
                <a:solidFill>
                  <a:srgbClr val="4F5361"/>
                </a:solidFill>
                <a:latin typeface="Neuromax"/>
              </a:rPr>
              <a:t> es lo </a:t>
            </a:r>
            <a:r>
              <a:rPr sz="1600" b="1" i="0" dirty="0" err="1">
                <a:solidFill>
                  <a:srgbClr val="4F5361"/>
                </a:solidFill>
                <a:latin typeface="Neuromax"/>
              </a:rPr>
              <a:t>que</a:t>
            </a:r>
            <a:r>
              <a:rPr sz="1600" b="1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600" b="1" i="0" dirty="0" err="1">
                <a:solidFill>
                  <a:srgbClr val="4F5361"/>
                </a:solidFill>
                <a:latin typeface="Neuromax"/>
              </a:rPr>
              <a:t>ve</a:t>
            </a:r>
            <a:r>
              <a:rPr sz="1600" b="1" i="0" dirty="0">
                <a:solidFill>
                  <a:srgbClr val="4F5361"/>
                </a:solidFill>
                <a:latin typeface="Neuromax"/>
              </a:rPr>
              <a:t> el jugador</a:t>
            </a:r>
            <a:endParaRPr lang="es-ES" sz="1600" b="1" i="0" dirty="0">
              <a:solidFill>
                <a:srgbClr val="4F5361"/>
              </a:solidFill>
              <a:latin typeface="Neuromax"/>
            </a:endParaRPr>
          </a:p>
        </p:txBody>
      </p:sp>
      <p:pic>
        <p:nvPicPr>
          <p:cNvPr id="7" name="Picture 6" descr="Editor de Unity con la escena de ejempl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74" y="1159015"/>
            <a:ext cx="8259352" cy="4855464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  <p:sp>
        <p:nvSpPr>
          <p:cNvPr id="8" name="Oval 7"/>
          <p:cNvSpPr/>
          <p:nvPr/>
        </p:nvSpPr>
        <p:spPr>
          <a:xfrm>
            <a:off x="4718086" y="1235778"/>
            <a:ext cx="283464" cy="283464"/>
          </a:xfrm>
          <a:prstGeom prst="ellipse">
            <a:avLst/>
          </a:prstGeom>
          <a:solidFill>
            <a:srgbClr val="F08A3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>
                <a:solidFill>
                  <a:srgbClr val="FFFFFF"/>
                </a:solidFill>
                <a:latin typeface="Neuromax SemBd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1042674" y="2134039"/>
            <a:ext cx="283464" cy="283464"/>
          </a:xfrm>
          <a:prstGeom prst="ellipse">
            <a:avLst/>
          </a:prstGeom>
          <a:solidFill>
            <a:srgbClr val="F08A3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>
                <a:solidFill>
                  <a:srgbClr val="FFFFFF"/>
                </a:solidFill>
                <a:latin typeface="Neuromax SemBd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4057338" y="2959468"/>
            <a:ext cx="283464" cy="283464"/>
          </a:xfrm>
          <a:prstGeom prst="ellipse">
            <a:avLst/>
          </a:prstGeom>
          <a:solidFill>
            <a:srgbClr val="F08A3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>
                <a:solidFill>
                  <a:srgbClr val="FFFFFF"/>
                </a:solidFill>
                <a:latin typeface="Neuromax SemBd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4139931" y="1454274"/>
            <a:ext cx="283464" cy="283464"/>
          </a:xfrm>
          <a:prstGeom prst="ellipse">
            <a:avLst/>
          </a:prstGeom>
          <a:solidFill>
            <a:srgbClr val="F08A3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>
                <a:solidFill>
                  <a:srgbClr val="FFFFFF"/>
                </a:solidFill>
                <a:latin typeface="Neuromax SemBd"/>
              </a:rPr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7443672" y="3056577"/>
            <a:ext cx="283464" cy="283464"/>
          </a:xfrm>
          <a:prstGeom prst="ellipse">
            <a:avLst/>
          </a:prstGeom>
          <a:solidFill>
            <a:srgbClr val="F08A3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>
                <a:solidFill>
                  <a:srgbClr val="FFFFFF"/>
                </a:solidFill>
                <a:latin typeface="Neuromax SemBd"/>
              </a:rPr>
              <a:t>5</a:t>
            </a:r>
          </a:p>
        </p:txBody>
      </p:sp>
      <p:sp>
        <p:nvSpPr>
          <p:cNvPr id="13" name="Oval 12"/>
          <p:cNvSpPr/>
          <p:nvPr/>
        </p:nvSpPr>
        <p:spPr>
          <a:xfrm>
            <a:off x="1662126" y="5192982"/>
            <a:ext cx="283464" cy="283464"/>
          </a:xfrm>
          <a:prstGeom prst="ellipse">
            <a:avLst/>
          </a:prstGeom>
          <a:solidFill>
            <a:srgbClr val="F08A3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>
                <a:solidFill>
                  <a:srgbClr val="FFFFFF"/>
                </a:solidFill>
                <a:latin typeface="Neuromax SemBd"/>
              </a:rPr>
              <a:t>6</a:t>
            </a:r>
          </a:p>
        </p:txBody>
      </p:sp>
      <p:sp>
        <p:nvSpPr>
          <p:cNvPr id="14" name="Oval 13"/>
          <p:cNvSpPr/>
          <p:nvPr/>
        </p:nvSpPr>
        <p:spPr>
          <a:xfrm>
            <a:off x="2488061" y="5120150"/>
            <a:ext cx="283464" cy="283464"/>
          </a:xfrm>
          <a:prstGeom prst="ellipse">
            <a:avLst/>
          </a:prstGeom>
          <a:solidFill>
            <a:srgbClr val="F08A3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>
                <a:solidFill>
                  <a:srgbClr val="FFFFFF"/>
                </a:solidFill>
                <a:latin typeface="Neuromax SemBd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5365" y="1151989"/>
            <a:ext cx="2606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 SemBd"/>
              </a:rPr>
              <a:t>1  Barra superior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8467" y="1472597"/>
            <a:ext cx="2606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Play, Pause y Step.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2449" y="1839441"/>
            <a:ext cx="2606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 SemBd"/>
              </a:rPr>
              <a:t>2  Hierarchy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2761" y="2068042"/>
            <a:ext cx="2423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 dirty="0" err="1">
                <a:solidFill>
                  <a:srgbClr val="4F5361"/>
                </a:solidFill>
                <a:latin typeface="Neuromax"/>
              </a:rPr>
              <a:t>Objetos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s-ES" sz="1400" dirty="0" err="1">
                <a:solidFill>
                  <a:srgbClr val="4F5361"/>
                </a:solidFill>
                <a:latin typeface="Neuromax"/>
              </a:rPr>
              <a:t>dentro</a:t>
            </a:r>
            <a:r>
              <a:rPr lang="es-ES" sz="1400" dirty="0">
                <a:solidFill>
                  <a:srgbClr val="4F5361"/>
                </a:solidFill>
                <a:latin typeface="Neuromax"/>
              </a:rPr>
              <a:t> de </a:t>
            </a:r>
            <a:r>
              <a:rPr lang="es-ES" sz="1400" dirty="0" err="1">
                <a:solidFill>
                  <a:srgbClr val="4F5361"/>
                </a:solidFill>
                <a:latin typeface="Neuromax"/>
              </a:rPr>
              <a:t>tu</a:t>
            </a:r>
            <a:r>
              <a:rPr lang="es-ES" sz="140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s-ES" sz="1400" dirty="0" err="1">
                <a:solidFill>
                  <a:srgbClr val="4F5361"/>
                </a:solidFill>
                <a:latin typeface="Neuromax"/>
              </a:rPr>
              <a:t>escena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449" y="2494607"/>
            <a:ext cx="2606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 SemBd"/>
              </a:rPr>
              <a:t>3  Scene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2761" y="2723207"/>
            <a:ext cx="2423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1400" dirty="0">
                <a:solidFill>
                  <a:srgbClr val="4F5361"/>
                </a:solidFill>
                <a:latin typeface="Neuromax"/>
              </a:rPr>
              <a:t>La </a:t>
            </a:r>
            <a:r>
              <a:rPr lang="es-ES" sz="1400" dirty="0" err="1">
                <a:solidFill>
                  <a:srgbClr val="4F5361"/>
                </a:solidFill>
                <a:latin typeface="Neuromax"/>
              </a:rPr>
              <a:t>configuracion</a:t>
            </a:r>
            <a:r>
              <a:rPr lang="es-ES" sz="1400" dirty="0">
                <a:solidFill>
                  <a:srgbClr val="4F5361"/>
                </a:solidFill>
                <a:latin typeface="Neuromax"/>
              </a:rPr>
              <a:t> de los objetos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.</a:t>
            </a:r>
            <a:endParaRPr lang="es-ES" sz="1400" b="0" i="0" dirty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46618" y="3098110"/>
            <a:ext cx="2606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 SemBd"/>
              </a:rPr>
              <a:t>4  Game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6930" y="3326710"/>
            <a:ext cx="24231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1400" dirty="0">
                <a:solidFill>
                  <a:srgbClr val="4F5361"/>
                </a:solidFill>
                <a:latin typeface="Neuromax"/>
              </a:rPr>
              <a:t>Lo </a:t>
            </a:r>
            <a:r>
              <a:rPr lang="es-ES" sz="1400" dirty="0" err="1">
                <a:solidFill>
                  <a:srgbClr val="4F5361"/>
                </a:solidFill>
                <a:latin typeface="Neuromax"/>
              </a:rPr>
              <a:t>que</a:t>
            </a:r>
            <a:r>
              <a:rPr lang="es-ES" sz="140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s-ES" sz="1400" dirty="0" err="1">
                <a:solidFill>
                  <a:srgbClr val="4F5361"/>
                </a:solidFill>
                <a:latin typeface="Neuromax"/>
              </a:rPr>
              <a:t>va</a:t>
            </a:r>
            <a:r>
              <a:rPr lang="es-ES" sz="1400" dirty="0">
                <a:solidFill>
                  <a:srgbClr val="4F5361"/>
                </a:solidFill>
                <a:latin typeface="Neuromax"/>
              </a:rPr>
              <a:t> a </a:t>
            </a:r>
            <a:r>
              <a:rPr lang="es-ES" sz="1400" dirty="0" err="1">
                <a:solidFill>
                  <a:srgbClr val="4F5361"/>
                </a:solidFill>
                <a:latin typeface="Neuromax"/>
              </a:rPr>
              <a:t>ver</a:t>
            </a:r>
            <a:r>
              <a:rPr lang="es-ES" sz="1400" dirty="0">
                <a:solidFill>
                  <a:srgbClr val="4F5361"/>
                </a:solidFill>
                <a:latin typeface="Neuromax"/>
              </a:rPr>
              <a:t> el jugador. </a:t>
            </a:r>
            <a:br>
              <a:rPr lang="es-ES" sz="1400" dirty="0">
                <a:solidFill>
                  <a:srgbClr val="4F5361"/>
                </a:solidFill>
                <a:latin typeface="Neuromax"/>
              </a:rPr>
            </a:br>
            <a:r>
              <a:rPr lang="es-ES" sz="1400" dirty="0">
                <a:solidFill>
                  <a:srgbClr val="4F5361"/>
                </a:solidFill>
                <a:latin typeface="Neuromax"/>
              </a:rPr>
              <a:t>(</a:t>
            </a:r>
            <a:r>
              <a:rPr lang="es-ES" sz="1400" dirty="0" err="1">
                <a:solidFill>
                  <a:srgbClr val="4F5361"/>
                </a:solidFill>
                <a:latin typeface="Neuromax"/>
              </a:rPr>
              <a:t>camara</a:t>
            </a:r>
            <a:r>
              <a:rPr lang="es-ES" sz="1400" dirty="0">
                <a:solidFill>
                  <a:srgbClr val="4F5361"/>
                </a:solidFill>
                <a:latin typeface="Neuromax"/>
              </a:rPr>
              <a:t>)</a:t>
            </a:r>
            <a:endParaRPr sz="1400" b="0" i="0" dirty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072450" y="3895344"/>
            <a:ext cx="2606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 SemBd"/>
              </a:rPr>
              <a:t>5  Inspector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2762" y="4123944"/>
            <a:ext cx="2423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Componentes del objeto.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9534" y="4524679"/>
            <a:ext cx="2606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 SemBd"/>
              </a:rPr>
              <a:t>6  Project (Assets)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9846" y="4753279"/>
            <a:ext cx="2423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Archivos del proyecto.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9534" y="5141098"/>
            <a:ext cx="2606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 SemBd"/>
              </a:rPr>
              <a:t>7  Console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9846" y="5369698"/>
            <a:ext cx="2423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Errores y mensajes.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352" y="255929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CADA SECCIÓN, SU FUNCIÓN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420" y="1723515"/>
            <a:ext cx="48463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8" name="Rectangle 7"/>
          <p:cNvSpPr/>
          <p:nvPr/>
        </p:nvSpPr>
        <p:spPr>
          <a:xfrm>
            <a:off x="644420" y="1723515"/>
            <a:ext cx="68580" cy="1188720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882164" y="1860675"/>
            <a:ext cx="3657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08A3C"/>
                </a:solidFill>
                <a:latin typeface="Neuromax SemB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9974" y="1824099"/>
            <a:ext cx="4023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 SemBd"/>
              </a:rPr>
              <a:t>HIERARCHY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6212" y="2125851"/>
            <a:ext cx="404164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 dirty="0">
                <a:solidFill>
                  <a:srgbClr val="4F5361"/>
                </a:solidFill>
                <a:latin typeface="Neuromax"/>
              </a:rPr>
              <a:t>Lista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los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GameObjects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de la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escena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. </a:t>
            </a:r>
            <a:br>
              <a:rPr lang="en-US" dirty="0"/>
            </a:br>
            <a:r>
              <a:rPr sz="1400" b="0" i="0" dirty="0">
                <a:solidFill>
                  <a:srgbClr val="4F5361"/>
                </a:solidFill>
                <a:latin typeface="Neuromax"/>
              </a:rPr>
              <a:t>Arrastra uno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sobre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otro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para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crear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jerarquías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6212" y="2717008"/>
            <a:ext cx="404164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1100" dirty="0">
                <a:solidFill>
                  <a:srgbClr val="F08A3C"/>
                </a:solidFill>
                <a:latin typeface="Neuromax SemBd"/>
                <a:ea typeface="Calibri"/>
                <a:cs typeface="Calibri"/>
              </a:rPr>
              <a:t>Son todos los objetos que </a:t>
            </a:r>
            <a:r>
              <a:rPr lang="es-ES" sz="1100" dirty="0" err="1">
                <a:solidFill>
                  <a:srgbClr val="F08A3C"/>
                </a:solidFill>
                <a:latin typeface="Neuromax SemBd"/>
                <a:ea typeface="Calibri"/>
                <a:cs typeface="Calibri"/>
              </a:rPr>
              <a:t>estan</a:t>
            </a:r>
            <a:r>
              <a:rPr lang="es-ES" sz="1100" dirty="0">
                <a:solidFill>
                  <a:srgbClr val="F08A3C"/>
                </a:solidFill>
                <a:latin typeface="Neuromax SemBd"/>
                <a:ea typeface="Calibri"/>
                <a:cs typeface="Calibri"/>
              </a:rPr>
              <a:t> dentro de la escena</a:t>
            </a:r>
            <a:endParaRPr lang="es-ES" sz="1100" dirty="0">
              <a:solidFill>
                <a:srgbClr val="F08A3C"/>
              </a:solidFill>
              <a:latin typeface="Neuromax SemB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28484" y="1723515"/>
            <a:ext cx="48463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4" name="Rectangle 13"/>
          <p:cNvSpPr/>
          <p:nvPr/>
        </p:nvSpPr>
        <p:spPr>
          <a:xfrm>
            <a:off x="5728484" y="1723515"/>
            <a:ext cx="68580" cy="118872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5966228" y="1860675"/>
            <a:ext cx="3657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2185B"/>
                </a:solidFill>
                <a:latin typeface="Neuromax SemB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4038" y="1824099"/>
            <a:ext cx="4023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 SemBd"/>
              </a:rPr>
              <a:t>SCENE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275" y="2125851"/>
            <a:ext cx="404164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1400" dirty="0">
                <a:solidFill>
                  <a:srgbClr val="4F5361"/>
                </a:solidFill>
                <a:latin typeface="Neuromax"/>
              </a:rPr>
              <a:t>Aquí puedes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s-ES" sz="1400" dirty="0">
                <a:solidFill>
                  <a:srgbClr val="4F5361"/>
                </a:solidFill>
                <a:latin typeface="Neuromax"/>
              </a:rPr>
              <a:t>muever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, </a:t>
            </a:r>
            <a:r>
              <a:rPr lang="es-ES" sz="1400" dirty="0">
                <a:solidFill>
                  <a:srgbClr val="4F5361"/>
                </a:solidFill>
                <a:latin typeface="Neuromax"/>
              </a:rPr>
              <a:t>rotar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y </a:t>
            </a:r>
            <a:r>
              <a:rPr lang="es-ES" sz="1400">
                <a:solidFill>
                  <a:srgbClr val="4F5361"/>
                </a:solidFill>
                <a:latin typeface="Neuromax"/>
              </a:rPr>
              <a:t>escalar GameObjects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</a:t>
            </a:r>
            <a:endParaRPr lang="es-ES">
              <a:ea typeface="Calibri"/>
              <a:cs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4F5361"/>
                </a:solidFill>
                <a:latin typeface="Neuromax"/>
              </a:rPr>
              <a:t>No es la vista final del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jugador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.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350275" y="2717008"/>
            <a:ext cx="404164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1100" dirty="0" err="1">
                <a:solidFill>
                  <a:srgbClr val="C2185B"/>
                </a:solidFill>
                <a:latin typeface="Neuromax SemBd"/>
              </a:rPr>
              <a:t>Configuracion</a:t>
            </a:r>
            <a:r>
              <a:rPr lang="es-ES" sz="1100" dirty="0">
                <a:solidFill>
                  <a:srgbClr val="C2185B"/>
                </a:solidFill>
                <a:latin typeface="Neuromax SemBd"/>
              </a:rPr>
              <a:t> </a:t>
            </a:r>
            <a:r>
              <a:rPr lang="es-ES" sz="1100" dirty="0" err="1">
                <a:solidFill>
                  <a:srgbClr val="C2185B"/>
                </a:solidFill>
                <a:latin typeface="Neuromax SemBd"/>
              </a:rPr>
              <a:t>inicial</a:t>
            </a:r>
            <a:r>
              <a:rPr lang="es-ES" sz="1100" dirty="0">
                <a:solidFill>
                  <a:srgbClr val="C2185B"/>
                </a:solidFill>
                <a:latin typeface="Neuromax SemBd"/>
              </a:rPr>
              <a:t> de </a:t>
            </a:r>
            <a:r>
              <a:rPr lang="es-ES" sz="1100" dirty="0" err="1">
                <a:solidFill>
                  <a:srgbClr val="C2185B"/>
                </a:solidFill>
                <a:latin typeface="Neuromax SemBd"/>
              </a:rPr>
              <a:t>los</a:t>
            </a:r>
            <a:r>
              <a:rPr lang="es-ES" sz="1100" dirty="0">
                <a:solidFill>
                  <a:srgbClr val="C2185B"/>
                </a:solidFill>
                <a:latin typeface="Neuromax SemBd"/>
              </a:rPr>
              <a:t> </a:t>
            </a:r>
            <a:r>
              <a:rPr lang="es-ES" sz="1100" dirty="0" err="1">
                <a:solidFill>
                  <a:srgbClr val="C2185B"/>
                </a:solidFill>
                <a:latin typeface="Neuromax SemBd"/>
              </a:rPr>
              <a:t>objetos</a:t>
            </a:r>
            <a:r>
              <a:rPr lang="es-ES" sz="1100" dirty="0">
                <a:solidFill>
                  <a:srgbClr val="C2185B"/>
                </a:solidFill>
                <a:latin typeface="Neuromax SemBd"/>
              </a:rPr>
              <a:t> </a:t>
            </a:r>
            <a:r>
              <a:rPr lang="es-ES" sz="1100" dirty="0" err="1">
                <a:solidFill>
                  <a:srgbClr val="C2185B"/>
                </a:solidFill>
                <a:latin typeface="Neuromax SemBd"/>
              </a:rPr>
              <a:t>en</a:t>
            </a:r>
            <a:r>
              <a:rPr lang="es-ES" sz="1100" dirty="0">
                <a:solidFill>
                  <a:srgbClr val="C2185B"/>
                </a:solidFill>
                <a:latin typeface="Neuromax SemBd"/>
              </a:rPr>
              <a:t> la </a:t>
            </a:r>
            <a:r>
              <a:rPr lang="es-ES" sz="1100" dirty="0" err="1">
                <a:solidFill>
                  <a:srgbClr val="C2185B"/>
                </a:solidFill>
                <a:latin typeface="Neuromax SemBd"/>
              </a:rPr>
              <a:t>escen</a:t>
            </a:r>
            <a:r>
              <a:rPr lang="es-ES" sz="1100" dirty="0">
                <a:solidFill>
                  <a:srgbClr val="C2185B"/>
                </a:solidFill>
                <a:latin typeface="Neuromax SemBd"/>
              </a:rPr>
              <a:t>a</a:t>
            </a:r>
            <a:r>
              <a:rPr sz="1100" b="0" i="0" dirty="0">
                <a:solidFill>
                  <a:srgbClr val="C2185B"/>
                </a:solidFill>
                <a:latin typeface="Neuromax SemBd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420" y="3040251"/>
            <a:ext cx="48463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0" name="Rectangle 19"/>
          <p:cNvSpPr/>
          <p:nvPr/>
        </p:nvSpPr>
        <p:spPr>
          <a:xfrm>
            <a:off x="644420" y="3040251"/>
            <a:ext cx="68580" cy="1188720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882164" y="3177411"/>
            <a:ext cx="3657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08A3C"/>
                </a:solidFill>
                <a:latin typeface="Neuromax SemB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9974" y="3140835"/>
            <a:ext cx="4023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 SemBd"/>
              </a:rPr>
              <a:t>GAME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6212" y="3442587"/>
            <a:ext cx="404164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>
                <a:solidFill>
                  <a:srgbClr val="4F5361"/>
                </a:solidFill>
                <a:latin typeface="Neuromax"/>
              </a:rPr>
              <a:t>Lo </a:t>
            </a:r>
            <a:r>
              <a:rPr sz="1400" b="0" i="0" err="1">
                <a:solidFill>
                  <a:srgbClr val="4F5361"/>
                </a:solidFill>
                <a:latin typeface="Neuromax"/>
              </a:rPr>
              <a:t>que</a:t>
            </a:r>
            <a:r>
              <a:rPr sz="1400" b="0" i="0">
                <a:solidFill>
                  <a:srgbClr val="4F5361"/>
                </a:solidFill>
                <a:latin typeface="Neuromax"/>
              </a:rPr>
              <a:t> </a:t>
            </a:r>
            <a:r>
              <a:rPr sz="1400" b="0" i="0" err="1">
                <a:solidFill>
                  <a:srgbClr val="4F5361"/>
                </a:solidFill>
                <a:latin typeface="Neuromax"/>
              </a:rPr>
              <a:t>ve</a:t>
            </a:r>
            <a:r>
              <a:rPr sz="1400" b="0" i="0">
                <a:solidFill>
                  <a:srgbClr val="4F5361"/>
                </a:solidFill>
                <a:latin typeface="Neuromax"/>
              </a:rPr>
              <a:t> la </a:t>
            </a:r>
            <a:r>
              <a:rPr sz="1400" b="0" i="0" err="1">
                <a:solidFill>
                  <a:srgbClr val="4F5361"/>
                </a:solidFill>
                <a:latin typeface="Neuromax"/>
              </a:rPr>
              <a:t>cámara</a:t>
            </a:r>
            <a:r>
              <a:rPr sz="1400" b="0" i="0">
                <a:solidFill>
                  <a:srgbClr val="4F5361"/>
                </a:solidFill>
                <a:latin typeface="Neuromax"/>
              </a:rPr>
              <a:t> del juego. </a:t>
            </a:r>
            <a:endParaRPr lang="es-ES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4F5361"/>
                </a:solidFill>
                <a:latin typeface="Neuromax"/>
              </a:rPr>
              <a:t>Aquí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pruebas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el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resultado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.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1027280" y="4020829"/>
            <a:ext cx="42805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1100" dirty="0" err="1">
                <a:solidFill>
                  <a:srgbClr val="F08A3C"/>
                </a:solidFill>
                <a:latin typeface="Neuromax SemBd"/>
              </a:rPr>
              <a:t>Aqui</a:t>
            </a:r>
            <a:r>
              <a:rPr lang="es-ES" sz="1100" dirty="0">
                <a:solidFill>
                  <a:srgbClr val="F08A3C"/>
                </a:solidFill>
                <a:latin typeface="Neuromax SemBd"/>
              </a:rPr>
              <a:t> se </a:t>
            </a:r>
            <a:r>
              <a:rPr lang="es-ES" sz="1100" dirty="0" err="1">
                <a:solidFill>
                  <a:srgbClr val="F08A3C"/>
                </a:solidFill>
                <a:latin typeface="Neuromax SemBd"/>
              </a:rPr>
              <a:t>puede</a:t>
            </a:r>
            <a:r>
              <a:rPr lang="es-ES" sz="1100" dirty="0">
                <a:solidFill>
                  <a:srgbClr val="F08A3C"/>
                </a:solidFill>
                <a:latin typeface="Neuromax SemBd"/>
              </a:rPr>
              <a:t> </a:t>
            </a:r>
            <a:r>
              <a:rPr lang="es-ES" sz="1100" dirty="0" err="1">
                <a:solidFill>
                  <a:srgbClr val="F08A3C"/>
                </a:solidFill>
                <a:latin typeface="Neuromax SemBd"/>
              </a:rPr>
              <a:t>ver</a:t>
            </a:r>
            <a:r>
              <a:rPr lang="es-ES" sz="1100" dirty="0">
                <a:solidFill>
                  <a:srgbClr val="F08A3C"/>
                </a:solidFill>
                <a:latin typeface="Neuromax SemBd"/>
              </a:rPr>
              <a:t> lo </a:t>
            </a:r>
            <a:r>
              <a:rPr lang="es-ES" sz="1100" dirty="0" err="1">
                <a:solidFill>
                  <a:srgbClr val="F08A3C"/>
                </a:solidFill>
                <a:latin typeface="Neuromax SemBd"/>
              </a:rPr>
              <a:t>que</a:t>
            </a:r>
            <a:r>
              <a:rPr lang="es-ES" sz="1100" dirty="0">
                <a:solidFill>
                  <a:srgbClr val="F08A3C"/>
                </a:solidFill>
                <a:latin typeface="Neuromax SemBd"/>
              </a:rPr>
              <a:t> </a:t>
            </a:r>
            <a:r>
              <a:rPr lang="es-ES" sz="1100" dirty="0" err="1">
                <a:solidFill>
                  <a:srgbClr val="F08A3C"/>
                </a:solidFill>
                <a:latin typeface="Neuromax SemBd"/>
              </a:rPr>
              <a:t>ve</a:t>
            </a:r>
            <a:r>
              <a:rPr lang="es-ES" sz="1100" dirty="0">
                <a:solidFill>
                  <a:srgbClr val="F08A3C"/>
                </a:solidFill>
                <a:latin typeface="Neuromax SemBd"/>
              </a:rPr>
              <a:t> la </a:t>
            </a:r>
            <a:r>
              <a:rPr lang="es-ES" sz="1100" dirty="0" err="1">
                <a:solidFill>
                  <a:srgbClr val="F08A3C"/>
                </a:solidFill>
                <a:latin typeface="Neuromax SemBd"/>
              </a:rPr>
              <a:t>camara</a:t>
            </a:r>
            <a:r>
              <a:rPr lang="es-ES" sz="1100" dirty="0">
                <a:solidFill>
                  <a:srgbClr val="F08A3C"/>
                </a:solidFill>
                <a:latin typeface="Neuromax SemBd"/>
              </a:rPr>
              <a:t> de la escena (lo que ve el jugador)</a:t>
            </a:r>
            <a:r>
              <a:rPr sz="1100" b="0" i="0" dirty="0">
                <a:solidFill>
                  <a:srgbClr val="F08A3C"/>
                </a:solidFill>
                <a:latin typeface="Neuromax SemBd"/>
              </a:rPr>
              <a:t>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28484" y="3040251"/>
            <a:ext cx="48463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6" name="Rectangle 25"/>
          <p:cNvSpPr/>
          <p:nvPr/>
        </p:nvSpPr>
        <p:spPr>
          <a:xfrm>
            <a:off x="5728484" y="3040251"/>
            <a:ext cx="68580" cy="118872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5966228" y="3177411"/>
            <a:ext cx="3657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2185B"/>
                </a:solidFill>
                <a:latin typeface="Neuromax SemBd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4038" y="3140835"/>
            <a:ext cx="4023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 SemBd"/>
              </a:rPr>
              <a:t>INSPECTOR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275" y="3442587"/>
            <a:ext cx="404164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4F5361"/>
                </a:solidFill>
                <a:latin typeface="Neuromax"/>
              </a:rPr>
              <a:t>Propiedades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y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componentes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del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objeto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seleccionado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.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Aquí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agregas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scripts y </a:t>
            </a:r>
            <a:r>
              <a:rPr lang="es-ES" sz="1400" dirty="0" err="1">
                <a:solidFill>
                  <a:srgbClr val="4F5361"/>
                </a:solidFill>
                <a:latin typeface="Neuromax"/>
              </a:rPr>
              <a:t>componentes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275" y="4033744"/>
            <a:ext cx="404164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2185B"/>
                </a:solidFill>
                <a:latin typeface="Neuromax SemBd"/>
              </a:rPr>
              <a:t>Si no aparece, revisa que el objeto esté seleccionado.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420" y="4356986"/>
            <a:ext cx="48463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32" name="Rectangle 31"/>
          <p:cNvSpPr/>
          <p:nvPr/>
        </p:nvSpPr>
        <p:spPr>
          <a:xfrm>
            <a:off x="644420" y="4356986"/>
            <a:ext cx="68580" cy="1188720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33" name="TextBox 32"/>
          <p:cNvSpPr txBox="1"/>
          <p:nvPr/>
        </p:nvSpPr>
        <p:spPr>
          <a:xfrm>
            <a:off x="882164" y="4494147"/>
            <a:ext cx="3657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08A3C"/>
                </a:solidFill>
                <a:latin typeface="Neuromax SemBd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9974" y="4457571"/>
            <a:ext cx="4023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 SemBd"/>
              </a:rPr>
              <a:t>PROJECT (ASSETS)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66212" y="4759323"/>
            <a:ext cx="404164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Archivos del proyecto: escenas, scripts, materiales y texturas. La carpeta Assets es la raíz.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66212" y="5350480"/>
            <a:ext cx="404164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08A3C"/>
                </a:solidFill>
                <a:latin typeface="Neuromax SemBd"/>
              </a:rPr>
              <a:t>No muevas archivos por fuera de Unity.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28484" y="4356986"/>
            <a:ext cx="48463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38" name="Rectangle 37"/>
          <p:cNvSpPr/>
          <p:nvPr/>
        </p:nvSpPr>
        <p:spPr>
          <a:xfrm>
            <a:off x="5728484" y="4356986"/>
            <a:ext cx="68580" cy="118872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39" name="TextBox 38"/>
          <p:cNvSpPr txBox="1"/>
          <p:nvPr/>
        </p:nvSpPr>
        <p:spPr>
          <a:xfrm>
            <a:off x="5966228" y="4494147"/>
            <a:ext cx="3657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2185B"/>
                </a:solidFill>
                <a:latin typeface="Neuromax SemBd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4038" y="4457571"/>
            <a:ext cx="4023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 SemBd"/>
              </a:rPr>
              <a:t>CONSOLE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275" y="4759323"/>
            <a:ext cx="404164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 dirty="0" err="1">
                <a:solidFill>
                  <a:srgbClr val="4F5361"/>
                </a:solidFill>
                <a:latin typeface="Neuromax"/>
              </a:rPr>
              <a:t>Errores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,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advertencias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y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mensajes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de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Debug.Log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. </a:t>
            </a:r>
            <a:br>
              <a:rPr lang="en-US" dirty="0"/>
            </a:br>
            <a:r>
              <a:rPr sz="1400" b="0" i="0" dirty="0">
                <a:solidFill>
                  <a:srgbClr val="4F5361"/>
                </a:solidFill>
                <a:latin typeface="Neuromax"/>
              </a:rPr>
              <a:t>Es lo primero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que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revisas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si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algo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falla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3190" y="5350480"/>
            <a:ext cx="404164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 dirty="0">
                <a:solidFill>
                  <a:srgbClr val="C2185B"/>
                </a:solidFill>
                <a:latin typeface="Neuromax SemBd"/>
              </a:rPr>
              <a:t>Doble </a:t>
            </a:r>
            <a:r>
              <a:rPr sz="1100" b="0" i="0" dirty="0" err="1">
                <a:solidFill>
                  <a:srgbClr val="C2185B"/>
                </a:solidFill>
                <a:latin typeface="Neuromax SemBd"/>
              </a:rPr>
              <a:t>clic</a:t>
            </a:r>
            <a:r>
              <a:rPr sz="1100" b="0" i="0" dirty="0">
                <a:solidFill>
                  <a:srgbClr val="C2185B"/>
                </a:solidFill>
                <a:latin typeface="Neuromax SemBd"/>
              </a:rPr>
              <a:t> </a:t>
            </a:r>
            <a:r>
              <a:rPr sz="1100" b="0" i="0" dirty="0" err="1">
                <a:solidFill>
                  <a:srgbClr val="C2185B"/>
                </a:solidFill>
                <a:latin typeface="Neuromax SemBd"/>
              </a:rPr>
              <a:t>en</a:t>
            </a:r>
            <a:r>
              <a:rPr sz="1100" b="0" i="0" dirty="0">
                <a:solidFill>
                  <a:srgbClr val="C2185B"/>
                </a:solidFill>
                <a:latin typeface="Neuromax SemBd"/>
              </a:rPr>
              <a:t> un error </a:t>
            </a:r>
            <a:r>
              <a:rPr sz="1100" b="0" i="0" dirty="0" err="1">
                <a:solidFill>
                  <a:srgbClr val="C2185B"/>
                </a:solidFill>
                <a:latin typeface="Neuromax SemBd"/>
              </a:rPr>
              <a:t>te</a:t>
            </a:r>
            <a:r>
              <a:rPr sz="1100" b="0" i="0" dirty="0">
                <a:solidFill>
                  <a:srgbClr val="C2185B"/>
                </a:solidFill>
                <a:latin typeface="Neuromax SemBd"/>
              </a:rPr>
              <a:t> </a:t>
            </a:r>
            <a:r>
              <a:rPr sz="1100" b="0" i="0" dirty="0" err="1">
                <a:solidFill>
                  <a:srgbClr val="C2185B"/>
                </a:solidFill>
                <a:latin typeface="Neuromax SemBd"/>
              </a:rPr>
              <a:t>lleva</a:t>
            </a:r>
            <a:r>
              <a:rPr sz="1100" b="0" i="0" dirty="0">
                <a:solidFill>
                  <a:srgbClr val="C2185B"/>
                </a:solidFill>
                <a:latin typeface="Neuromax SemBd"/>
              </a:rPr>
              <a:t> a la </a:t>
            </a:r>
            <a:r>
              <a:rPr sz="1100" b="0" i="0" dirty="0" err="1">
                <a:solidFill>
                  <a:srgbClr val="C2185B"/>
                </a:solidFill>
                <a:latin typeface="Neuromax SemBd"/>
              </a:rPr>
              <a:t>línea</a:t>
            </a:r>
            <a:r>
              <a:rPr lang="es-ES" sz="1100" dirty="0">
                <a:solidFill>
                  <a:srgbClr val="C2185B"/>
                </a:solidFill>
                <a:latin typeface="Neuromax SemBd"/>
              </a:rPr>
              <a:t> </a:t>
            </a:r>
            <a:r>
              <a:rPr lang="es-ES" sz="1100" dirty="0" err="1">
                <a:solidFill>
                  <a:srgbClr val="C2185B"/>
                </a:solidFill>
                <a:latin typeface="Neuromax SemBd"/>
              </a:rPr>
              <a:t>causante</a:t>
            </a:r>
            <a:endParaRPr lang="es-ES" sz="1100" b="0" i="0" dirty="0" err="1">
              <a:solidFill>
                <a:srgbClr val="C2185B"/>
              </a:solidFill>
              <a:latin typeface="Neuromax SemB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96112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 i="0">
                <a:solidFill>
                  <a:srgbClr val="F08A3C"/>
                </a:solidFill>
                <a:latin typeface="Neuromax SemBd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55648"/>
            <a:ext cx="6766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31324A"/>
                </a:solidFill>
                <a:latin typeface="Neuromax SemBd"/>
              </a:rPr>
              <a:t>ARMAR LA ESCENA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31324A"/>
                </a:solidFill>
                <a:latin typeface="Neuromax SemBd"/>
              </a:rPr>
              <a:t>Y EL SCRIPT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520440"/>
            <a:ext cx="2011680" cy="64008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3701202"/>
            <a:ext cx="67665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B54A0E"/>
                </a:solidFill>
                <a:latin typeface="Neuromax SemBd"/>
              </a:rPr>
              <a:t>GAMEOBJECT · TRANSFORM · COMPONENTE · MONOBEHAVIOUR</a:t>
            </a:r>
          </a:p>
        </p:txBody>
      </p:sp>
      <p:pic>
        <p:nvPicPr>
          <p:cNvPr id="10" name="Picture 9" descr="ches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4526686"/>
            <a:ext cx="2240280" cy="1187906"/>
          </a:xfrm>
          <a:prstGeom prst="rect">
            <a:avLst/>
          </a:prstGeom>
        </p:spPr>
      </p:pic>
      <p:pic>
        <p:nvPicPr>
          <p:cNvPr id="11" name="Picture 10" descr="sta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8440" y="3063396"/>
            <a:ext cx="960120" cy="914086"/>
          </a:xfrm>
          <a:prstGeom prst="rect">
            <a:avLst/>
          </a:prstGeom>
        </p:spPr>
      </p:pic>
      <p:pic>
        <p:nvPicPr>
          <p:cNvPr id="12" name="Picture 11" descr="Nube pixel ar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8967" y="1005840"/>
            <a:ext cx="1678744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5486" y="268843"/>
            <a:ext cx="4695471" cy="542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AGREGAR UN PLANO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2571" y="840059"/>
            <a:ext cx="47794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El plano será el piso: 10 × 10 unidades por defecto.</a:t>
            </a:r>
          </a:p>
        </p:txBody>
      </p:sp>
      <p:pic>
        <p:nvPicPr>
          <p:cNvPr id="7" name="Picture 6" descr="Menú 3D Object → Plane en Unit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18" y="1371600"/>
            <a:ext cx="4128972" cy="4206240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  <p:sp>
        <p:nvSpPr>
          <p:cNvPr id="8" name="Oval 7"/>
          <p:cNvSpPr/>
          <p:nvPr/>
        </p:nvSpPr>
        <p:spPr>
          <a:xfrm>
            <a:off x="2640655" y="3837736"/>
            <a:ext cx="283464" cy="283464"/>
          </a:xfrm>
          <a:prstGeom prst="ellipse">
            <a:avLst/>
          </a:prstGeom>
          <a:solidFill>
            <a:srgbClr val="F08A3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>
                <a:solidFill>
                  <a:srgbClr val="FFFFFF"/>
                </a:solidFill>
                <a:latin typeface="Neuromax SemBd"/>
              </a:rPr>
              <a:t>1</a:t>
            </a:r>
          </a:p>
        </p:txBody>
      </p:sp>
      <p:pic>
        <p:nvPicPr>
          <p:cNvPr id="9" name="Picture 8" descr="Plano agregado a la escena de Unit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7955" y="1371600"/>
            <a:ext cx="5479823" cy="4206240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  <p:sp>
        <p:nvSpPr>
          <p:cNvPr id="10" name="Oval 9"/>
          <p:cNvSpPr/>
          <p:nvPr/>
        </p:nvSpPr>
        <p:spPr>
          <a:xfrm>
            <a:off x="8166135" y="2996488"/>
            <a:ext cx="283464" cy="283464"/>
          </a:xfrm>
          <a:prstGeom prst="ellipse">
            <a:avLst/>
          </a:prstGeom>
          <a:solidFill>
            <a:srgbClr val="F08A3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>
                <a:solidFill>
                  <a:srgbClr val="FFFFFF"/>
                </a:solidFill>
                <a:latin typeface="Neuromax SemBd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63453" y="5869518"/>
            <a:ext cx="5422858" cy="490005"/>
          </a:xfrm>
          <a:prstGeom prst="rect">
            <a:avLst/>
          </a:prstGeom>
          <a:solidFill>
            <a:srgbClr val="31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8249" y="5994847"/>
            <a:ext cx="465749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Neuromax SemBd"/>
              </a:rPr>
              <a:t>3. Revisa el Inspector: Position (0,0,0) y Scale (1,1,1).</a:t>
            </a:r>
            <a:endParaRPr lang="es-ES" sz="1600" b="0" i="0">
              <a:solidFill>
                <a:srgbClr val="FFFFFF"/>
              </a:solidFill>
              <a:latin typeface="Neuromax SemB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59064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AGREGAR UN CUBO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1504" y="801314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Clic derecho en Hierarchy → 3D Object → Cube. Colócalo en Y ≈ 1.</a:t>
            </a:r>
          </a:p>
        </p:txBody>
      </p:sp>
      <p:pic>
        <p:nvPicPr>
          <p:cNvPr id="7" name="Picture 6" descr="Menú 3D Object → Cube en Unity"/>
          <p:cNvPicPr>
            <a:picLocks noChangeAspect="1"/>
          </p:cNvPicPr>
          <p:nvPr/>
        </p:nvPicPr>
        <p:blipFill>
          <a:blip r:embed="rId4"/>
          <a:srcRect l="4666" t="9736" r="30949" b="6896"/>
          <a:stretch>
            <a:fillRect/>
          </a:stretch>
        </p:blipFill>
        <p:spPr>
          <a:xfrm>
            <a:off x="938218" y="1403888"/>
            <a:ext cx="4031490" cy="3950821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  <p:pic>
        <p:nvPicPr>
          <p:cNvPr id="8" name="Picture 7" descr="Cubo seleccionado con su Inspector en Unity"/>
          <p:cNvPicPr>
            <a:picLocks noChangeAspect="1"/>
          </p:cNvPicPr>
          <p:nvPr/>
        </p:nvPicPr>
        <p:blipFill>
          <a:blip r:embed="rId5"/>
          <a:srcRect l="2069" t="10705" r="38008" b="34926"/>
          <a:stretch>
            <a:fillRect/>
          </a:stretch>
        </p:blipFill>
        <p:spPr>
          <a:xfrm>
            <a:off x="5282448" y="1424747"/>
            <a:ext cx="5895245" cy="3717365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812318" y="5630638"/>
            <a:ext cx="10149840" cy="658368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8622" y="5722078"/>
            <a:ext cx="2240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08A3C"/>
                </a:solidFill>
                <a:latin typeface="Neuromax SemBd"/>
              </a:rPr>
              <a:t>TRANSFORM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3605" y="6017424"/>
            <a:ext cx="22402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31315"/>
                </a:solidFill>
                <a:latin typeface="Neuromax"/>
              </a:rPr>
              <a:t>posición, rotación y escala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4078" y="5722078"/>
            <a:ext cx="2240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2185B"/>
                </a:solidFill>
                <a:latin typeface="Neuromax SemBd"/>
              </a:rPr>
              <a:t>MESH 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061" y="6017424"/>
            <a:ext cx="22402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31315"/>
                </a:solidFill>
                <a:latin typeface="Neuromax"/>
              </a:rPr>
              <a:t>la forma del cubo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9534" y="5722078"/>
            <a:ext cx="2240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08A3C"/>
                </a:solidFill>
                <a:latin typeface="Neuromax SemBd"/>
              </a:rPr>
              <a:t>MESH RENDERER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4517" y="6017424"/>
            <a:ext cx="22402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31315"/>
                </a:solidFill>
                <a:latin typeface="Neuromax"/>
              </a:rPr>
              <a:t>cómo se dibuja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4990" y="5722078"/>
            <a:ext cx="2240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2185B"/>
                </a:solidFill>
                <a:latin typeface="Neuromax SemBd"/>
              </a:rPr>
              <a:t>BOX COLLIDER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9973" y="6017424"/>
            <a:ext cx="22402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31315"/>
                </a:solidFill>
                <a:latin typeface="Neuromax"/>
              </a:rPr>
              <a:t>su caja de colisión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945" y="165522"/>
            <a:ext cx="10927080" cy="542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8000"/>
              </a:lnSpc>
            </a:pPr>
            <a:r>
              <a:rPr lang="es-ES" sz="3600">
                <a:solidFill>
                  <a:srgbClr val="131315"/>
                </a:solidFill>
                <a:latin typeface="Neuromax SemBd"/>
              </a:rPr>
              <a:t>CREAR UN SCRIPT</a:t>
            </a:r>
            <a:endParaRPr lang="es-ES" sz="3600" b="0" i="0" dirty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945" y="769026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En el proyecto: Create → Scripting → MonoBehaviour Script.</a:t>
            </a:r>
          </a:p>
        </p:txBody>
      </p:sp>
      <p:pic>
        <p:nvPicPr>
          <p:cNvPr id="7" name="Picture 6" descr="Menú Create → Scripting → MonoBehaviour Scrip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868" y="1236506"/>
            <a:ext cx="4425188" cy="3401568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  <p:pic>
        <p:nvPicPr>
          <p:cNvPr id="8" name="Picture 7" descr="Diálogo para nombrar el script CubeMov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1271" y="1315031"/>
            <a:ext cx="5660721" cy="3246120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566928" y="4983480"/>
            <a:ext cx="10149840" cy="1115568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/>
          </a:p>
        </p:txBody>
      </p:sp>
      <p:sp>
        <p:nvSpPr>
          <p:cNvPr id="10" name="TextBox 9"/>
          <p:cNvSpPr txBox="1"/>
          <p:nvPr/>
        </p:nvSpPr>
        <p:spPr>
          <a:xfrm>
            <a:off x="731520" y="5138928"/>
            <a:ext cx="20116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54A0E"/>
                </a:solidFill>
                <a:latin typeface="Neuromax SemB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5111496"/>
            <a:ext cx="21031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1315"/>
                </a:solidFill>
                <a:latin typeface="Neuromax"/>
              </a:rPr>
              <a:t>Elige la carpeta Assets.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5263" y="5138928"/>
            <a:ext cx="20116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54A0E"/>
                </a:solidFill>
                <a:latin typeface="Neuromax SemB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5111496"/>
            <a:ext cx="2103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1315"/>
                </a:solidFill>
                <a:latin typeface="Neuromax"/>
              </a:rPr>
              <a:t>Create → Scripting →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1315"/>
                </a:solidFill>
                <a:latin typeface="Neuromax"/>
              </a:rPr>
              <a:t>MonoBehaviour Script.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79007" y="5138928"/>
            <a:ext cx="20116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54A0E"/>
                </a:solidFill>
                <a:latin typeface="Neuromax SemB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5111496"/>
            <a:ext cx="2103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>
                <a:solidFill>
                  <a:srgbClr val="131315"/>
                </a:solidFill>
                <a:latin typeface="Neuromax"/>
              </a:rPr>
              <a:t>Nombra CubeMove, </a:t>
            </a:r>
            <a:endParaRPr lang="es-ES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131315"/>
                </a:solidFill>
                <a:latin typeface="Neuromax"/>
              </a:rPr>
              <a:t>igual</a:t>
            </a:r>
            <a:r>
              <a:rPr sz="1400" b="0" i="0" dirty="0">
                <a:solidFill>
                  <a:srgbClr val="131315"/>
                </a:solidFill>
                <a:latin typeface="Neuromax"/>
              </a:rPr>
              <a:t> </a:t>
            </a:r>
            <a:r>
              <a:rPr sz="1400" b="0" i="0" dirty="0" err="1">
                <a:solidFill>
                  <a:srgbClr val="131315"/>
                </a:solidFill>
                <a:latin typeface="Neuromax"/>
              </a:rPr>
              <a:t>que</a:t>
            </a:r>
            <a:r>
              <a:rPr sz="1400" b="0" i="0" dirty="0">
                <a:solidFill>
                  <a:srgbClr val="131315"/>
                </a:solidFill>
                <a:latin typeface="Neuromax"/>
              </a:rPr>
              <a:t> la </a:t>
            </a:r>
            <a:r>
              <a:rPr sz="1400" b="0" i="0" dirty="0" err="1">
                <a:solidFill>
                  <a:srgbClr val="131315"/>
                </a:solidFill>
                <a:latin typeface="Neuromax"/>
              </a:rPr>
              <a:t>clase</a:t>
            </a:r>
            <a:r>
              <a:rPr sz="1400" b="0" i="0" dirty="0">
                <a:solidFill>
                  <a:srgbClr val="131315"/>
                </a:solidFill>
                <a:latin typeface="Neuromax"/>
              </a:rPr>
              <a:t>.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302752" y="5138928"/>
            <a:ext cx="20116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54A0E"/>
                </a:solidFill>
                <a:latin typeface="Neuromax SemB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8784" y="5111496"/>
            <a:ext cx="21031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1315"/>
                </a:solidFill>
                <a:latin typeface="Neuromax"/>
              </a:rPr>
              <a:t>Espera a que Unity compile.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0944" y="5757517"/>
            <a:ext cx="685231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54A0E"/>
                </a:solidFill>
                <a:latin typeface="Neuromax SemBd"/>
              </a:rPr>
              <a:t>El nombre del archivo y el de la clase deben coincidir; si no, el script no se puede adjuntar.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8623" y="191352"/>
            <a:ext cx="10927080" cy="542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8000"/>
              </a:lnSpc>
            </a:pPr>
            <a:r>
              <a:rPr lang="es-ES" sz="3600" dirty="0">
                <a:solidFill>
                  <a:srgbClr val="131315"/>
                </a:solidFill>
                <a:latin typeface="Neuromax SemBd"/>
              </a:rPr>
              <a:t>LIGAR</a:t>
            </a:r>
            <a:r>
              <a:rPr sz="3600" b="0" i="0" dirty="0">
                <a:solidFill>
                  <a:srgbClr val="131315"/>
                </a:solidFill>
                <a:latin typeface="Neuromax SemBd"/>
              </a:rPr>
              <a:t> EL SCRIPT AL CUBO</a:t>
            </a:r>
            <a:r>
              <a:rPr lang="es-ES" sz="3600" dirty="0">
                <a:solidFill>
                  <a:srgbClr val="131315"/>
                </a:solidFill>
                <a:latin typeface="Neuromax SemBd"/>
              </a:rPr>
              <a:t> (</a:t>
            </a:r>
            <a:r>
              <a:rPr lang="es-ES" sz="3600" dirty="0" err="1">
                <a:solidFill>
                  <a:srgbClr val="131315"/>
                </a:solidFill>
                <a:latin typeface="Neuromax SemBd"/>
              </a:rPr>
              <a:t>GameObject</a:t>
            </a:r>
            <a:r>
              <a:rPr lang="es-ES" sz="3600" dirty="0">
                <a:solidFill>
                  <a:srgbClr val="131315"/>
                </a:solidFill>
                <a:latin typeface="Neuromax SemBd"/>
              </a:rPr>
              <a:t>)</a:t>
            </a:r>
            <a:endParaRPr sz="3600" b="0" i="0" dirty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3640" y="1066076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Selecciona Cube → Inspector → Add Component → Cube Move.</a:t>
            </a:r>
          </a:p>
        </p:txBody>
      </p:sp>
      <p:pic>
        <p:nvPicPr>
          <p:cNvPr id="7" name="Picture 6" descr="Inspector con Add Component y el script Cube Mov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824" y="1417320"/>
            <a:ext cx="4611538" cy="4160520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  <p:pic>
        <p:nvPicPr>
          <p:cNvPr id="8" name="Picture 7" descr="Cubo con el componente Cube Move adjunt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7258" y="1600200"/>
            <a:ext cx="6213322" cy="3246120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076216" y="5037516"/>
            <a:ext cx="3369332" cy="724082"/>
          </a:xfrm>
          <a:prstGeom prst="rect">
            <a:avLst/>
          </a:prstGeom>
          <a:solidFill>
            <a:srgbClr val="31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55568" y="5156957"/>
            <a:ext cx="3213056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 err="1">
                <a:solidFill>
                  <a:srgbClr val="F08A3C"/>
                </a:solidFill>
                <a:latin typeface="Neuromax SemBd"/>
              </a:rPr>
              <a:t>GameObject</a:t>
            </a:r>
            <a:r>
              <a:rPr sz="1600" b="0" i="0" dirty="0">
                <a:solidFill>
                  <a:srgbClr val="F08A3C"/>
                </a:solidFill>
                <a:latin typeface="Neuromax SemBd"/>
              </a:rPr>
              <a:t> = </a:t>
            </a:r>
            <a:r>
              <a:rPr sz="1600" b="0" i="0" dirty="0" err="1">
                <a:solidFill>
                  <a:srgbClr val="F08A3C"/>
                </a:solidFill>
                <a:latin typeface="Neuromax SemBd"/>
              </a:rPr>
              <a:t>contenedor</a:t>
            </a:r>
            <a:r>
              <a:rPr sz="1600" b="0" i="0" dirty="0">
                <a:solidFill>
                  <a:srgbClr val="F08A3C"/>
                </a:solidFill>
                <a:latin typeface="Neuromax SemBd"/>
              </a:rPr>
              <a:t>.</a:t>
            </a:r>
            <a:endParaRPr lang="es-ES" sz="1600" dirty="0">
              <a:ea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err="1">
                <a:solidFill>
                  <a:srgbClr val="F08A3C"/>
                </a:solidFill>
                <a:latin typeface="Neuromax SemBd"/>
              </a:rPr>
              <a:t>Componente</a:t>
            </a:r>
            <a:r>
              <a:rPr sz="1600" b="0" i="0">
                <a:solidFill>
                  <a:srgbClr val="F08A3C"/>
                </a:solidFill>
                <a:latin typeface="Neuromax SemBd"/>
              </a:rPr>
              <a:t> = </a:t>
            </a:r>
            <a:r>
              <a:rPr sz="1600" b="0" i="0" err="1">
                <a:solidFill>
                  <a:srgbClr val="F08A3C"/>
                </a:solidFill>
                <a:latin typeface="Neuromax SemBd"/>
              </a:rPr>
              <a:t>comportamiento</a:t>
            </a:r>
            <a:r>
              <a:rPr sz="1600" b="0" i="0">
                <a:solidFill>
                  <a:srgbClr val="F08A3C"/>
                </a:solidFill>
                <a:latin typeface="Neuromax SemBd"/>
              </a:rPr>
              <a:t>.</a:t>
            </a:r>
            <a:endParaRPr sz="1600" b="0" i="0" dirty="0">
              <a:solidFill>
                <a:srgbClr val="F08A3C"/>
              </a:solidFill>
              <a:latin typeface="Neuromax SemB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96112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 i="0">
                <a:solidFill>
                  <a:srgbClr val="F08A3C"/>
                </a:solidFill>
                <a:latin typeface="Neuromax SemBd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55648"/>
            <a:ext cx="6766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31324A"/>
                </a:solidFill>
                <a:latin typeface="Neuromax SemBd"/>
              </a:rPr>
              <a:t>VS CODE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31324A"/>
                </a:solidFill>
                <a:latin typeface="Neuromax SemBd"/>
              </a:rPr>
              <a:t>Y EL CÓDIGO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520440"/>
            <a:ext cx="2011680" cy="64008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767328"/>
            <a:ext cx="6035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dirty="0">
                <a:solidFill>
                  <a:srgbClr val="4F5361"/>
                </a:solidFill>
                <a:latin typeface="Neuromax"/>
              </a:rPr>
              <a:t>La </a:t>
            </a:r>
            <a:r>
              <a:rPr sz="1800" b="0" i="0" dirty="0" err="1">
                <a:solidFill>
                  <a:srgbClr val="4F5361"/>
                </a:solidFill>
                <a:latin typeface="Neuromax"/>
              </a:rPr>
              <a:t>extensión</a:t>
            </a:r>
            <a:r>
              <a:rPr sz="1800" b="0" i="0" dirty="0">
                <a:solidFill>
                  <a:srgbClr val="4F5361"/>
                </a:solidFill>
                <a:latin typeface="Neuromax"/>
              </a:rPr>
              <a:t>, el </a:t>
            </a:r>
            <a:r>
              <a:rPr sz="1800" b="0" i="0" dirty="0" err="1">
                <a:solidFill>
                  <a:srgbClr val="4F5361"/>
                </a:solidFill>
                <a:latin typeface="Neuromax"/>
              </a:rPr>
              <a:t>paquete</a:t>
            </a:r>
            <a:r>
              <a:rPr sz="1800" b="0" i="0" dirty="0">
                <a:solidFill>
                  <a:srgbClr val="4F5361"/>
                </a:solidFill>
                <a:latin typeface="Neuromax"/>
              </a:rPr>
              <a:t> de Unity y el primer script </a:t>
            </a:r>
            <a:r>
              <a:rPr sz="1800" b="0" i="0" dirty="0" err="1">
                <a:solidFill>
                  <a:srgbClr val="4F5361"/>
                </a:solidFill>
                <a:latin typeface="Neuromax"/>
              </a:rPr>
              <a:t>en</a:t>
            </a:r>
            <a:r>
              <a:rPr sz="1800" b="0" i="0" dirty="0">
                <a:solidFill>
                  <a:srgbClr val="4F5361"/>
                </a:solidFill>
                <a:latin typeface="Neuromax"/>
              </a:rPr>
              <a:t> C#.</a:t>
            </a:r>
          </a:p>
        </p:txBody>
      </p:sp>
      <p:pic>
        <p:nvPicPr>
          <p:cNvPr id="10" name="Picture 9" descr="tr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3430774"/>
            <a:ext cx="1417320" cy="2538483"/>
          </a:xfrm>
          <a:prstGeom prst="rect">
            <a:avLst/>
          </a:prstGeom>
        </p:spPr>
      </p:pic>
      <p:pic>
        <p:nvPicPr>
          <p:cNvPr id="11" name="Picture 10" descr="clou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052" y="1097280"/>
            <a:ext cx="1636776" cy="713232"/>
          </a:xfrm>
          <a:prstGeom prst="rect">
            <a:avLst/>
          </a:prstGeom>
        </p:spPr>
      </p:pic>
      <p:pic>
        <p:nvPicPr>
          <p:cNvPr id="12" name="Picture 11" descr="Nube pixel 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8967" y="1005840"/>
            <a:ext cx="1678744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3199" y="191352"/>
            <a:ext cx="7491622" cy="555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8000"/>
              </a:lnSpc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INSTALAR LA EXTENSIÓN</a:t>
            </a:r>
            <a:r>
              <a:rPr lang="es-ES" sz="3600">
                <a:solidFill>
                  <a:srgbClr val="131315"/>
                </a:solidFill>
                <a:latin typeface="Neuromax SemBd"/>
              </a:rPr>
              <a:t> DE UNITY</a:t>
            </a:r>
            <a:endParaRPr sz="36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1097" y="749653"/>
            <a:ext cx="48052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VS Code necesita la extensión Unity para entender C#.</a:t>
            </a:r>
          </a:p>
        </p:txBody>
      </p:sp>
      <p:pic>
        <p:nvPicPr>
          <p:cNvPr id="7" name="Picture 6" descr="Extensiones de VS Code con Unity y C# Dev Kit"/>
          <p:cNvPicPr>
            <a:picLocks noChangeAspect="1"/>
          </p:cNvPicPr>
          <p:nvPr/>
        </p:nvPicPr>
        <p:blipFill>
          <a:blip r:embed="rId4"/>
          <a:srcRect r="32776" b="42404"/>
          <a:stretch>
            <a:fillRect/>
          </a:stretch>
        </p:blipFill>
        <p:spPr>
          <a:xfrm>
            <a:off x="153069" y="1313998"/>
            <a:ext cx="8136405" cy="4138423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549640" y="1499616"/>
            <a:ext cx="23774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54A0E"/>
                </a:solidFill>
                <a:latin typeface="Neuromax SemB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75621" y="1501786"/>
            <a:ext cx="3286673" cy="212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1315"/>
                </a:solidFill>
                <a:latin typeface="Neuromax"/>
              </a:rPr>
              <a:t>Abre Extensions con ⇧⌘X o Ctrl+Shift+X.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340864"/>
            <a:ext cx="23774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54A0E"/>
                </a:solidFill>
                <a:latin typeface="Neuromax SemB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75621" y="2343034"/>
            <a:ext cx="2834640" cy="2138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1315"/>
                </a:solidFill>
                <a:latin typeface="Neuromax"/>
              </a:rPr>
              <a:t>Busca “Unity” (Microsoft) e instala.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182112"/>
            <a:ext cx="23774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54A0E"/>
                </a:solidFill>
                <a:latin typeface="Neuromax SemB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75621" y="3184282"/>
            <a:ext cx="2834640" cy="2138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1315"/>
                </a:solidFill>
                <a:latin typeface="Neuromax"/>
              </a:rPr>
              <a:t>Acepta C# Dev Kit si te lo pide.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023359"/>
            <a:ext cx="23774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54A0E"/>
                </a:solidFill>
                <a:latin typeface="Neuromax SemBd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5621" y="4025530"/>
            <a:ext cx="2834640" cy="43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1315"/>
                </a:solidFill>
                <a:latin typeface="Neuromax"/>
              </a:rPr>
              <a:t>Si falta el .NET SDK, instálalo desde dotnet.microsoft.com.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4846320"/>
            <a:ext cx="3463096" cy="1205509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/>
          </a:p>
        </p:txBody>
      </p:sp>
      <p:sp>
        <p:nvSpPr>
          <p:cNvPr id="17" name="TextBox 16"/>
          <p:cNvSpPr txBox="1"/>
          <p:nvPr/>
        </p:nvSpPr>
        <p:spPr>
          <a:xfrm>
            <a:off x="8705088" y="4956048"/>
            <a:ext cx="5486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B54A0E"/>
                </a:solidFill>
                <a:latin typeface="Neuromax SemBd"/>
              </a:rPr>
              <a:t>OJO</a:t>
            </a:r>
            <a:endParaRPr lang="es-ES" sz="2000" b="1" i="0">
              <a:solidFill>
                <a:srgbClr val="B54A0E"/>
              </a:solidFill>
              <a:latin typeface="Neuromax SemB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57122" y="5299284"/>
            <a:ext cx="2724912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 dirty="0">
                <a:solidFill>
                  <a:srgbClr val="31324A"/>
                </a:solidFill>
                <a:latin typeface="Neuromax"/>
              </a:rPr>
              <a:t>No </a:t>
            </a:r>
            <a:r>
              <a:rPr sz="1400" b="0" i="0" dirty="0" err="1">
                <a:solidFill>
                  <a:srgbClr val="31324A"/>
                </a:solidFill>
                <a:latin typeface="Neuromax"/>
              </a:rPr>
              <a:t>instales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 el </a:t>
            </a:r>
            <a:r>
              <a:rPr sz="1400" b="0" i="0" dirty="0" err="1">
                <a:solidFill>
                  <a:srgbClr val="31324A"/>
                </a:solidFill>
                <a:latin typeface="Neuromax"/>
              </a:rPr>
              <a:t>paquete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 </a:t>
            </a:r>
            <a:r>
              <a:rPr sz="1400" b="0" i="0" dirty="0" err="1">
                <a:solidFill>
                  <a:srgbClr val="31324A"/>
                </a:solidFill>
                <a:latin typeface="Neuromax"/>
              </a:rPr>
              <a:t>viejo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 </a:t>
            </a:r>
            <a:br>
              <a:rPr lang="en-US" dirty="0"/>
            </a:br>
            <a:r>
              <a:rPr sz="1400" b="0" i="0" dirty="0">
                <a:solidFill>
                  <a:srgbClr val="31324A"/>
                </a:solidFill>
                <a:latin typeface="Neuromax"/>
              </a:rPr>
              <a:t>“Visual Studio Code Editor</a:t>
            </a:r>
            <a:r>
              <a:rPr lang="es-ES" sz="1400" dirty="0">
                <a:solidFill>
                  <a:srgbClr val="31324A"/>
                </a:solidFill>
                <a:latin typeface="Neuromax"/>
              </a:rPr>
              <a:t>”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 </a:t>
            </a:r>
            <a:br>
              <a:rPr lang="es-ES" sz="1400" dirty="0">
                <a:solidFill>
                  <a:srgbClr val="31324A"/>
                </a:solidFill>
                <a:latin typeface="Neuromax"/>
              </a:rPr>
            </a:br>
            <a:r>
              <a:rPr lang="es-ES" sz="1400" dirty="0" err="1">
                <a:solidFill>
                  <a:srgbClr val="31324A"/>
                </a:solidFill>
                <a:latin typeface="Neuromax"/>
              </a:rPr>
              <a:t>esta</a:t>
            </a:r>
            <a:r>
              <a:rPr lang="es-ES" sz="1400" dirty="0">
                <a:solidFill>
                  <a:srgbClr val="31324A"/>
                </a:solidFill>
                <a:latin typeface="Neuromax"/>
              </a:rPr>
              <a:t> </a:t>
            </a:r>
            <a:r>
              <a:rPr lang="es-ES" sz="1400" dirty="0" err="1">
                <a:solidFill>
                  <a:srgbClr val="31324A"/>
                </a:solidFill>
                <a:latin typeface="Neuromax"/>
              </a:rPr>
              <a:t>descontinuado</a:t>
            </a:r>
            <a:endParaRPr sz="1400" b="0" i="0" dirty="0" err="1">
              <a:solidFill>
                <a:srgbClr val="31324A"/>
              </a:solidFill>
              <a:latin typeface="Neuromax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901CD33-ADFC-8CC9-FDF5-FC9D7885602E}"/>
              </a:ext>
            </a:extLst>
          </p:cNvPr>
          <p:cNvSpPr/>
          <p:nvPr/>
        </p:nvSpPr>
        <p:spPr>
          <a:xfrm>
            <a:off x="595393" y="2442275"/>
            <a:ext cx="2670873" cy="6754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7CD44DB-AE2A-6BF9-296C-A57D283836C6}"/>
              </a:ext>
            </a:extLst>
          </p:cNvPr>
          <p:cNvSpPr/>
          <p:nvPr/>
        </p:nvSpPr>
        <p:spPr>
          <a:xfrm>
            <a:off x="207936" y="3042832"/>
            <a:ext cx="333213" cy="3848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1538" y="268844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CONECTAR UNITY CON VS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538" y="872348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Dos ajustes: el paquete Visual Studio Editor y el editor externo.</a:t>
            </a:r>
          </a:p>
        </p:txBody>
      </p:sp>
      <p:pic>
        <p:nvPicPr>
          <p:cNvPr id="7" name="Picture 6" descr="Package Manager con Visual Studio Edit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406" y="1326913"/>
            <a:ext cx="5514605" cy="3822191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  <p:pic>
        <p:nvPicPr>
          <p:cNvPr id="8" name="Picture 7" descr="Preferencias External Tools con Visual Studio Cod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2578" y="1230049"/>
            <a:ext cx="5311362" cy="4005072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954386" y="5499315"/>
            <a:ext cx="10149840" cy="64008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/>
          </a:p>
        </p:txBody>
      </p:sp>
      <p:sp>
        <p:nvSpPr>
          <p:cNvPr id="10" name="TextBox 9"/>
          <p:cNvSpPr txBox="1"/>
          <p:nvPr/>
        </p:nvSpPr>
        <p:spPr>
          <a:xfrm>
            <a:off x="1118978" y="5627331"/>
            <a:ext cx="20116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54A0E"/>
                </a:solidFill>
                <a:latin typeface="Neuromax SemB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5010" y="5590755"/>
            <a:ext cx="2103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1315"/>
                </a:solidFill>
                <a:latin typeface="Neuromax"/>
              </a:rPr>
              <a:t>Window → Package Manager → Unity Registry.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4434" y="5627331"/>
            <a:ext cx="20116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54A0E"/>
                </a:solidFill>
                <a:latin typeface="Neuromax SemB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0466" y="5590755"/>
            <a:ext cx="2103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1315"/>
                </a:solidFill>
                <a:latin typeface="Neuromax"/>
              </a:rPr>
              <a:t>Busca Visual Studio Editor (2.0.20+).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9890" y="5627331"/>
            <a:ext cx="20116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54A0E"/>
                </a:solidFill>
                <a:latin typeface="Neuromax SemB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5922" y="5590755"/>
            <a:ext cx="2103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1315"/>
                </a:solidFill>
                <a:latin typeface="Neuromax"/>
              </a:rPr>
              <a:t>External Tools → Visual Studio Code.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5346" y="5627331"/>
            <a:ext cx="20116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54A0E"/>
                </a:solidFill>
                <a:latin typeface="Neuromax SemB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1378" y="5590755"/>
            <a:ext cx="2103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1315"/>
                </a:solidFill>
                <a:latin typeface="Neuromax"/>
              </a:rPr>
              <a:t>Pulsa Regenerate project files.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74320"/>
            <a:ext cx="82296" cy="82296"/>
          </a:xfrm>
          <a:prstGeom prst="rect">
            <a:avLst/>
          </a:prstGeom>
          <a:solidFill>
            <a:srgbClr val="B54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42316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54A0E"/>
                </a:solidFill>
                <a:latin typeface="Neuromax SemBd"/>
              </a:rPr>
              <a:t>8.6 · VS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ABRIR EL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6300" y="1117737"/>
            <a:ext cx="540581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4F5361"/>
                </a:solidFill>
                <a:latin typeface="Neuromax"/>
              </a:rPr>
              <a:t>Doble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clic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en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CubeMove.cs</a:t>
            </a:r>
            <a:endParaRPr lang="es-ES" sz="1600" b="0" i="0" dirty="0" err="1">
              <a:solidFill>
                <a:srgbClr val="4F5361"/>
              </a:solidFill>
              <a:latin typeface="Neuromax"/>
            </a:endParaRPr>
          </a:p>
        </p:txBody>
      </p:sp>
      <p:pic>
        <p:nvPicPr>
          <p:cNvPr id="7" name="Picture 6" descr="VS Code con el archivo CubeMove.cs abier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10" y="1585218"/>
            <a:ext cx="7338906" cy="3602736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333955" y="1532989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31315"/>
                </a:solidFill>
                <a:latin typeface="Neuromax SemBd"/>
              </a:rPr>
              <a:t>Doble clic en el archivo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3955" y="1998868"/>
            <a:ext cx="3337560" cy="657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3000"/>
              </a:lnSpc>
            </a:pPr>
            <a:r>
              <a:rPr sz="1400" b="0" i="0" err="1">
                <a:solidFill>
                  <a:srgbClr val="4F5361"/>
                </a:solidFill>
                <a:latin typeface="Neuromax"/>
              </a:rPr>
              <a:t>Desde</a:t>
            </a:r>
            <a:r>
              <a:rPr sz="1400" b="0" i="0">
                <a:solidFill>
                  <a:srgbClr val="4F5361"/>
                </a:solidFill>
                <a:latin typeface="Neuromax"/>
              </a:rPr>
              <a:t> la </a:t>
            </a:r>
            <a:r>
              <a:rPr sz="1400" b="0" i="0" err="1">
                <a:solidFill>
                  <a:srgbClr val="4F5361"/>
                </a:solidFill>
                <a:latin typeface="Neuromax"/>
              </a:rPr>
              <a:t>ventana</a:t>
            </a:r>
            <a:r>
              <a:rPr sz="1400" b="0" i="0">
                <a:solidFill>
                  <a:srgbClr val="4F5361"/>
                </a:solidFill>
                <a:latin typeface="Neuromax"/>
              </a:rPr>
              <a:t> Project. </a:t>
            </a:r>
            <a:endParaRPr lang="es-ES"/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4F5361"/>
                </a:solidFill>
                <a:latin typeface="Neuromax"/>
              </a:rPr>
              <a:t>VS Code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abre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la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carpeta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completa del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proyecto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.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8191887" y="3031159"/>
            <a:ext cx="3310128" cy="1843523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74767" y="3159175"/>
            <a:ext cx="29260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54A0E"/>
                </a:solidFill>
                <a:latin typeface="Neuromax SemBd"/>
              </a:rPr>
              <a:t>START Y 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4767" y="3624021"/>
            <a:ext cx="2944368" cy="110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3000"/>
              </a:lnSpc>
            </a:pPr>
            <a:r>
              <a:rPr sz="1400" b="0" i="0" dirty="0" err="1">
                <a:solidFill>
                  <a:srgbClr val="31324A"/>
                </a:solidFill>
                <a:latin typeface="Neuromax"/>
              </a:rPr>
              <a:t>Start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() </a:t>
            </a:r>
            <a:r>
              <a:rPr sz="1400" b="0" i="0" dirty="0" err="1">
                <a:solidFill>
                  <a:srgbClr val="31324A"/>
                </a:solidFill>
                <a:latin typeface="Neuromax"/>
              </a:rPr>
              <a:t>corre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 </a:t>
            </a:r>
            <a:r>
              <a:rPr sz="1400" b="0" i="0" dirty="0" err="1">
                <a:solidFill>
                  <a:srgbClr val="31324A"/>
                </a:solidFill>
                <a:latin typeface="Neuromax"/>
              </a:rPr>
              <a:t>una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 </a:t>
            </a:r>
            <a:r>
              <a:rPr sz="1400" b="0" i="0" dirty="0" err="1">
                <a:solidFill>
                  <a:srgbClr val="31324A"/>
                </a:solidFill>
                <a:latin typeface="Neuromax"/>
              </a:rPr>
              <a:t>vez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. </a:t>
            </a:r>
            <a:endParaRPr lang="es-ES" dirty="0"/>
          </a:p>
          <a:p>
            <a:pPr>
              <a:lnSpc>
                <a:spcPct val="103000"/>
              </a:lnSpc>
            </a:pPr>
            <a:endParaRPr lang="es-ES" sz="1400" dirty="0">
              <a:solidFill>
                <a:srgbClr val="31324A"/>
              </a:solidFill>
              <a:latin typeface="Neuromax"/>
            </a:endParaRPr>
          </a:p>
          <a:p>
            <a:pPr>
              <a:lnSpc>
                <a:spcPct val="103000"/>
              </a:lnSpc>
            </a:pPr>
            <a:r>
              <a:rPr sz="1400" b="0" i="0" dirty="0" err="1">
                <a:solidFill>
                  <a:srgbClr val="31324A"/>
                </a:solidFill>
                <a:latin typeface="Neuromax"/>
              </a:rPr>
              <a:t>Update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() </a:t>
            </a:r>
            <a:r>
              <a:rPr sz="1400" b="0" i="0" dirty="0" err="1">
                <a:solidFill>
                  <a:srgbClr val="31324A"/>
                </a:solidFill>
                <a:latin typeface="Neuromax"/>
              </a:rPr>
              <a:t>corre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 </a:t>
            </a:r>
            <a:r>
              <a:rPr sz="1400" b="0" i="0" dirty="0" err="1">
                <a:solidFill>
                  <a:srgbClr val="31324A"/>
                </a:solidFill>
                <a:latin typeface="Neuromax"/>
              </a:rPr>
              <a:t>una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 </a:t>
            </a:r>
            <a:r>
              <a:rPr sz="1400" b="0" i="0" dirty="0" err="1">
                <a:solidFill>
                  <a:srgbClr val="31324A"/>
                </a:solidFill>
                <a:latin typeface="Neuromax"/>
              </a:rPr>
              <a:t>vez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 </a:t>
            </a:r>
            <a:r>
              <a:rPr sz="1400" b="0" i="0" dirty="0" err="1">
                <a:solidFill>
                  <a:srgbClr val="31324A"/>
                </a:solidFill>
                <a:latin typeface="Neuromax"/>
              </a:rPr>
              <a:t>por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 fotograma:</a:t>
            </a:r>
            <a:endParaRPr lang="es-E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3000"/>
              </a:lnSpc>
            </a:pPr>
            <a:endParaRPr lang="es-ES" sz="1400" dirty="0">
              <a:solidFill>
                <a:srgbClr val="31324A"/>
              </a:solidFill>
              <a:latin typeface="Neuromax"/>
            </a:endParaRPr>
          </a:p>
          <a:p>
            <a:pPr>
              <a:lnSpc>
                <a:spcPct val="103000"/>
              </a:lnSpc>
            </a:pPr>
            <a:r>
              <a:rPr lang="es-ES" sz="1400" dirty="0">
                <a:solidFill>
                  <a:srgbClr val="31324A"/>
                </a:solidFill>
                <a:latin typeface="Neuromax"/>
              </a:rPr>
              <a:t> 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ahí </a:t>
            </a:r>
            <a:r>
              <a:rPr lang="es-ES" sz="1400" dirty="0" err="1">
                <a:solidFill>
                  <a:srgbClr val="31324A"/>
                </a:solidFill>
                <a:latin typeface="Neuromax"/>
              </a:rPr>
              <a:t>pondremos</a:t>
            </a:r>
            <a:r>
              <a:rPr lang="es-ES" sz="1400" dirty="0">
                <a:solidFill>
                  <a:srgbClr val="31324A"/>
                </a:solidFill>
                <a:latin typeface="Neuromax"/>
              </a:rPr>
              <a:t> el </a:t>
            </a:r>
            <a:r>
              <a:rPr lang="es-ES" sz="1400" dirty="0" err="1">
                <a:solidFill>
                  <a:srgbClr val="31324A"/>
                </a:solidFill>
                <a:latin typeface="Neuromax"/>
              </a:rPr>
              <a:t>codigo</a:t>
            </a:r>
            <a:r>
              <a:rPr lang="es-ES" sz="1400" dirty="0">
                <a:solidFill>
                  <a:srgbClr val="31324A"/>
                </a:solidFill>
                <a:latin typeface="Neuromax"/>
              </a:rPr>
              <a:t> del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 </a:t>
            </a:r>
            <a:r>
              <a:rPr sz="1400" b="0" i="0" dirty="0" err="1">
                <a:solidFill>
                  <a:srgbClr val="31324A"/>
                </a:solidFill>
                <a:latin typeface="Neuromax"/>
              </a:rPr>
              <a:t>teclado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.</a:t>
            </a:r>
            <a:endParaRPr>
              <a:ea typeface="Calibri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81529" y="5782521"/>
            <a:ext cx="951931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dirty="0">
                <a:solidFill>
                  <a:schemeClr val="tx2">
                    <a:lumMod val="76000"/>
                  </a:schemeClr>
                </a:solidFill>
                <a:latin typeface="Neuromax"/>
              </a:rPr>
              <a:t>El </a:t>
            </a:r>
            <a:r>
              <a:rPr sz="1600" b="1" dirty="0" err="1">
                <a:solidFill>
                  <a:schemeClr val="tx2">
                    <a:lumMod val="76000"/>
                  </a:schemeClr>
                </a:solidFill>
                <a:latin typeface="Neuromax"/>
              </a:rPr>
              <a:t>proyecto</a:t>
            </a:r>
            <a:r>
              <a:rPr sz="1600" b="1" dirty="0">
                <a:solidFill>
                  <a:schemeClr val="tx2">
                    <a:lumMod val="76000"/>
                  </a:schemeClr>
                </a:solidFill>
                <a:latin typeface="Neuromax"/>
              </a:rPr>
              <a:t> </a:t>
            </a:r>
            <a:r>
              <a:rPr sz="1600" b="1" dirty="0" err="1">
                <a:solidFill>
                  <a:schemeClr val="tx2">
                    <a:lumMod val="76000"/>
                  </a:schemeClr>
                </a:solidFill>
                <a:latin typeface="Neuromax"/>
              </a:rPr>
              <a:t>ya</a:t>
            </a:r>
            <a:r>
              <a:rPr sz="1600" b="1" dirty="0">
                <a:solidFill>
                  <a:schemeClr val="tx2">
                    <a:lumMod val="76000"/>
                  </a:schemeClr>
                </a:solidFill>
                <a:latin typeface="Neuromax"/>
              </a:rPr>
              <a:t> </a:t>
            </a:r>
            <a:r>
              <a:rPr sz="1600" b="1" dirty="0" err="1">
                <a:solidFill>
                  <a:schemeClr val="tx2">
                    <a:lumMod val="76000"/>
                  </a:schemeClr>
                </a:solidFill>
                <a:latin typeface="Neuromax"/>
              </a:rPr>
              <a:t>trae</a:t>
            </a:r>
            <a:r>
              <a:rPr sz="1600" b="1" dirty="0">
                <a:solidFill>
                  <a:schemeClr val="tx2">
                    <a:lumMod val="76000"/>
                  </a:schemeClr>
                </a:solidFill>
                <a:latin typeface="Neuromax"/>
              </a:rPr>
              <a:t> .</a:t>
            </a:r>
            <a:r>
              <a:rPr sz="1600" b="1" dirty="0" err="1">
                <a:solidFill>
                  <a:schemeClr val="tx2">
                    <a:lumMod val="76000"/>
                  </a:schemeClr>
                </a:solidFill>
                <a:latin typeface="Neuromax"/>
              </a:rPr>
              <a:t>vscode</a:t>
            </a:r>
            <a:r>
              <a:rPr sz="1600" b="1" dirty="0">
                <a:solidFill>
                  <a:schemeClr val="tx2">
                    <a:lumMod val="76000"/>
                  </a:schemeClr>
                </a:solidFill>
                <a:latin typeface="Neuromax"/>
              </a:rPr>
              <a:t>/</a:t>
            </a:r>
            <a:r>
              <a:rPr sz="1600" b="1" dirty="0" err="1">
                <a:solidFill>
                  <a:schemeClr val="tx2">
                    <a:lumMod val="76000"/>
                  </a:schemeClr>
                </a:solidFill>
                <a:latin typeface="Neuromax"/>
              </a:rPr>
              <a:t>launch.json</a:t>
            </a:r>
            <a:r>
              <a:rPr sz="1600" b="1" dirty="0">
                <a:solidFill>
                  <a:schemeClr val="tx2">
                    <a:lumMod val="76000"/>
                  </a:schemeClr>
                </a:solidFill>
                <a:latin typeface="Neuromax"/>
              </a:rPr>
              <a:t> con “</a:t>
            </a:r>
            <a:r>
              <a:rPr sz="1600" b="1" dirty="0" err="1">
                <a:solidFill>
                  <a:schemeClr val="tx2">
                    <a:lumMod val="76000"/>
                  </a:schemeClr>
                </a:solidFill>
                <a:latin typeface="Neuromax"/>
              </a:rPr>
              <a:t>Attach</a:t>
            </a:r>
            <a:r>
              <a:rPr sz="1600" b="1" dirty="0">
                <a:solidFill>
                  <a:schemeClr val="tx2">
                    <a:lumMod val="76000"/>
                  </a:schemeClr>
                </a:solidFill>
                <a:latin typeface="Neuromax"/>
              </a:rPr>
              <a:t> </a:t>
            </a:r>
            <a:r>
              <a:rPr sz="1600" b="1" dirty="0" err="1">
                <a:solidFill>
                  <a:schemeClr val="tx2">
                    <a:lumMod val="76000"/>
                  </a:schemeClr>
                </a:solidFill>
                <a:latin typeface="Neuromax"/>
              </a:rPr>
              <a:t>to</a:t>
            </a:r>
            <a:r>
              <a:rPr sz="1600" b="1" dirty="0">
                <a:solidFill>
                  <a:schemeClr val="tx2">
                    <a:lumMod val="76000"/>
                  </a:schemeClr>
                </a:solidFill>
                <a:latin typeface="Neuromax"/>
              </a:rPr>
              <a:t> Unity</a:t>
            </a:r>
            <a:r>
              <a:rPr lang="es-ES" sz="1600" b="1" dirty="0">
                <a:solidFill>
                  <a:schemeClr val="tx2">
                    <a:lumMod val="76000"/>
                  </a:schemeClr>
                </a:solidFill>
                <a:latin typeface="Neuromax"/>
              </a:rPr>
              <a:t>”, SI no lo tiene hay que agregarlo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58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1538" y="178437"/>
            <a:ext cx="7065419" cy="542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X, Y, Z: LAS TRES DIRECCIONES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368" y="840060"/>
            <a:ext cx="552850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dirty="0">
                <a:solidFill>
                  <a:srgbClr val="4F5361"/>
                </a:solidFill>
                <a:latin typeface="Neuromax"/>
              </a:rPr>
              <a:t>El </a:t>
            </a:r>
            <a:r>
              <a:rPr b="0" i="0" dirty="0" err="1">
                <a:solidFill>
                  <a:srgbClr val="4F5361"/>
                </a:solidFill>
                <a:latin typeface="Neuromax"/>
              </a:rPr>
              <a:t>cubo</a:t>
            </a:r>
            <a:r>
              <a:rPr b="0" i="0" dirty="0">
                <a:solidFill>
                  <a:srgbClr val="4F5361"/>
                </a:solidFill>
                <a:latin typeface="Neuromax"/>
              </a:rPr>
              <a:t> se </a:t>
            </a:r>
            <a:r>
              <a:rPr b="0" i="0" dirty="0" err="1">
                <a:solidFill>
                  <a:srgbClr val="4F5361"/>
                </a:solidFill>
                <a:latin typeface="Neuromax"/>
              </a:rPr>
              <a:t>mueve</a:t>
            </a:r>
            <a:r>
              <a:rPr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b="0" i="0" dirty="0" err="1">
                <a:solidFill>
                  <a:srgbClr val="4F5361"/>
                </a:solidFill>
                <a:latin typeface="Neuromax"/>
              </a:rPr>
              <a:t>en</a:t>
            </a:r>
            <a:r>
              <a:rPr b="0" i="0" dirty="0">
                <a:solidFill>
                  <a:srgbClr val="4F5361"/>
                </a:solidFill>
                <a:latin typeface="Neuromax"/>
              </a:rPr>
              <a:t> el plano XZ; la </a:t>
            </a:r>
            <a:r>
              <a:rPr b="0" i="0" dirty="0" err="1">
                <a:solidFill>
                  <a:srgbClr val="4F5361"/>
                </a:solidFill>
                <a:latin typeface="Neuromax"/>
              </a:rPr>
              <a:t>gravedad</a:t>
            </a:r>
            <a:r>
              <a:rPr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b="0" i="0" dirty="0" err="1">
                <a:solidFill>
                  <a:srgbClr val="4F5361"/>
                </a:solidFill>
                <a:latin typeface="Neuromax"/>
              </a:rPr>
              <a:t>trabaja</a:t>
            </a:r>
            <a:r>
              <a:rPr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b="0" i="0" dirty="0" err="1">
                <a:solidFill>
                  <a:srgbClr val="4F5361"/>
                </a:solidFill>
                <a:latin typeface="Neuromax"/>
              </a:rPr>
              <a:t>en</a:t>
            </a:r>
            <a:r>
              <a:rPr b="0" i="0" dirty="0">
                <a:solidFill>
                  <a:srgbClr val="4F5361"/>
                </a:solidFill>
                <a:latin typeface="Neuromax"/>
              </a:rPr>
              <a:t> Y.</a:t>
            </a:r>
            <a:endParaRPr lang="es-ES" b="0" i="0" dirty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1580310"/>
            <a:ext cx="2555723" cy="2900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567395"/>
            <a:ext cx="2555723" cy="10327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810512"/>
            <a:ext cx="1097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 i="0">
                <a:solidFill>
                  <a:srgbClr val="C0392B"/>
                </a:solidFill>
                <a:latin typeface="Neuromax SemBd"/>
              </a:rPr>
              <a:t>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6988" y="1953045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0392B"/>
                </a:solidFill>
                <a:latin typeface="Neuromax SemBd"/>
              </a:rPr>
              <a:t>ROJO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1785" y="2231136"/>
            <a:ext cx="1920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31315"/>
                </a:solidFill>
                <a:latin typeface="Neuromax SemBd"/>
              </a:rPr>
              <a:t>Izquierda y derecha.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99232"/>
            <a:ext cx="26974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>A / D o ← /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6503" y="3657600"/>
            <a:ext cx="1599683" cy="512064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" y="3770015"/>
            <a:ext cx="111277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54A0E"/>
                </a:solidFill>
                <a:latin typeface="Menlo"/>
              </a:rPr>
              <a:t>movement.x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6903" y="1554480"/>
            <a:ext cx="2368452" cy="2919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90445" y="1548022"/>
            <a:ext cx="2381367" cy="116186"/>
          </a:xfrm>
          <a:prstGeom prst="rect">
            <a:avLst/>
          </a:prstGeom>
          <a:solidFill>
            <a:srgbClr val="4E9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40020" y="1797597"/>
            <a:ext cx="1097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 i="0">
                <a:solidFill>
                  <a:srgbClr val="4E9A51"/>
                </a:solidFill>
                <a:latin typeface="Neuromax SemBd"/>
              </a:rPr>
              <a:t>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4048" y="194013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E9A51"/>
                </a:solidFill>
                <a:latin typeface="Neuromax SemBd"/>
              </a:rPr>
              <a:t>VERDE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2795" y="2224678"/>
            <a:ext cx="1274477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31315"/>
                </a:solidFill>
                <a:latin typeface="Neuromax SemBd"/>
              </a:rPr>
              <a:t>Arriba y abajo.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0020" y="2986317"/>
            <a:ext cx="26974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>La gravedad tira hacia −Y.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33563" y="3651142"/>
            <a:ext cx="1709463" cy="512064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68036" y="3770014"/>
            <a:ext cx="146794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54A0E"/>
                </a:solidFill>
                <a:latin typeface="Menlo"/>
              </a:rPr>
              <a:t>movement.y = 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68760" y="1535107"/>
            <a:ext cx="2297417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68759" y="1541565"/>
            <a:ext cx="2303876" cy="8389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8334" y="1797597"/>
            <a:ext cx="1097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 i="0">
                <a:solidFill>
                  <a:srgbClr val="2E6DA4"/>
                </a:solidFill>
                <a:latin typeface="Neuromax SemBd"/>
              </a:rPr>
              <a:t>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2362" y="194013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6DA4"/>
                </a:solidFill>
                <a:latin typeface="Neuromax SemBd"/>
              </a:rPr>
              <a:t>AZUL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1109" y="2218221"/>
            <a:ext cx="1364884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31315"/>
                </a:solidFill>
                <a:latin typeface="Neuromax SemBd"/>
              </a:rPr>
              <a:t>Adelante y atrás.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8334" y="2986317"/>
            <a:ext cx="26974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>W / S o ↑ / 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31249" y="3644685"/>
            <a:ext cx="1767582" cy="512064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46350" y="3763557"/>
            <a:ext cx="127421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54A0E"/>
                </a:solidFill>
                <a:latin typeface="Menlo"/>
              </a:rPr>
              <a:t>movement.z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709160"/>
            <a:ext cx="10149840" cy="1005840"/>
          </a:xfrm>
          <a:prstGeom prst="rect">
            <a:avLst/>
          </a:prstGeom>
          <a:solidFill>
            <a:srgbClr val="31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" y="4873752"/>
            <a:ext cx="969264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0" i="0" dirty="0">
                <a:solidFill>
                  <a:srgbClr val="FFFFFF"/>
                </a:solidFill>
                <a:latin typeface="Neuromax SemBd"/>
              </a:rPr>
              <a:t>En Unity: X rojo, Y </a:t>
            </a:r>
            <a:r>
              <a:rPr sz="1700" b="0" i="0" dirty="0" err="1">
                <a:solidFill>
                  <a:srgbClr val="FFFFFF"/>
                </a:solidFill>
                <a:latin typeface="Neuromax SemBd"/>
              </a:rPr>
              <a:t>verde</a:t>
            </a:r>
            <a:r>
              <a:rPr sz="1700" b="0" i="0" dirty="0">
                <a:solidFill>
                  <a:srgbClr val="FFFFFF"/>
                </a:solidFill>
                <a:latin typeface="Neuromax SemBd"/>
              </a:rPr>
              <a:t>, Z </a:t>
            </a:r>
            <a:r>
              <a:rPr sz="1700" b="0" i="0" dirty="0" err="1">
                <a:solidFill>
                  <a:srgbClr val="FFFFFF"/>
                </a:solidFill>
                <a:latin typeface="Neuromax SemBd"/>
              </a:rPr>
              <a:t>azul</a:t>
            </a:r>
            <a:r>
              <a:rPr sz="1700" b="0" i="0" dirty="0">
                <a:solidFill>
                  <a:srgbClr val="FFFFFF"/>
                </a:solidFill>
                <a:latin typeface="Neuromax SemBd"/>
              </a:rPr>
              <a:t>. La </a:t>
            </a:r>
            <a:r>
              <a:rPr sz="1700" b="0" i="0" dirty="0" err="1">
                <a:solidFill>
                  <a:srgbClr val="FFFFFF"/>
                </a:solidFill>
                <a:latin typeface="Neuromax SemBd"/>
              </a:rPr>
              <a:t>cámara</a:t>
            </a:r>
            <a:r>
              <a:rPr sz="1700" b="0" i="0" dirty="0">
                <a:solidFill>
                  <a:srgbClr val="FFFFFF"/>
                </a:solidFill>
                <a:latin typeface="Neuromax SemBd"/>
              </a:rPr>
              <a:t> </a:t>
            </a:r>
            <a:r>
              <a:rPr lang="es-ES" sz="1700" dirty="0">
                <a:solidFill>
                  <a:srgbClr val="FFFFFF"/>
                </a:solidFill>
                <a:latin typeface="Neuromax SemBd"/>
              </a:rPr>
              <a:t>NO </a:t>
            </a:r>
            <a:r>
              <a:rPr sz="1700" b="0" i="0" dirty="0">
                <a:solidFill>
                  <a:srgbClr val="FFFFFF"/>
                </a:solidFill>
                <a:latin typeface="Neuromax SemBd"/>
              </a:rPr>
              <a:t>cambia </a:t>
            </a:r>
            <a:r>
              <a:rPr sz="1700" b="0" i="0" dirty="0" err="1">
                <a:solidFill>
                  <a:srgbClr val="FFFFFF"/>
                </a:solidFill>
                <a:latin typeface="Neuromax SemBd"/>
              </a:rPr>
              <a:t>los</a:t>
            </a:r>
            <a:r>
              <a:rPr sz="1700" b="0" i="0" dirty="0">
                <a:solidFill>
                  <a:srgbClr val="FFFFFF"/>
                </a:solidFill>
                <a:latin typeface="Neuromax SemBd"/>
              </a:rPr>
              <a:t> </a:t>
            </a:r>
            <a:r>
              <a:rPr sz="1700" b="0" i="0" dirty="0" err="1">
                <a:solidFill>
                  <a:srgbClr val="FFFFFF"/>
                </a:solidFill>
                <a:latin typeface="Neuromax SemBd"/>
              </a:rPr>
              <a:t>ejes</a:t>
            </a:r>
            <a:r>
              <a:rPr sz="1700" b="0" i="0" dirty="0">
                <a:solidFill>
                  <a:srgbClr val="FFFFFF"/>
                </a:solidFill>
                <a:latin typeface="Neuromax SemBd"/>
              </a:rPr>
              <a:t> del </a:t>
            </a:r>
            <a:r>
              <a:rPr sz="1700" b="0" i="0" dirty="0" err="1">
                <a:solidFill>
                  <a:srgbClr val="FFFFFF"/>
                </a:solidFill>
                <a:latin typeface="Neuromax SemBd"/>
              </a:rPr>
              <a:t>mundo</a:t>
            </a:r>
            <a:r>
              <a:rPr sz="1700" b="0" i="0" dirty="0">
                <a:solidFill>
                  <a:srgbClr val="FFFFFF"/>
                </a:solidFill>
                <a:latin typeface="Neuromax SemBd"/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8214" y="5355181"/>
            <a:ext cx="9692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08A3C"/>
                </a:solidFill>
                <a:latin typeface="Neuromax SemBd"/>
              </a:rPr>
              <a:t>El código mueve X y Z; Y se queda en 0 para que la gravedad haga su trabajo.</a:t>
            </a:r>
          </a:p>
        </p:txBody>
      </p:sp>
      <p:pic>
        <p:nvPicPr>
          <p:cNvPr id="34" name="Imagen 33" descr="The Scene View">
            <a:extLst>
              <a:ext uri="{FF2B5EF4-FFF2-40B4-BE49-F238E27FC236}">
                <a16:creationId xmlns:a16="http://schemas.microsoft.com/office/drawing/2014/main" id="{720799AA-D29F-AB4B-323C-9F03E5C5EB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960" t="10269" r="1268" b="64397"/>
          <a:stretch>
            <a:fillRect/>
          </a:stretch>
        </p:blipFill>
        <p:spPr>
          <a:xfrm>
            <a:off x="8699108" y="1291322"/>
            <a:ext cx="2927324" cy="316983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1538" y="281759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EL ESQUELETO DEL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538" y="885263"/>
            <a:ext cx="109270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0" i="0" dirty="0">
                <a:solidFill>
                  <a:srgbClr val="4F5361"/>
                </a:solidFill>
                <a:latin typeface="Neuromax"/>
              </a:rPr>
              <a:t>Todo script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que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vive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en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un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GameObject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s-ES" sz="1600" dirty="0">
                <a:solidFill>
                  <a:srgbClr val="4F5361"/>
                </a:solidFill>
                <a:latin typeface="Neuromax"/>
              </a:rPr>
              <a:t>que hereda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de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MonoBehaviour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.</a:t>
            </a:r>
          </a:p>
        </p:txBody>
      </p:sp>
      <p:pic>
        <p:nvPicPr>
          <p:cNvPr id="8" name="Picture 7" descr="CubeMove.cs · T8-6_content"/>
          <p:cNvPicPr>
            <a:picLocks noChangeAspect="1"/>
          </p:cNvPicPr>
          <p:nvPr/>
        </p:nvPicPr>
        <p:blipFill>
          <a:blip r:embed="rId4"/>
          <a:srcRect t="12613" r="36811" b="14142"/>
          <a:stretch>
            <a:fillRect/>
          </a:stretch>
        </p:blipFill>
        <p:spPr>
          <a:xfrm>
            <a:off x="433863" y="1293120"/>
            <a:ext cx="4952462" cy="41145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9033" y="1296175"/>
            <a:ext cx="47091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B54A0E"/>
                </a:solidFill>
                <a:latin typeface="Menlo"/>
              </a:rPr>
              <a:t>using UnityEngine;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03419"/>
            <a:ext cx="6039431" cy="212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sz="1400" b="0" i="0" dirty="0">
                <a:solidFill>
                  <a:srgbClr val="4F5361"/>
                </a:solidFill>
                <a:latin typeface="Neuromax"/>
              </a:rPr>
              <a:t>Trae las </a:t>
            </a:r>
            <a:r>
              <a:rPr lang="es-ES" sz="1400" dirty="0" err="1">
                <a:solidFill>
                  <a:srgbClr val="4F5361"/>
                </a:solidFill>
                <a:latin typeface="Neuromax"/>
              </a:rPr>
              <a:t>clases</a:t>
            </a:r>
            <a:r>
              <a:rPr lang="es-ES" sz="140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s-ES" sz="1400" dirty="0" err="1">
                <a:solidFill>
                  <a:srgbClr val="4F5361"/>
                </a:solidFill>
                <a:latin typeface="Neuromax"/>
              </a:rPr>
              <a:t>principales</a:t>
            </a:r>
            <a:r>
              <a:rPr lang="es-ES" sz="1400" dirty="0">
                <a:solidFill>
                  <a:srgbClr val="4F5361"/>
                </a:solidFill>
                <a:latin typeface="Neuromax"/>
              </a:rPr>
              <a:t> 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del motor,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como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Vector3, Transform y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9033" y="2082559"/>
            <a:ext cx="47091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B54A0E"/>
                </a:solidFill>
                <a:latin typeface="Menlo"/>
              </a:rPr>
              <a:t>MonoBehaviour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476888"/>
            <a:ext cx="4709160" cy="4319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s-ES" sz="1400" dirty="0">
                <a:solidFill>
                  <a:srgbClr val="4F5361"/>
                </a:solidFill>
                <a:latin typeface="Neuromax"/>
              </a:rPr>
              <a:t>Todos </a:t>
            </a:r>
            <a:r>
              <a:rPr lang="es-ES" sz="1400" dirty="0" err="1">
                <a:solidFill>
                  <a:srgbClr val="4F5361"/>
                </a:solidFill>
                <a:latin typeface="Neuromax"/>
              </a:rPr>
              <a:t>los</a:t>
            </a:r>
            <a:r>
              <a:rPr lang="es-ES" sz="1400" dirty="0">
                <a:solidFill>
                  <a:srgbClr val="4F5361"/>
                </a:solidFill>
                <a:latin typeface="Neuromax"/>
              </a:rPr>
              <a:t> scripts que se ligan a un </a:t>
            </a:r>
            <a:r>
              <a:rPr lang="es-ES" sz="1400" dirty="0" err="1">
                <a:solidFill>
                  <a:srgbClr val="4F5361"/>
                </a:solidFill>
                <a:latin typeface="Neuromax"/>
              </a:rPr>
              <a:t>GameObject</a:t>
            </a:r>
            <a:r>
              <a:rPr lang="es-ES" sz="1400" dirty="0">
                <a:solidFill>
                  <a:srgbClr val="4F5361"/>
                </a:solidFill>
                <a:latin typeface="Neuromax"/>
              </a:rPr>
              <a:t> deben heredar de </a:t>
            </a:r>
            <a:r>
              <a:rPr lang="es-ES" sz="1400" dirty="0" err="1">
                <a:solidFill>
                  <a:srgbClr val="4F5361"/>
                </a:solidFill>
                <a:latin typeface="Neuromax"/>
              </a:rPr>
              <a:t>MonoBeha</a:t>
            </a:r>
            <a:r>
              <a:rPr lang="es-ES" sz="1400" dirty="0">
                <a:solidFill>
                  <a:srgbClr val="4F5361"/>
                </a:solidFill>
                <a:latin typeface="Neuromax"/>
              </a:rPr>
              <a:t>viour</a:t>
            </a:r>
            <a:endParaRPr lang="es-ES" sz="1400" b="0" i="0" dirty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9033" y="3023926"/>
            <a:ext cx="47091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B54A0E"/>
                </a:solidFill>
                <a:latin typeface="Menlo"/>
              </a:rPr>
              <a:t>public</a:t>
            </a:r>
            <a:r>
              <a:rPr b="0" i="0">
                <a:solidFill>
                  <a:srgbClr val="B54A0E"/>
                </a:solidFill>
                <a:latin typeface="Menlo"/>
              </a:rPr>
              <a:t> float 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418255"/>
            <a:ext cx="4709160" cy="212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s-ES" sz="1400">
                <a:solidFill>
                  <a:srgbClr val="4F5361"/>
                </a:solidFill>
                <a:latin typeface="Neuromax"/>
              </a:rPr>
              <a:t>Variable public que aparece</a:t>
            </a:r>
            <a:r>
              <a:rPr sz="1400" b="0" i="0">
                <a:solidFill>
                  <a:srgbClr val="4F5361"/>
                </a:solidFill>
                <a:latin typeface="Neuromax"/>
              </a:rPr>
              <a:t> en el Inspector </a:t>
            </a:r>
            <a:endParaRPr lang="es-ES" sz="1400" b="0" i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9033" y="3810310"/>
            <a:ext cx="47091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B54A0E"/>
                </a:solidFill>
                <a:latin typeface="Menlo"/>
              </a:rPr>
              <a:t>Start()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4204639"/>
            <a:ext cx="4709160" cy="212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Se ejecuta una vez, antes del primer Update.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9033" y="4596694"/>
            <a:ext cx="47091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B54A0E"/>
                </a:solidFill>
                <a:latin typeface="Menlo"/>
              </a:rPr>
              <a:t>Update()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991023"/>
            <a:ext cx="4709160" cy="212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4F5361"/>
                </a:solidFill>
                <a:latin typeface="Neuromax"/>
              </a:rPr>
              <a:t>Se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ejecuta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una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vez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por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s-ES" sz="1400" dirty="0" err="1">
                <a:solidFill>
                  <a:srgbClr val="4F5361"/>
                </a:solidFill>
                <a:latin typeface="Neuromax"/>
              </a:rPr>
              <a:t>frame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3106" y="5534755"/>
            <a:ext cx="8586526" cy="4572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66988" y="5641797"/>
            <a:ext cx="779616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0" i="0" dirty="0">
                <a:solidFill>
                  <a:srgbClr val="B54A0E"/>
                </a:solidFill>
                <a:latin typeface="Neuromax SemBd"/>
              </a:rPr>
              <a:t>El </a:t>
            </a:r>
            <a:r>
              <a:rPr sz="1600" b="0" i="0" dirty="0" err="1">
                <a:solidFill>
                  <a:srgbClr val="B54A0E"/>
                </a:solidFill>
                <a:latin typeface="Neuromax SemBd"/>
              </a:rPr>
              <a:t>nombre</a:t>
            </a:r>
            <a:r>
              <a:rPr sz="1600" b="0" i="0" dirty="0">
                <a:solidFill>
                  <a:srgbClr val="B54A0E"/>
                </a:solidFill>
                <a:latin typeface="Neuromax SemBd"/>
              </a:rPr>
              <a:t> de la </a:t>
            </a:r>
            <a:r>
              <a:rPr sz="1600" b="0" i="0" dirty="0" err="1">
                <a:solidFill>
                  <a:srgbClr val="B54A0E"/>
                </a:solidFill>
                <a:latin typeface="Neuromax SemBd"/>
              </a:rPr>
              <a:t>clase</a:t>
            </a:r>
            <a:r>
              <a:rPr sz="1600" b="0" i="0" dirty="0">
                <a:solidFill>
                  <a:srgbClr val="B54A0E"/>
                </a:solidFill>
                <a:latin typeface="Neuromax SemBd"/>
              </a:rPr>
              <a:t> (</a:t>
            </a:r>
            <a:r>
              <a:rPr sz="1600" b="0" i="0" dirty="0" err="1">
                <a:solidFill>
                  <a:srgbClr val="B54A0E"/>
                </a:solidFill>
                <a:latin typeface="Neuromax SemBd"/>
              </a:rPr>
              <a:t>CubeMove</a:t>
            </a:r>
            <a:r>
              <a:rPr sz="1600" b="0" i="0" dirty="0">
                <a:solidFill>
                  <a:srgbClr val="B54A0E"/>
                </a:solidFill>
                <a:latin typeface="Neuromax SemBd"/>
              </a:rPr>
              <a:t>) </a:t>
            </a:r>
            <a:r>
              <a:rPr lang="es-ES" sz="1600" b="1" dirty="0">
                <a:solidFill>
                  <a:srgbClr val="B54A0E"/>
                </a:solidFill>
                <a:latin typeface="Neuromax SemBd"/>
              </a:rPr>
              <a:t>DEBE COINCIDIR </a:t>
            </a:r>
            <a:r>
              <a:rPr sz="1600" b="1" i="0" dirty="0" err="1">
                <a:solidFill>
                  <a:srgbClr val="B54A0E"/>
                </a:solidFill>
                <a:latin typeface="Neuromax SemBd"/>
              </a:rPr>
              <a:t>coincidir</a:t>
            </a:r>
            <a:r>
              <a:rPr sz="1600" b="1" i="0" dirty="0">
                <a:solidFill>
                  <a:srgbClr val="B54A0E"/>
                </a:solidFill>
                <a:latin typeface="Neuromax SemBd"/>
              </a:rPr>
              <a:t> con el </a:t>
            </a:r>
            <a:r>
              <a:rPr sz="1600" b="1" i="0" dirty="0" err="1">
                <a:solidFill>
                  <a:srgbClr val="B54A0E"/>
                </a:solidFill>
                <a:latin typeface="Neuromax SemBd"/>
              </a:rPr>
              <a:t>nombre</a:t>
            </a:r>
            <a:r>
              <a:rPr sz="1600" b="1" i="0" dirty="0">
                <a:solidFill>
                  <a:srgbClr val="B54A0E"/>
                </a:solidFill>
                <a:latin typeface="Neuromax SemBd"/>
              </a:rPr>
              <a:t> del </a:t>
            </a:r>
            <a:r>
              <a:rPr sz="1600" b="1" i="0" dirty="0" err="1">
                <a:solidFill>
                  <a:srgbClr val="B54A0E"/>
                </a:solidFill>
                <a:latin typeface="Neuromax SemBd"/>
              </a:rPr>
              <a:t>archivo</a:t>
            </a:r>
            <a:r>
              <a:rPr sz="1600" b="1" i="0" dirty="0">
                <a:solidFill>
                  <a:srgbClr val="B54A0E"/>
                </a:solidFill>
                <a:latin typeface="Neuromax SemBd"/>
              </a:rPr>
              <a:t>.</a:t>
            </a:r>
            <a:endParaRPr lang="es-ES" sz="1600" b="1" i="0" dirty="0">
              <a:solidFill>
                <a:srgbClr val="B54A0E"/>
              </a:solidFill>
              <a:latin typeface="Neuromax SemBd"/>
            </a:endParaRPr>
          </a:p>
        </p:txBody>
      </p:sp>
      <p:sp>
        <p:nvSpPr>
          <p:cNvPr id="23" name="Rectangle 19">
            <a:extLst>
              <a:ext uri="{FF2B5EF4-FFF2-40B4-BE49-F238E27FC236}">
                <a16:creationId xmlns:a16="http://schemas.microsoft.com/office/drawing/2014/main" id="{215BED53-086A-20E6-0282-C1C7F70E43A7}"/>
              </a:ext>
            </a:extLst>
          </p:cNvPr>
          <p:cNvSpPr/>
          <p:nvPr/>
        </p:nvSpPr>
        <p:spPr>
          <a:xfrm>
            <a:off x="5384885" y="6316127"/>
            <a:ext cx="6384476" cy="392624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4001459-788E-2B7D-4029-B090D459D8D8}"/>
              </a:ext>
            </a:extLst>
          </p:cNvPr>
          <p:cNvSpPr txBox="1"/>
          <p:nvPr/>
        </p:nvSpPr>
        <p:spPr>
          <a:xfrm>
            <a:off x="5385661" y="6354305"/>
            <a:ext cx="889861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https://docs.unity3d.com/es/2019.4/Manual/ExecutionOrder.html</a:t>
            </a:r>
          </a:p>
          <a:p>
            <a:pPr algn="ctr"/>
            <a:endParaRPr lang="es-E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284" y="333420"/>
            <a:ext cx="7814504" cy="542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8000"/>
              </a:lnSpc>
            </a:pPr>
            <a:r>
              <a:rPr sz="3600" b="0" i="0" dirty="0">
                <a:solidFill>
                  <a:srgbClr val="131315"/>
                </a:solidFill>
                <a:latin typeface="Neuromax SemBd"/>
              </a:rPr>
              <a:t>LEER WASD Y LAS </a:t>
            </a:r>
            <a:r>
              <a:rPr lang="es-ES" sz="3600">
                <a:solidFill>
                  <a:srgbClr val="131315"/>
                </a:solidFill>
                <a:latin typeface="Neuromax SemBd"/>
              </a:rPr>
              <a:t>FLECHAS DEL TECLADO</a:t>
            </a:r>
            <a:endParaRPr sz="3600" b="0" i="0">
              <a:solidFill>
                <a:srgbClr val="131315"/>
              </a:solidFill>
              <a:latin typeface="Neuromax SemBd"/>
            </a:endParaRPr>
          </a:p>
        </p:txBody>
      </p:sp>
      <p:pic>
        <p:nvPicPr>
          <p:cNvPr id="8" name="Picture 7" descr="CubeMove.cs · Update()"/>
          <p:cNvPicPr>
            <a:picLocks noChangeAspect="1"/>
          </p:cNvPicPr>
          <p:nvPr/>
        </p:nvPicPr>
        <p:blipFill>
          <a:blip r:embed="rId4"/>
          <a:srcRect l="1954" t="6878" r="39305" b="7949"/>
          <a:stretch>
            <a:fillRect/>
          </a:stretch>
        </p:blipFill>
        <p:spPr>
          <a:xfrm>
            <a:off x="1266897" y="1063161"/>
            <a:ext cx="4190504" cy="44210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68626" y="1464073"/>
            <a:ext cx="47091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54A0E"/>
                </a:solidFill>
                <a:latin typeface="Menlo"/>
              </a:rPr>
              <a:t>Vector3 movement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8626" y="1729249"/>
            <a:ext cx="4709160" cy="227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>Empieza en (0,0,0): sin movimiento.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8626" y="2122441"/>
            <a:ext cx="47091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54A0E"/>
                </a:solidFill>
                <a:latin typeface="Menlo"/>
              </a:rPr>
              <a:t>Keyboard.current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8626" y="2387617"/>
            <a:ext cx="4709160" cy="227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>El teclado activo, con el Input System.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8626" y="2780808"/>
            <a:ext cx="47091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54A0E"/>
                </a:solidFill>
                <a:latin typeface="Menlo"/>
              </a:rPr>
              <a:t>keyboard != null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8626" y="3045984"/>
            <a:ext cx="4709160" cy="227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>Evita errores si no hay teclado disponible.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8626" y="3439176"/>
            <a:ext cx="47091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54A0E"/>
                </a:solidFill>
                <a:latin typeface="Menlo"/>
              </a:rPr>
              <a:t>isPressed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8626" y="3704352"/>
            <a:ext cx="4709160" cy="227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>Es verdadero mientras mantienes la tecla.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8626" y="4097544"/>
            <a:ext cx="47091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54A0E"/>
                </a:solidFill>
                <a:latin typeface="Menlo"/>
              </a:rPr>
              <a:t>movement.x / 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8626" y="4362720"/>
            <a:ext cx="4709160" cy="227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>+1 o −1 según la dirección.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8626" y="4755912"/>
            <a:ext cx="47091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54A0E"/>
                </a:solidFill>
                <a:latin typeface="Menlo"/>
              </a:rPr>
              <a:t>||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8626" y="5021088"/>
            <a:ext cx="4709160" cy="227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>Significa “o”: basta con una de las dos teclas.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3293" y="5960958"/>
            <a:ext cx="10213848" cy="4572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49292" y="6061542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B54A0E"/>
                </a:solidFill>
                <a:latin typeface="Neuromax SemBd"/>
              </a:rPr>
              <a:t>W/S </a:t>
            </a:r>
            <a:r>
              <a:rPr sz="1600" b="0" i="0" dirty="0" err="1">
                <a:solidFill>
                  <a:srgbClr val="B54A0E"/>
                </a:solidFill>
                <a:latin typeface="Neuromax SemBd"/>
              </a:rPr>
              <a:t>mueven</a:t>
            </a:r>
            <a:r>
              <a:rPr sz="1600" b="0" i="0" dirty="0">
                <a:solidFill>
                  <a:srgbClr val="B54A0E"/>
                </a:solidFill>
                <a:latin typeface="Neuromax SemBd"/>
              </a:rPr>
              <a:t> </a:t>
            </a:r>
            <a:r>
              <a:rPr sz="1600" b="0" i="0" dirty="0" err="1">
                <a:solidFill>
                  <a:srgbClr val="B54A0E"/>
                </a:solidFill>
                <a:latin typeface="Neuromax SemBd"/>
              </a:rPr>
              <a:t>en</a:t>
            </a:r>
            <a:r>
              <a:rPr sz="1600" b="0" i="0" dirty="0">
                <a:solidFill>
                  <a:srgbClr val="B54A0E"/>
                </a:solidFill>
                <a:latin typeface="Neuromax SemBd"/>
              </a:rPr>
              <a:t> Z; A/D </a:t>
            </a:r>
            <a:r>
              <a:rPr sz="1600" b="0" i="0" dirty="0" err="1">
                <a:solidFill>
                  <a:srgbClr val="B54A0E"/>
                </a:solidFill>
                <a:latin typeface="Neuromax SemBd"/>
              </a:rPr>
              <a:t>en</a:t>
            </a:r>
            <a:r>
              <a:rPr sz="1600" b="0" i="0" dirty="0">
                <a:solidFill>
                  <a:srgbClr val="B54A0E"/>
                </a:solidFill>
                <a:latin typeface="Neuromax SemBd"/>
              </a:rPr>
              <a:t> X. Las </a:t>
            </a:r>
            <a:r>
              <a:rPr sz="1600" b="0" i="0" dirty="0" err="1">
                <a:solidFill>
                  <a:srgbClr val="B54A0E"/>
                </a:solidFill>
                <a:latin typeface="Neuromax SemBd"/>
              </a:rPr>
              <a:t>flechas</a:t>
            </a:r>
            <a:r>
              <a:rPr sz="1600" b="0" i="0" dirty="0">
                <a:solidFill>
                  <a:srgbClr val="B54A0E"/>
                </a:solidFill>
                <a:latin typeface="Neuromax SemBd"/>
              </a:rPr>
              <a:t> </a:t>
            </a:r>
            <a:r>
              <a:rPr sz="1600" b="0" i="0" dirty="0" err="1">
                <a:solidFill>
                  <a:srgbClr val="B54A0E"/>
                </a:solidFill>
                <a:latin typeface="Neuromax SemBd"/>
              </a:rPr>
              <a:t>hacen</a:t>
            </a:r>
            <a:r>
              <a:rPr sz="1600" b="0" i="0" dirty="0">
                <a:solidFill>
                  <a:srgbClr val="B54A0E"/>
                </a:solidFill>
                <a:latin typeface="Neuromax SemBd"/>
              </a:rPr>
              <a:t> </a:t>
            </a:r>
            <a:r>
              <a:rPr sz="1600" b="0" i="0" dirty="0" err="1">
                <a:solidFill>
                  <a:srgbClr val="B54A0E"/>
                </a:solidFill>
                <a:latin typeface="Neuromax SemBd"/>
              </a:rPr>
              <a:t>exactamente</a:t>
            </a:r>
            <a:r>
              <a:rPr sz="1600" b="0" i="0" dirty="0">
                <a:solidFill>
                  <a:srgbClr val="B54A0E"/>
                </a:solidFill>
                <a:latin typeface="Neuromax SemBd"/>
              </a:rPr>
              <a:t> lo </a:t>
            </a:r>
            <a:r>
              <a:rPr sz="1600" b="0" i="0" dirty="0" err="1">
                <a:solidFill>
                  <a:srgbClr val="B54A0E"/>
                </a:solidFill>
                <a:latin typeface="Neuromax SemBd"/>
              </a:rPr>
              <a:t>mismo</a:t>
            </a:r>
            <a:r>
              <a:rPr sz="1600" b="0" i="0" dirty="0">
                <a:solidFill>
                  <a:srgbClr val="B54A0E"/>
                </a:solidFill>
                <a:latin typeface="Neuromax SemBd"/>
              </a:rPr>
              <a:t>.</a:t>
            </a:r>
            <a:endParaRPr lang="es-ES" sz="1600" b="0" i="0" dirty="0">
              <a:solidFill>
                <a:srgbClr val="B54A0E"/>
              </a:solidFill>
              <a:latin typeface="Neuromax SemB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5708" y="230098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REINICIAR CON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5708" y="833602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Si el cubo cae y rueda, Space lo devuelve al inicio.</a:t>
            </a:r>
          </a:p>
        </p:txBody>
      </p:sp>
      <p:pic>
        <p:nvPicPr>
          <p:cNvPr id="8" name="Picture 7" descr="Código para reiniciar posición y rotació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24" y="1412315"/>
            <a:ext cx="6564152" cy="277841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27304" y="1379039"/>
            <a:ext cx="47091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B54A0E"/>
                </a:solidFill>
                <a:latin typeface="Menlo"/>
              </a:rPr>
              <a:t>spaceKey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8524" y="1721706"/>
            <a:ext cx="4709160" cy="2425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La barra espaciadora.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7304" y="2092271"/>
            <a:ext cx="47091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B54A0E"/>
                </a:solidFill>
                <a:latin typeface="Menlo"/>
              </a:rPr>
              <a:t>Quaternion.identity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8524" y="2434939"/>
            <a:ext cx="4709160" cy="2425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Rotación cero: el cubo vuelve a estar derecho.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7304" y="2908825"/>
            <a:ext cx="47091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B54A0E"/>
                </a:solidFill>
                <a:latin typeface="Menlo"/>
              </a:rPr>
              <a:t>new Vector3(0f, 1f, 0f)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8524" y="3328985"/>
            <a:ext cx="4709160" cy="2425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Posición inicial, un poco arriba del plano.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7304" y="3725378"/>
            <a:ext cx="47091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B54A0E"/>
                </a:solidFill>
                <a:latin typeface="Menlo"/>
              </a:rPr>
              <a:t>¿Por qué 1 y no 0?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8524" y="4068046"/>
            <a:ext cx="4709160" cy="2425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Para que caiga y no aparezca dentro del piso.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481644"/>
            <a:ext cx="8888794" cy="1553396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4590288"/>
            <a:ext cx="461591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1600">
                <a:solidFill>
                  <a:srgbClr val="B54A0E"/>
                </a:solidFill>
                <a:latin typeface="Neuromax SemBd"/>
              </a:rPr>
              <a:t>ANTES Y DEPUES DEL RESET DE LA POSICION</a:t>
            </a:r>
            <a:endParaRPr lang="es-ES" sz="1600" b="0" i="0" dirty="0">
              <a:solidFill>
                <a:srgbClr val="B54A0E"/>
              </a:solidFill>
              <a:latin typeface="Neuromax SemB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87774" y="5018506"/>
            <a:ext cx="2103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2185B"/>
                </a:solidFill>
                <a:latin typeface="Neuromax SemBd"/>
              </a:rPr>
              <a:t>ANTES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7774" y="5463979"/>
            <a:ext cx="1814077" cy="4319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1324A"/>
                </a:solidFill>
                <a:latin typeface="Neuromax"/>
              </a:rPr>
              <a:t>Cayó y rodó: la rotación ya no es cero.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7155" y="5300369"/>
            <a:ext cx="3200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F08A3C"/>
                </a:solidFill>
                <a:latin typeface="Neuromax SemBd"/>
              </a:rPr>
              <a:t>→</a:t>
            </a:r>
            <a:endParaRPr lang="es-ES" sz="2400" b="0" i="0">
              <a:solidFill>
                <a:srgbClr val="F08A3C"/>
              </a:solidFill>
              <a:latin typeface="Neuromax SemB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89084" y="5108913"/>
            <a:ext cx="2103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E9A51"/>
                </a:solidFill>
                <a:latin typeface="Neuromax SemBd"/>
              </a:rPr>
              <a:t>DESPUÉS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0967" y="5560843"/>
            <a:ext cx="4808087" cy="212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s-ES" sz="1400" err="1">
                <a:solidFill>
                  <a:srgbClr val="31324A"/>
                </a:solidFill>
                <a:latin typeface="Neuromax"/>
              </a:rPr>
              <a:t>Rotacion</a:t>
            </a:r>
            <a:r>
              <a:rPr lang="es-ES" sz="1400" dirty="0">
                <a:solidFill>
                  <a:srgbClr val="31324A"/>
                </a:solidFill>
                <a:latin typeface="Neuromax"/>
              </a:rPr>
              <a:t> reseteada y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 </a:t>
            </a:r>
            <a:r>
              <a:rPr sz="1400" b="0" i="0" err="1">
                <a:solidFill>
                  <a:srgbClr val="31324A"/>
                </a:solidFill>
                <a:latin typeface="Neuromax"/>
              </a:rPr>
              <a:t>en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 (0, 1, 0), </a:t>
            </a:r>
            <a:r>
              <a:rPr sz="1400" b="0" i="0" err="1">
                <a:solidFill>
                  <a:srgbClr val="31324A"/>
                </a:solidFill>
                <a:latin typeface="Neuromax"/>
              </a:rPr>
              <a:t>listo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 para </a:t>
            </a:r>
            <a:r>
              <a:rPr sz="1400" b="0" i="0" err="1">
                <a:solidFill>
                  <a:srgbClr val="31324A"/>
                </a:solidFill>
                <a:latin typeface="Neuromax"/>
              </a:rPr>
              <a:t>moverse</a:t>
            </a:r>
            <a:r>
              <a:rPr lang="es-ES" sz="1400">
                <a:solidFill>
                  <a:srgbClr val="31324A"/>
                </a:solidFill>
                <a:latin typeface="Neuromax"/>
              </a:rPr>
              <a:t> otra vez</a:t>
            </a:r>
            <a:endParaRPr lang="es-ES" sz="1400" b="0" i="0" dirty="0">
              <a:solidFill>
                <a:srgbClr val="31324A"/>
              </a:solidFill>
              <a:latin typeface="Neuromax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284" y="255929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MOVER EN X Y 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284" y="859433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La velocidad se multiplica por deltaTime para no depender de los FPS.</a:t>
            </a:r>
          </a:p>
        </p:txBody>
      </p:sp>
      <p:pic>
        <p:nvPicPr>
          <p:cNvPr id="8" name="Picture 7" descr="Código para normalizar y mover el cub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613" y="1405858"/>
            <a:ext cx="5769864" cy="24361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9440" y="1572768"/>
            <a:ext cx="47091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B54A0E"/>
                </a:solidFill>
                <a:latin typeface="Menlo"/>
              </a:rPr>
              <a:t>movement.magnitude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8593" y="1954180"/>
            <a:ext cx="4709160" cy="212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El largo del vector; en diagonal vale más de 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286000"/>
            <a:ext cx="47091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B54A0E"/>
                </a:solidFill>
                <a:latin typeface="Menlo"/>
              </a:rPr>
              <a:t>Normalize()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78593" y="2667413"/>
            <a:ext cx="4709160" cy="212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Lo deja en largo 1: misma velocidad en diagonal.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999232"/>
            <a:ext cx="47091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B54A0E"/>
                </a:solidFill>
                <a:latin typeface="Menlo"/>
              </a:rPr>
              <a:t>transform.Translate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8593" y="3380645"/>
            <a:ext cx="4709160" cy="212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Suma el desplazamiento a la posición actual.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712463"/>
            <a:ext cx="47091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B54A0E"/>
                </a:solidFill>
                <a:latin typeface="Menlo"/>
              </a:rPr>
              <a:t>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78593" y="4093876"/>
            <a:ext cx="4709160" cy="212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5 unidades por segundo; se cambia en el Inspector.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425696"/>
            <a:ext cx="47091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B54A0E"/>
                </a:solidFill>
                <a:latin typeface="Menlo"/>
              </a:rPr>
              <a:t>Time.deltaTime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8593" y="4807109"/>
            <a:ext cx="4709160" cy="212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Segundos del último fotograma; mantiene la velocidad estable.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2292" y="4442900"/>
            <a:ext cx="5756847" cy="159214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4590288"/>
            <a:ext cx="3657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54A0E"/>
                </a:solidFill>
                <a:latin typeface="Neuromax SemBd"/>
              </a:rPr>
              <a:t>VELOCIDAD EN DIAGONAL</a:t>
            </a:r>
            <a:endParaRPr lang="es-ES" sz="1400" b="0" i="0">
              <a:solidFill>
                <a:srgbClr val="B54A0E"/>
              </a:solidFill>
              <a:latin typeface="Neuromax SemB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3232" y="4846320"/>
            <a:ext cx="128016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C0392B"/>
                </a:solidFill>
                <a:latin typeface="Neuromax SemBd"/>
              </a:rPr>
              <a:t>1.41×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524113"/>
            <a:ext cx="1828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 SemBd"/>
              </a:rPr>
              <a:t>sin Normalize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8883" y="4897981"/>
            <a:ext cx="100584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4E9A51"/>
                </a:solidFill>
                <a:latin typeface="Neuromax SemBd"/>
              </a:rPr>
              <a:t>1×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2425" y="5511197"/>
            <a:ext cx="20116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 SemBd"/>
              </a:rPr>
              <a:t>con Normalize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3178" y="5035141"/>
            <a:ext cx="17830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1324A"/>
                </a:solidFill>
                <a:latin typeface="Neuromax"/>
              </a:rPr>
              <a:t>Misma velocidad en todas las direcciones.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96112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 i="0">
                <a:solidFill>
                  <a:srgbClr val="F08A3C"/>
                </a:solidFill>
                <a:latin typeface="Neuromax SemBd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55648"/>
            <a:ext cx="6766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31324A"/>
                </a:solidFill>
                <a:latin typeface="Neuromax SemBd"/>
              </a:rPr>
              <a:t>FÍSICA 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31324A"/>
                </a:solidFill>
                <a:latin typeface="Neuromax SemBd"/>
              </a:rPr>
              <a:t>DEPURACIÓN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520440"/>
            <a:ext cx="2011680" cy="64008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3843270"/>
            <a:ext cx="67665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B54A0E"/>
                </a:solidFill>
                <a:latin typeface="Neuromax SemBd"/>
              </a:rPr>
              <a:t>RIGIDBODY · GRAVEDAD · COLLIDER · BREAKPOINT</a:t>
            </a:r>
            <a:endParaRPr lang="es-ES" sz="2000" b="0" i="0">
              <a:solidFill>
                <a:srgbClr val="B54A0E"/>
              </a:solidFill>
              <a:latin typeface="Neuromax SemBd"/>
            </a:endParaRPr>
          </a:p>
        </p:txBody>
      </p:sp>
      <p:pic>
        <p:nvPicPr>
          <p:cNvPr id="10" name="Picture 9" descr="st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0" y="3063396"/>
            <a:ext cx="960120" cy="914086"/>
          </a:xfrm>
          <a:prstGeom prst="rect">
            <a:avLst/>
          </a:prstGeom>
        </p:spPr>
      </p:pic>
      <p:pic>
        <p:nvPicPr>
          <p:cNvPr id="11" name="Picture 10" descr="ches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4526686"/>
            <a:ext cx="2240280" cy="1187906"/>
          </a:xfrm>
          <a:prstGeom prst="rect">
            <a:avLst/>
          </a:prstGeom>
        </p:spPr>
      </p:pic>
      <p:pic>
        <p:nvPicPr>
          <p:cNvPr id="12" name="Picture 11" descr="Nube pixel ar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8967" y="1005840"/>
            <a:ext cx="1678744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94674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¿QUÉ ES UN RIGIDBODY?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6924"/>
            <a:ext cx="109270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1600" dirty="0">
                <a:solidFill>
                  <a:srgbClr val="4F5361"/>
                </a:solidFill>
                <a:latin typeface="Neuromax"/>
              </a:rPr>
              <a:t>La clase especial para ligar el 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movimiento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del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objeto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al motor de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física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3182112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3182112" cy="91440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773936"/>
            <a:ext cx="5486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08A3C"/>
                </a:solidFill>
                <a:latin typeface="Neuromax SemB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48256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31315"/>
                </a:solidFill>
                <a:latin typeface="Neuromax SemBd"/>
              </a:rPr>
              <a:t>MUEVE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791" y="2759422"/>
            <a:ext cx="2670048" cy="7718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1600" b="0" i="0">
                <a:solidFill>
                  <a:srgbClr val="4F5361"/>
                </a:solidFill>
                <a:latin typeface="Neuromax"/>
              </a:rPr>
              <a:t>La </a:t>
            </a:r>
            <a:r>
              <a:rPr sz="1600" b="0" i="0" err="1">
                <a:solidFill>
                  <a:srgbClr val="4F5361"/>
                </a:solidFill>
                <a:latin typeface="Neuromax"/>
              </a:rPr>
              <a:t>física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600" b="0" i="0" err="1">
                <a:solidFill>
                  <a:srgbClr val="4F5361"/>
                </a:solidFill>
                <a:latin typeface="Neuromax"/>
              </a:rPr>
              <a:t>calcula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600" b="0" i="0" err="1">
                <a:solidFill>
                  <a:srgbClr val="4F5361"/>
                </a:solidFill>
                <a:latin typeface="Neuromax"/>
              </a:rPr>
              <a:t>posición</a:t>
            </a:r>
            <a:r>
              <a:rPr sz="1600" b="0" i="0">
                <a:solidFill>
                  <a:srgbClr val="4F5361"/>
                </a:solidFill>
                <a:latin typeface="Neuromax"/>
              </a:rPr>
              <a:t> y </a:t>
            </a:r>
            <a:r>
              <a:rPr sz="1600" b="0" i="0" err="1">
                <a:solidFill>
                  <a:srgbClr val="4F5361"/>
                </a:solidFill>
                <a:latin typeface="Neuromax"/>
              </a:rPr>
              <a:t>rotación</a:t>
            </a:r>
            <a:r>
              <a:rPr sz="1600" b="0" i="0">
                <a:solidFill>
                  <a:srgbClr val="4F5361"/>
                </a:solidFill>
                <a:latin typeface="Neuromax"/>
              </a:rPr>
              <a:t>. </a:t>
            </a:r>
            <a:endParaRPr lang="es-ES"/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4F5361"/>
                </a:solidFill>
                <a:latin typeface="Neuromax"/>
              </a:rPr>
              <a:t>Tú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aplicas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fuerzas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o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velocidades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.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3968496" y="1572768"/>
            <a:ext cx="3182112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968496" y="1572768"/>
            <a:ext cx="3182112" cy="9144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24528" y="1773936"/>
            <a:ext cx="5486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2185B"/>
                </a:solidFill>
                <a:latin typeface="Neuromax SemB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2048256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31315"/>
                </a:solidFill>
                <a:latin typeface="Neuromax SemBd"/>
              </a:rPr>
              <a:t>GRAVEDAD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0359" y="2759422"/>
            <a:ext cx="2670048" cy="7718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1600" b="0" i="0" dirty="0">
                <a:solidFill>
                  <a:srgbClr val="4F5361"/>
                </a:solidFill>
                <a:latin typeface="Neuromax"/>
              </a:rPr>
              <a:t>Use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Gravity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aplica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−9.81 m/s²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en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Y. </a:t>
            </a:r>
            <a:endParaRPr lang="es-ES" dirty="0"/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4F5361"/>
                </a:solidFill>
                <a:latin typeface="Neuromax"/>
              </a:rPr>
              <a:t>El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cubo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cae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si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no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tiene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apoyo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.</a:t>
            </a:r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7370064" y="1572768"/>
            <a:ext cx="3182112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70064" y="1572768"/>
            <a:ext cx="3182112" cy="91440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26096" y="1773936"/>
            <a:ext cx="5486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08A3C"/>
                </a:solidFill>
                <a:latin typeface="Neuromax SemB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6096" y="2048256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31315"/>
                </a:solidFill>
                <a:latin typeface="Neuromax SemBd"/>
              </a:rPr>
              <a:t>COLISIONES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1927" y="2759422"/>
            <a:ext cx="2670048" cy="7718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El Box Collider del cubo choca con el Mesh Collider del plano y se detiene.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206240"/>
            <a:ext cx="10149840" cy="786384"/>
          </a:xfrm>
          <a:prstGeom prst="rect">
            <a:avLst/>
          </a:prstGeom>
          <a:solidFill>
            <a:srgbClr val="31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70180" y="4469298"/>
            <a:ext cx="7548708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Neuromax SemBd"/>
              </a:rPr>
              <a:t>Sin Rigidbody, el cubo atraviesa el plano. Con Rigidbody, la física decide dónde está.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875" y="5294945"/>
            <a:ext cx="1088601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0" i="0" dirty="0">
                <a:solidFill>
                  <a:srgbClr val="B54A0E"/>
                </a:solidFill>
                <a:latin typeface="Neuromax SemBd"/>
              </a:rPr>
              <a:t>Is Kinematic: </a:t>
            </a:r>
            <a:r>
              <a:rPr sz="1600" b="0" i="0" dirty="0" err="1">
                <a:solidFill>
                  <a:srgbClr val="B54A0E"/>
                </a:solidFill>
                <a:latin typeface="Neuromax SemBd"/>
              </a:rPr>
              <a:t>si</a:t>
            </a:r>
            <a:r>
              <a:rPr sz="1600" b="0" i="0" dirty="0">
                <a:solidFill>
                  <a:srgbClr val="B54A0E"/>
                </a:solidFill>
                <a:latin typeface="Neuromax SemBd"/>
              </a:rPr>
              <a:t> lo </a:t>
            </a:r>
            <a:r>
              <a:rPr sz="1600" b="0" i="0" dirty="0" err="1">
                <a:solidFill>
                  <a:srgbClr val="B54A0E"/>
                </a:solidFill>
                <a:latin typeface="Neuromax SemBd"/>
              </a:rPr>
              <a:t>activas</a:t>
            </a:r>
            <a:r>
              <a:rPr sz="1600" b="0" i="0" dirty="0">
                <a:solidFill>
                  <a:srgbClr val="B54A0E"/>
                </a:solidFill>
                <a:latin typeface="Neuromax SemBd"/>
              </a:rPr>
              <a:t>, la </a:t>
            </a:r>
            <a:r>
              <a:rPr sz="1600" b="0" i="0" dirty="0" err="1">
                <a:solidFill>
                  <a:srgbClr val="B54A0E"/>
                </a:solidFill>
                <a:latin typeface="Neuromax SemBd"/>
              </a:rPr>
              <a:t>física</a:t>
            </a:r>
            <a:r>
              <a:rPr sz="1600" b="0" i="0" dirty="0">
                <a:solidFill>
                  <a:srgbClr val="B54A0E"/>
                </a:solidFill>
                <a:latin typeface="Neuromax SemBd"/>
              </a:rPr>
              <a:t> </a:t>
            </a:r>
            <a:r>
              <a:rPr sz="1600" b="0" i="0" dirty="0" err="1">
                <a:solidFill>
                  <a:srgbClr val="B54A0E"/>
                </a:solidFill>
                <a:latin typeface="Neuromax SemBd"/>
              </a:rPr>
              <a:t>deja</a:t>
            </a:r>
            <a:r>
              <a:rPr sz="1600" b="0" i="0" dirty="0">
                <a:solidFill>
                  <a:srgbClr val="B54A0E"/>
                </a:solidFill>
                <a:latin typeface="Neuromax SemBd"/>
              </a:rPr>
              <a:t> de mover el </a:t>
            </a:r>
            <a:r>
              <a:rPr sz="1600" b="0" i="0" dirty="0" err="1">
                <a:solidFill>
                  <a:srgbClr val="B54A0E"/>
                </a:solidFill>
                <a:latin typeface="Neuromax SemBd"/>
              </a:rPr>
              <a:t>objeto</a:t>
            </a:r>
            <a:r>
              <a:rPr sz="1600" b="0" i="0" dirty="0">
                <a:solidFill>
                  <a:srgbClr val="B54A0E"/>
                </a:solidFill>
                <a:latin typeface="Neuromax SemBd"/>
              </a:rPr>
              <a:t>.</a:t>
            </a:r>
            <a:r>
              <a:rPr lang="es-ES" sz="1600" dirty="0">
                <a:solidFill>
                  <a:srgbClr val="B54A0E"/>
                </a:solidFill>
                <a:latin typeface="Neuromax SemBd"/>
              </a:rPr>
              <a:t> (la gravedad no lo hace caer, las explosiones no lo empujan, </a:t>
            </a:r>
            <a:r>
              <a:rPr lang="es-ES" sz="1600" dirty="0" err="1">
                <a:solidFill>
                  <a:srgbClr val="B54A0E"/>
                </a:solidFill>
                <a:latin typeface="Neuromax SemBd"/>
              </a:rPr>
              <a:t>etc</a:t>
            </a:r>
            <a:r>
              <a:rPr lang="es-ES" sz="1600" dirty="0">
                <a:solidFill>
                  <a:srgbClr val="B54A0E"/>
                </a:solidFill>
                <a:latin typeface="Neuromax SemBd"/>
              </a:rPr>
              <a:t>)</a:t>
            </a:r>
            <a:endParaRPr lang="es-ES" sz="1600" b="0" i="0" dirty="0">
              <a:solidFill>
                <a:srgbClr val="B54A0E"/>
              </a:solidFill>
              <a:latin typeface="Neuromax SemB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9030" y="268844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AGREGAR GRAVEDAD AL CUBO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9030" y="872348"/>
            <a:ext cx="109270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0" i="0">
                <a:solidFill>
                  <a:srgbClr val="4F5361"/>
                </a:solidFill>
                <a:latin typeface="Neuromax"/>
              </a:rPr>
              <a:t>Cube → Add Component → Rigidbody → Use Gravity</a:t>
            </a:r>
            <a:r>
              <a:rPr lang="es-ES" sz="1600">
                <a:solidFill>
                  <a:srgbClr val="4F5361"/>
                </a:solidFill>
                <a:latin typeface="Neuromax"/>
              </a:rPr>
              <a:t> ✓</a:t>
            </a:r>
            <a:r>
              <a:rPr sz="1600" b="0" i="0">
                <a:solidFill>
                  <a:srgbClr val="4F5361"/>
                </a:solidFill>
                <a:latin typeface="Neuromax"/>
              </a:rPr>
              <a:t>.</a:t>
            </a:r>
          </a:p>
        </p:txBody>
      </p:sp>
      <p:pic>
        <p:nvPicPr>
          <p:cNvPr id="7" name="Picture 6" descr="Add Component buscando Rigidbody"/>
          <p:cNvPicPr>
            <a:picLocks noChangeAspect="1"/>
          </p:cNvPicPr>
          <p:nvPr/>
        </p:nvPicPr>
        <p:blipFill>
          <a:blip r:embed="rId4"/>
          <a:srcRect l="22559" t="7918" b="20069"/>
          <a:stretch>
            <a:fillRect/>
          </a:stretch>
        </p:blipFill>
        <p:spPr>
          <a:xfrm>
            <a:off x="191771" y="1512682"/>
            <a:ext cx="5043380" cy="3590679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  <p:pic>
        <p:nvPicPr>
          <p:cNvPr id="8" name="Picture 7" descr="Componente Rigidbody con Use Gravity activo"/>
          <p:cNvPicPr>
            <a:picLocks noChangeAspect="1"/>
          </p:cNvPicPr>
          <p:nvPr/>
        </p:nvPicPr>
        <p:blipFill>
          <a:blip r:embed="rId5"/>
          <a:srcRect l="25371" t="6668" r="108" b="17619"/>
          <a:stretch>
            <a:fillRect/>
          </a:stretch>
        </p:blipFill>
        <p:spPr>
          <a:xfrm>
            <a:off x="5862598" y="1120334"/>
            <a:ext cx="5963989" cy="4126950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566928" y="5614416"/>
            <a:ext cx="10149840" cy="786384"/>
          </a:xfrm>
          <a:prstGeom prst="rect">
            <a:avLst/>
          </a:prstGeom>
          <a:solidFill>
            <a:srgbClr val="31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5742432"/>
            <a:ext cx="952241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Neuromax SemBd"/>
              </a:rPr>
              <a:t>Presiona Play: el cubo cae y se detiene en el plano. Usa Pause y Step para verlo cuadro a cuadro.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8520" y="6143734"/>
            <a:ext cx="95097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1400" dirty="0">
                <a:solidFill>
                  <a:srgbClr val="F08A3C"/>
                </a:solidFill>
                <a:latin typeface="Neuromax SemBd"/>
              </a:rPr>
              <a:t>NOTA. con</a:t>
            </a:r>
            <a:r>
              <a:rPr sz="1400" b="0" i="0" dirty="0">
                <a:solidFill>
                  <a:srgbClr val="F08A3C"/>
                </a:solidFill>
                <a:latin typeface="Neuromax SemBd"/>
              </a:rPr>
              <a:t> </a:t>
            </a:r>
            <a:r>
              <a:rPr sz="1400" b="0" i="0" dirty="0" err="1">
                <a:solidFill>
                  <a:srgbClr val="F08A3C"/>
                </a:solidFill>
                <a:latin typeface="Neuromax SemBd"/>
              </a:rPr>
              <a:t>Rigidbody</a:t>
            </a:r>
            <a:r>
              <a:rPr sz="1400" b="0" i="0" dirty="0">
                <a:solidFill>
                  <a:srgbClr val="F08A3C"/>
                </a:solidFill>
                <a:latin typeface="Neuromax SemBd"/>
              </a:rPr>
              <a:t>, lo correcto es mover con </a:t>
            </a:r>
            <a:r>
              <a:rPr sz="1400" b="0" i="0" dirty="0" err="1">
                <a:solidFill>
                  <a:srgbClr val="F08A3C"/>
                </a:solidFill>
                <a:latin typeface="Neuromax SemBd"/>
              </a:rPr>
              <a:t>MovePosition</a:t>
            </a:r>
            <a:r>
              <a:rPr sz="1400" b="0" i="0" dirty="0">
                <a:solidFill>
                  <a:srgbClr val="F08A3C"/>
                </a:solidFill>
                <a:latin typeface="Neuromax SemBd"/>
              </a:rPr>
              <a:t> en </a:t>
            </a:r>
            <a:r>
              <a:rPr sz="1400" b="0" i="0" dirty="0" err="1">
                <a:solidFill>
                  <a:srgbClr val="F08A3C"/>
                </a:solidFill>
                <a:latin typeface="Neuromax SemBd"/>
              </a:rPr>
              <a:t>FixedUpdate</a:t>
            </a:r>
            <a:r>
              <a:rPr sz="1400" b="0" i="0" dirty="0">
                <a:solidFill>
                  <a:srgbClr val="F08A3C"/>
                </a:solidFill>
                <a:latin typeface="Neuromax SemBd"/>
              </a:rPr>
              <a:t>.</a:t>
            </a:r>
            <a:r>
              <a:rPr lang="es-ES" sz="1400" dirty="0">
                <a:solidFill>
                  <a:srgbClr val="F08A3C"/>
                </a:solidFill>
                <a:latin typeface="Neuromax SemBd"/>
              </a:rPr>
              <a:t> (mejor practica opcional)</a:t>
            </a:r>
            <a:endParaRPr lang="es-ES" sz="1400" b="0" i="0" dirty="0">
              <a:solidFill>
                <a:srgbClr val="F08A3C"/>
              </a:solidFill>
              <a:latin typeface="Neuromax SemBd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96D88F3-30DC-1F82-13C1-11631D1012BC}"/>
              </a:ext>
            </a:extLst>
          </p:cNvPr>
          <p:cNvSpPr/>
          <p:nvPr/>
        </p:nvSpPr>
        <p:spPr>
          <a:xfrm>
            <a:off x="3519487" y="4186236"/>
            <a:ext cx="1706164" cy="9143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DC75375-3984-819C-081D-2254D992F186}"/>
              </a:ext>
            </a:extLst>
          </p:cNvPr>
          <p:cNvSpPr/>
          <p:nvPr/>
        </p:nvSpPr>
        <p:spPr>
          <a:xfrm>
            <a:off x="9621440" y="4644627"/>
            <a:ext cx="1706164" cy="1643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6114" y="217183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PREPARAR LA DEPURACIÓN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6114" y="859433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VS Code se conecta al editor y detiene el juego en tus breakpoints.</a:t>
            </a:r>
          </a:p>
        </p:txBody>
      </p:sp>
      <p:pic>
        <p:nvPicPr>
          <p:cNvPr id="7" name="Picture 6" descr="Panel Run and Debug con Attach to Unit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767" y="1895404"/>
            <a:ext cx="4160520" cy="1974663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  <p:pic>
        <p:nvPicPr>
          <p:cNvPr id="8" name="Picture 7" descr="Botones Play, Pause y Step de Unit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459" y="4089744"/>
            <a:ext cx="4141134" cy="1014984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115965" y="5278023"/>
            <a:ext cx="4670673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1500" b="1" dirty="0" err="1">
                <a:solidFill>
                  <a:srgbClr val="B54A0E"/>
                </a:solidFill>
                <a:latin typeface="Neuromax SemBd"/>
              </a:rPr>
              <a:t>Despues</a:t>
            </a:r>
            <a:r>
              <a:rPr lang="es-ES" sz="1500" b="1" dirty="0">
                <a:solidFill>
                  <a:srgbClr val="B54A0E"/>
                </a:solidFill>
                <a:latin typeface="Neuromax SemBd"/>
              </a:rPr>
              <a:t> poner </a:t>
            </a:r>
            <a:r>
              <a:rPr lang="es-ES" sz="1500" b="1" dirty="0" err="1">
                <a:solidFill>
                  <a:srgbClr val="B54A0E"/>
                </a:solidFill>
                <a:latin typeface="Neuromax SemBd"/>
              </a:rPr>
              <a:t>attach</a:t>
            </a:r>
            <a:r>
              <a:rPr lang="es-ES" sz="1500" b="1" dirty="0">
                <a:solidFill>
                  <a:srgbClr val="B54A0E"/>
                </a:solidFill>
                <a:latin typeface="Neuromax SemBd"/>
              </a:rPr>
              <a:t> </a:t>
            </a:r>
            <a:r>
              <a:rPr lang="es-ES" sz="1500" b="1" dirty="0" err="1">
                <a:solidFill>
                  <a:srgbClr val="B54A0E"/>
                </a:solidFill>
                <a:latin typeface="Neuromax SemBd"/>
              </a:rPr>
              <a:t>to</a:t>
            </a:r>
            <a:r>
              <a:rPr lang="es-ES" sz="1500" b="1" dirty="0">
                <a:solidFill>
                  <a:srgbClr val="B54A0E"/>
                </a:solidFill>
                <a:latin typeface="Neuromax SemBd"/>
              </a:rPr>
              <a:t> </a:t>
            </a:r>
            <a:r>
              <a:rPr lang="es-ES" sz="1500" b="1" dirty="0" err="1">
                <a:solidFill>
                  <a:srgbClr val="B54A0E"/>
                </a:solidFill>
                <a:latin typeface="Neuromax SemBd"/>
              </a:rPr>
              <a:t>unity</a:t>
            </a:r>
            <a:r>
              <a:rPr lang="es-ES" sz="1500" b="1" dirty="0">
                <a:solidFill>
                  <a:srgbClr val="B54A0E"/>
                </a:solidFill>
                <a:latin typeface="Neuromax SemBd"/>
              </a:rPr>
              <a:t> se prueba el </a:t>
            </a:r>
            <a:r>
              <a:rPr lang="es-ES" sz="1500" b="1" dirty="0" err="1">
                <a:solidFill>
                  <a:srgbClr val="B54A0E"/>
                </a:solidFill>
                <a:latin typeface="Neuromax SemBd"/>
              </a:rPr>
              <a:t>codigo</a:t>
            </a:r>
            <a:r>
              <a:rPr lang="es-ES" sz="1500" b="1" dirty="0">
                <a:solidFill>
                  <a:srgbClr val="B54A0E"/>
                </a:solidFill>
                <a:latin typeface="Neuromax SemBd"/>
              </a:rPr>
              <a:t> con Play</a:t>
            </a:r>
            <a:endParaRPr lang="es-ES" sz="1500" b="1" i="0" dirty="0">
              <a:solidFill>
                <a:srgbClr val="B54A0E"/>
              </a:solidFill>
              <a:latin typeface="Neuromax SemB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74920" y="1499616"/>
            <a:ext cx="2743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54A0E"/>
                </a:solidFill>
                <a:latin typeface="Neuromax SemB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1463040"/>
            <a:ext cx="5989320" cy="2752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"/>
              </a:rPr>
              <a:t>Abre Run and Debug: ⇧⌘D o Ctrl+Shift+D.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231136"/>
            <a:ext cx="2743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54A0E"/>
                </a:solidFill>
                <a:latin typeface="Neuromax SemB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194560"/>
            <a:ext cx="59893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"/>
              </a:rPr>
              <a:t>Elige “Attach to Unity”.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962656"/>
            <a:ext cx="2743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54A0E"/>
                </a:solidFill>
                <a:latin typeface="Neuromax SemB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926079"/>
            <a:ext cx="59893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"/>
              </a:rPr>
              <a:t>Presiona Play en Unity.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3694175"/>
            <a:ext cx="2743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54A0E"/>
                </a:solidFill>
                <a:latin typeface="Neuromax SemB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3657599"/>
            <a:ext cx="59893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"/>
              </a:rPr>
              <a:t>Cuando VS Code se conecte, los breakpoints se activan.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47072" y="4616119"/>
            <a:ext cx="4387829" cy="1142535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7664" y="4734991"/>
            <a:ext cx="373095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54A0E"/>
                </a:solidFill>
                <a:latin typeface="Neuromax SemBd"/>
              </a:rPr>
              <a:t>SI NO APARECE “ATTACH TO UNITY”</a:t>
            </a:r>
            <a:endParaRPr lang="es-ES" sz="1600" b="0" i="0">
              <a:solidFill>
                <a:srgbClr val="B54A0E"/>
              </a:solidFill>
              <a:latin typeface="Neuromax SemB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75528" y="5144403"/>
            <a:ext cx="3718044" cy="4936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sz="1600" b="0" i="0">
                <a:solidFill>
                  <a:srgbClr val="31324A"/>
                </a:solidFill>
                <a:latin typeface="Neuromax"/>
              </a:rPr>
              <a:t>Abre el </a:t>
            </a:r>
            <a:r>
              <a:rPr sz="1600" b="0" i="0" err="1">
                <a:solidFill>
                  <a:srgbClr val="31324A"/>
                </a:solidFill>
                <a:latin typeface="Neuromax"/>
              </a:rPr>
              <a:t>proyecto</a:t>
            </a:r>
            <a:r>
              <a:rPr sz="1600" b="0" i="0" dirty="0">
                <a:solidFill>
                  <a:srgbClr val="31324A"/>
                </a:solidFill>
                <a:latin typeface="Neuromax"/>
              </a:rPr>
              <a:t> </a:t>
            </a:r>
            <a:r>
              <a:rPr sz="1600" b="0" i="0" err="1">
                <a:solidFill>
                  <a:srgbClr val="31324A"/>
                </a:solidFill>
                <a:latin typeface="Neuromax"/>
              </a:rPr>
              <a:t>desde</a:t>
            </a:r>
            <a:r>
              <a:rPr sz="1600" b="0" i="0">
                <a:solidFill>
                  <a:srgbClr val="31324A"/>
                </a:solidFill>
                <a:latin typeface="Neuromax"/>
              </a:rPr>
              <a:t> Unity </a:t>
            </a:r>
            <a:r>
              <a:rPr sz="1600" b="0" i="0" err="1">
                <a:solidFill>
                  <a:srgbClr val="31324A"/>
                </a:solidFill>
                <a:latin typeface="Neuromax"/>
              </a:rPr>
              <a:t>una</a:t>
            </a:r>
            <a:r>
              <a:rPr sz="1600" b="0" i="0" dirty="0">
                <a:solidFill>
                  <a:srgbClr val="31324A"/>
                </a:solidFill>
                <a:latin typeface="Neuromax"/>
              </a:rPr>
              <a:t> </a:t>
            </a:r>
            <a:r>
              <a:rPr sz="1600" b="0" i="0" err="1">
                <a:solidFill>
                  <a:srgbClr val="31324A"/>
                </a:solidFill>
                <a:latin typeface="Neuromax"/>
              </a:rPr>
              <a:t>vez</a:t>
            </a:r>
            <a:r>
              <a:rPr sz="1600" b="0" i="0" dirty="0">
                <a:solidFill>
                  <a:srgbClr val="31324A"/>
                </a:solidFill>
                <a:latin typeface="Neuromax"/>
              </a:rPr>
              <a:t> </a:t>
            </a:r>
            <a:endParaRPr lang="es-ES" dirty="0"/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31324A"/>
                </a:solidFill>
                <a:latin typeface="Neuromax"/>
              </a:rPr>
              <a:t>para </a:t>
            </a:r>
            <a:r>
              <a:rPr sz="1600" b="0" i="0" dirty="0" err="1">
                <a:solidFill>
                  <a:srgbClr val="31324A"/>
                </a:solidFill>
                <a:latin typeface="Neuromax"/>
              </a:rPr>
              <a:t>que</a:t>
            </a:r>
            <a:r>
              <a:rPr sz="1600" b="0" i="0" dirty="0">
                <a:solidFill>
                  <a:srgbClr val="31324A"/>
                </a:solidFill>
                <a:latin typeface="Neuromax"/>
              </a:rPr>
              <a:t> se </a:t>
            </a:r>
            <a:r>
              <a:rPr sz="1600" b="0" i="0" dirty="0" err="1">
                <a:solidFill>
                  <a:srgbClr val="31324A"/>
                </a:solidFill>
                <a:latin typeface="Neuromax"/>
              </a:rPr>
              <a:t>genere</a:t>
            </a:r>
            <a:r>
              <a:rPr sz="1600" b="0" i="0" dirty="0">
                <a:solidFill>
                  <a:srgbClr val="31324A"/>
                </a:solidFill>
                <a:latin typeface="Neuromax"/>
              </a:rPr>
              <a:t> .</a:t>
            </a:r>
            <a:r>
              <a:rPr sz="1600" b="0" i="0" dirty="0" err="1">
                <a:solidFill>
                  <a:srgbClr val="31324A"/>
                </a:solidFill>
                <a:latin typeface="Neuromax"/>
              </a:rPr>
              <a:t>vscode</a:t>
            </a:r>
            <a:r>
              <a:rPr sz="1600" b="0" i="0" dirty="0">
                <a:solidFill>
                  <a:srgbClr val="31324A"/>
                </a:solidFill>
                <a:latin typeface="Neuromax"/>
              </a:rPr>
              <a:t>/</a:t>
            </a:r>
            <a:r>
              <a:rPr sz="1600" b="0" i="0" dirty="0" err="1">
                <a:solidFill>
                  <a:srgbClr val="31324A"/>
                </a:solidFill>
                <a:latin typeface="Neuromax"/>
              </a:rPr>
              <a:t>launch.json</a:t>
            </a:r>
            <a:r>
              <a:rPr sz="1600" b="0" i="0" dirty="0">
                <a:solidFill>
                  <a:srgbClr val="31324A"/>
                </a:solidFill>
                <a:latin typeface="Neuromax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15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9877" y="217183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UN BREAKPOINT EN LA ROTACIÓN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1098" y="1104822"/>
            <a:ext cx="508938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Haz clic en el margen de la línea que reinicia la rotación.</a:t>
            </a:r>
          </a:p>
        </p:txBody>
      </p:sp>
      <p:pic>
        <p:nvPicPr>
          <p:cNvPr id="7" name="Picture 6" descr="Breakpoint rojo en la línea de transform.rot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683" y="1573293"/>
            <a:ext cx="7406640" cy="1131875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  <p:pic>
        <p:nvPicPr>
          <p:cNvPr id="8" name="Picture 7" descr="Breakpoint alcanzado, línea amarilla en VS Cod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261" y="3736590"/>
            <a:ext cx="7379313" cy="1078992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28751" y="2770581"/>
            <a:ext cx="7406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54A0E"/>
                </a:solidFill>
                <a:latin typeface="Neuromax SemBd"/>
              </a:rPr>
              <a:t>1  Punto rojo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8751" y="3008325"/>
            <a:ext cx="7406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El breakpoint está puesto, pero el juego todavía corre.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953517"/>
            <a:ext cx="7406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54A0E"/>
                </a:solidFill>
                <a:latin typeface="Neuromax SemBd"/>
              </a:rPr>
              <a:t>2  Línea amarilla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191261"/>
            <a:ext cx="7406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El juego se detuvo justo antes de ejecutar esa instrucción.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499616"/>
            <a:ext cx="2560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54A0E"/>
                </a:solidFill>
                <a:latin typeface="Neuromax SemB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469498"/>
            <a:ext cx="3154680" cy="4936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Clic en el margen: aparece el punto rojo.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304288"/>
            <a:ext cx="2560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54A0E"/>
                </a:solidFill>
                <a:latin typeface="Neuromax SemB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319373"/>
            <a:ext cx="3154680" cy="2425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Play + Attach to Unity.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3108960"/>
            <a:ext cx="2560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54A0E"/>
                </a:solidFill>
                <a:latin typeface="Neuromax SemB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124045"/>
            <a:ext cx="3154680" cy="2425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El juego se pausa en la línea.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3913631"/>
            <a:ext cx="2560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54A0E"/>
                </a:solidFill>
                <a:latin typeface="Neuromax SemB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928717"/>
            <a:ext cx="3154680" cy="2425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F10 avanza una línea; F5 continúa.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2683" y="5789392"/>
            <a:ext cx="74066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1" dirty="0">
                <a:solidFill>
                  <a:schemeClr val="tx2">
                    <a:lumMod val="76000"/>
                  </a:schemeClr>
                </a:solidFill>
                <a:latin typeface="Neuromax"/>
              </a:rPr>
              <a:t>La línea 43 puede ser otra en tu archivo: busca </a:t>
            </a:r>
            <a:r>
              <a:rPr sz="1600" b="1" i="1" dirty="0" err="1">
                <a:solidFill>
                  <a:schemeClr val="tx2">
                    <a:lumMod val="76000"/>
                  </a:schemeClr>
                </a:solidFill>
                <a:latin typeface="Neuromax"/>
              </a:rPr>
              <a:t>transform.rotation</a:t>
            </a:r>
            <a:r>
              <a:rPr sz="1600" b="1" i="1" dirty="0">
                <a:solidFill>
                  <a:schemeClr val="tx2">
                    <a:lumMod val="76000"/>
                  </a:schemeClr>
                </a:solidFill>
                <a:latin typeface="Neuromax"/>
              </a:rPr>
              <a:t>.</a:t>
            </a:r>
            <a:endParaRPr lang="es-ES" sz="1600" b="1" i="1">
              <a:solidFill>
                <a:schemeClr val="tx2">
                  <a:lumMod val="76000"/>
                </a:schemeClr>
              </a:solidFill>
              <a:latin typeface="Neuromax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43316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LEER LAS 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82539"/>
            <a:ext cx="109270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0" i="0" dirty="0">
                <a:solidFill>
                  <a:srgbClr val="4F5361"/>
                </a:solidFill>
                <a:latin typeface="Neuromax"/>
              </a:rPr>
              <a:t>En el panel Variables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ves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el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estado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s-ES" sz="1600" dirty="0">
                <a:solidFill>
                  <a:srgbClr val="4F5361"/>
                </a:solidFill>
                <a:latin typeface="Neuromax"/>
              </a:rPr>
              <a:t>de todas las</a:t>
            </a:r>
            <a:r>
              <a:rPr lang="es-ES"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s-ES" sz="1600" dirty="0">
                <a:solidFill>
                  <a:srgbClr val="4F5361"/>
                </a:solidFill>
                <a:latin typeface="Neuromax"/>
              </a:rPr>
              <a:t>variables internas del </a:t>
            </a:r>
            <a:r>
              <a:rPr lang="es-ES" sz="1600" dirty="0" err="1">
                <a:solidFill>
                  <a:srgbClr val="4F5361"/>
                </a:solidFill>
                <a:latin typeface="Neuromax"/>
              </a:rPr>
              <a:t>Gameobject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, sin usar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Debug.Log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.</a:t>
            </a:r>
          </a:p>
        </p:txBody>
      </p:sp>
      <p:pic>
        <p:nvPicPr>
          <p:cNvPr id="7" name="Picture 6" descr="Panel Variables de VS Code mostrando transform.rot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842" y="1626708"/>
            <a:ext cx="7452360" cy="3289780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989570" y="1493234"/>
            <a:ext cx="33832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54A0E"/>
                </a:solidFill>
                <a:latin typeface="Menlo"/>
              </a:rPr>
              <a:t>this.gameObject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4851" y="1799653"/>
            <a:ext cx="3383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El cubo que estás depurando.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9570" y="2279618"/>
            <a:ext cx="33832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54A0E"/>
                </a:solidFill>
                <a:latin typeface="Menlo"/>
              </a:rPr>
              <a:t>transform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4851" y="2586037"/>
            <a:ext cx="3383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Su componente Transform.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9570" y="3066002"/>
            <a:ext cx="33832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54A0E"/>
                </a:solidFill>
                <a:latin typeface="Menlo"/>
              </a:rPr>
              <a:t>rotation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4851" y="3372421"/>
            <a:ext cx="3383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Un Quaternion (w, x, y, z); no son grados.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9570" y="3852386"/>
            <a:ext cx="33832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54A0E"/>
                </a:solidFill>
                <a:latin typeface="Menlo"/>
              </a:rPr>
              <a:t>eulerAngles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4851" y="4158805"/>
            <a:ext cx="33832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La misma rotación en grados, como en el Inspector.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4851" y="4734877"/>
            <a:ext cx="33832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1324A"/>
                </a:solidFill>
                <a:latin typeface="Neuromax SemBd"/>
              </a:rPr>
              <a:t>Space: rotation = identity, eulerAngles = (0,0,0).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8632" y="5464206"/>
            <a:ext cx="7119700" cy="525304"/>
          </a:xfrm>
          <a:prstGeom prst="rect">
            <a:avLst/>
          </a:prstGeom>
          <a:solidFill>
            <a:srgbClr val="31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4235" y="5625178"/>
            <a:ext cx="671012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0" dirty="0">
                <a:solidFill>
                  <a:srgbClr val="FFFFFF"/>
                </a:solidFill>
                <a:latin typeface="Neuromax SemBd"/>
              </a:rPr>
              <a:t>El Inspector </a:t>
            </a:r>
            <a:r>
              <a:rPr sz="1500" b="0" i="0" dirty="0" err="1">
                <a:solidFill>
                  <a:srgbClr val="FFFFFF"/>
                </a:solidFill>
                <a:latin typeface="Neuromax SemBd"/>
              </a:rPr>
              <a:t>muestra</a:t>
            </a:r>
            <a:r>
              <a:rPr sz="1500" b="0" i="0" dirty="0">
                <a:solidFill>
                  <a:srgbClr val="FFFFFF"/>
                </a:solidFill>
                <a:latin typeface="Neuromax SemBd"/>
              </a:rPr>
              <a:t> </a:t>
            </a:r>
            <a:r>
              <a:rPr sz="1500" b="0" i="0" dirty="0" err="1">
                <a:solidFill>
                  <a:srgbClr val="FFFFFF"/>
                </a:solidFill>
                <a:latin typeface="Neuromax SemBd"/>
              </a:rPr>
              <a:t>ángulos</a:t>
            </a:r>
            <a:r>
              <a:rPr sz="1500" b="0" i="0" dirty="0">
                <a:solidFill>
                  <a:srgbClr val="FFFFFF"/>
                </a:solidFill>
                <a:latin typeface="Neuromax SemBd"/>
              </a:rPr>
              <a:t> de Euler; </a:t>
            </a:r>
            <a:r>
              <a:rPr lang="es-ES" sz="1500" dirty="0">
                <a:solidFill>
                  <a:srgbClr val="FFFFFF"/>
                </a:solidFill>
                <a:latin typeface="Neuromax SemBd"/>
              </a:rPr>
              <a:t>   </a:t>
            </a:r>
            <a:r>
              <a:rPr sz="1500" b="0" i="0" dirty="0">
                <a:solidFill>
                  <a:srgbClr val="FFFFFF"/>
                </a:solidFill>
                <a:latin typeface="Neuromax SemBd"/>
              </a:rPr>
              <a:t>VS Code </a:t>
            </a:r>
            <a:r>
              <a:rPr sz="1500" b="0" i="0" dirty="0" err="1">
                <a:solidFill>
                  <a:srgbClr val="FFFFFF"/>
                </a:solidFill>
                <a:latin typeface="Neuromax SemBd"/>
              </a:rPr>
              <a:t>muestra</a:t>
            </a:r>
            <a:r>
              <a:rPr sz="1500" b="0" i="0" dirty="0">
                <a:solidFill>
                  <a:srgbClr val="FFFFFF"/>
                </a:solidFill>
                <a:latin typeface="Neuromax SemBd"/>
              </a:rPr>
              <a:t> el Quaternion </a:t>
            </a:r>
            <a:r>
              <a:rPr sz="1500" b="0" i="0" dirty="0" err="1">
                <a:solidFill>
                  <a:srgbClr val="FFFFFF"/>
                </a:solidFill>
                <a:latin typeface="Neuromax SemBd"/>
              </a:rPr>
              <a:t>completo</a:t>
            </a:r>
            <a:r>
              <a:rPr sz="1500" b="0" i="0" dirty="0">
                <a:solidFill>
                  <a:srgbClr val="FFFFFF"/>
                </a:solidFill>
                <a:latin typeface="Neuromax SemBd"/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0475" y="219504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LO QUE APRENDISTE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475" y="823008"/>
            <a:ext cx="10927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Cuatro ideas y un reto para el laboratorio.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5074920" cy="1225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68580" cy="1225296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62763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08A3C"/>
                </a:solidFill>
                <a:latin typeface="Neuromax SemB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60020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31315"/>
                </a:solidFill>
                <a:latin typeface="Neuromax SemBd"/>
              </a:rPr>
              <a:t>HUB Y PLANTILLA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1997202"/>
            <a:ext cx="40690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>Unity Personal + Universal 3D (URP).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88736" y="1481328"/>
            <a:ext cx="5074920" cy="1225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88736" y="1481328"/>
            <a:ext cx="68580" cy="1225296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162763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2185B"/>
                </a:solidFill>
                <a:latin typeface="Neuromax SemB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60020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31315"/>
                </a:solidFill>
                <a:latin typeface="Neuromax SemBd"/>
              </a:rPr>
              <a:t>GAMEOBJECT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997202"/>
            <a:ext cx="40690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>Transform + componentes; el Inspector los muestra.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871216"/>
            <a:ext cx="5074920" cy="1225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2871216"/>
            <a:ext cx="68580" cy="1225296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01752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08A3C"/>
                </a:solidFill>
                <a:latin typeface="Neuromax SemB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299008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31315"/>
                </a:solidFill>
                <a:latin typeface="Neuromax SemBd"/>
              </a:rPr>
              <a:t>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387090"/>
            <a:ext cx="40690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>MonoBehaviour, Update y el Input System.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88736" y="2871216"/>
            <a:ext cx="5074920" cy="1225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88736" y="2871216"/>
            <a:ext cx="68580" cy="1225296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0" y="301752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2185B"/>
                </a:solidFill>
                <a:latin typeface="Neuromax SemB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99008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31315"/>
                </a:solidFill>
                <a:latin typeface="Neuromax SemBd"/>
              </a:rPr>
              <a:t>FÍSICA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387090"/>
            <a:ext cx="40690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>Rigidbody + Use Gravity + colliders.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4787" y="4370832"/>
            <a:ext cx="10207704" cy="109728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4498848"/>
            <a:ext cx="38404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1600">
                <a:solidFill>
                  <a:srgbClr val="B54A0E"/>
                </a:solidFill>
                <a:latin typeface="Neuromax SemBd"/>
              </a:rPr>
              <a:t>ACTIVIDAD EN CLASE</a:t>
            </a:r>
            <a:endParaRPr lang="es-ES" sz="1600">
              <a:ea typeface="Calibri"/>
              <a:cs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7241" y="4920710"/>
            <a:ext cx="8887300" cy="4319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sz="1400" b="0" i="0" dirty="0" err="1">
                <a:solidFill>
                  <a:srgbClr val="31324A"/>
                </a:solidFill>
                <a:latin typeface="Neuromax"/>
              </a:rPr>
              <a:t>Agrega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 un </a:t>
            </a:r>
            <a:r>
              <a:rPr sz="1400" b="0" i="0" dirty="0" err="1">
                <a:solidFill>
                  <a:srgbClr val="31324A"/>
                </a:solidFill>
                <a:latin typeface="Neuromax"/>
              </a:rPr>
              <a:t>segundo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 </a:t>
            </a:r>
            <a:r>
              <a:rPr lang="es-ES" sz="1400" dirty="0">
                <a:solidFill>
                  <a:srgbClr val="31324A"/>
                </a:solidFill>
                <a:latin typeface="Neuromax"/>
              </a:rPr>
              <a:t>esfera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, </a:t>
            </a:r>
            <a:r>
              <a:rPr sz="1400" b="0" i="0" dirty="0" err="1">
                <a:solidFill>
                  <a:srgbClr val="31324A"/>
                </a:solidFill>
                <a:latin typeface="Neuromax"/>
              </a:rPr>
              <a:t>ponle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 </a:t>
            </a:r>
            <a:r>
              <a:rPr sz="1400" b="0" i="0" dirty="0" err="1">
                <a:solidFill>
                  <a:srgbClr val="31324A"/>
                </a:solidFill>
                <a:latin typeface="Neuromax"/>
              </a:rPr>
              <a:t>Rigidbody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 </a:t>
            </a:r>
            <a:r>
              <a:rPr lang="es-ES" sz="1400" dirty="0">
                <a:solidFill>
                  <a:srgbClr val="31324A"/>
                </a:solidFill>
                <a:latin typeface="Neuromax"/>
              </a:rPr>
              <a:t>para la </a:t>
            </a:r>
            <a:r>
              <a:rPr lang="es-ES" sz="1400" dirty="0" err="1">
                <a:solidFill>
                  <a:srgbClr val="31324A"/>
                </a:solidFill>
                <a:latin typeface="Neuromax"/>
              </a:rPr>
              <a:t>grabedad</a:t>
            </a:r>
            <a:r>
              <a:rPr lang="es-ES" sz="1400" dirty="0">
                <a:solidFill>
                  <a:srgbClr val="31324A"/>
                </a:solidFill>
                <a:latin typeface="Neuromax"/>
              </a:rPr>
              <a:t> 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y </a:t>
            </a:r>
            <a:r>
              <a:rPr sz="1400" b="0" i="0" dirty="0" err="1">
                <a:solidFill>
                  <a:srgbClr val="31324A"/>
                </a:solidFill>
                <a:latin typeface="Neuromax"/>
              </a:rPr>
              <a:t>usa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 </a:t>
            </a:r>
            <a:r>
              <a:rPr lang="es-ES" sz="1400" dirty="0">
                <a:solidFill>
                  <a:srgbClr val="31324A"/>
                </a:solidFill>
                <a:latin typeface="Neuromax"/>
              </a:rPr>
              <a:t>AWSD para moverla por el plano.  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31324A"/>
                </a:solidFill>
                <a:latin typeface="Neuromax"/>
              </a:rPr>
              <a:t>Luego </a:t>
            </a:r>
            <a:r>
              <a:rPr sz="1400" b="0" i="0" dirty="0" err="1">
                <a:solidFill>
                  <a:srgbClr val="31324A"/>
                </a:solidFill>
                <a:latin typeface="Neuromax"/>
              </a:rPr>
              <a:t>abre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 un breakpoint </a:t>
            </a:r>
            <a:r>
              <a:rPr sz="1400" b="0" i="0" dirty="0" err="1">
                <a:solidFill>
                  <a:srgbClr val="31324A"/>
                </a:solidFill>
                <a:latin typeface="Neuromax"/>
              </a:rPr>
              <a:t>en</a:t>
            </a:r>
            <a:r>
              <a:rPr sz="1400" b="0" i="0" dirty="0">
                <a:solidFill>
                  <a:srgbClr val="31324A"/>
                </a:solidFill>
                <a:latin typeface="Neuromax"/>
              </a:rPr>
              <a:t> la </a:t>
            </a:r>
            <a:r>
              <a:rPr sz="1400" b="0" i="0" dirty="0" err="1">
                <a:solidFill>
                  <a:srgbClr val="31324A"/>
                </a:solidFill>
                <a:latin typeface="Neuromax"/>
              </a:rPr>
              <a:t>rotación</a:t>
            </a:r>
            <a:endParaRPr sz="1400">
              <a:solidFill>
                <a:srgbClr val="31324A"/>
              </a:solidFill>
              <a:latin typeface="Neuromax"/>
              <a:ea typeface="Calibri"/>
              <a:cs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019490" y="5810012"/>
            <a:ext cx="7322107" cy="420624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69058" y="5895499"/>
            <a:ext cx="693253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0" i="0" dirty="0">
                <a:solidFill>
                  <a:srgbClr val="B54A0E"/>
                </a:solidFill>
                <a:latin typeface="Neuromax SemBd"/>
              </a:rPr>
              <a:t>Si algo no </a:t>
            </a:r>
            <a:r>
              <a:rPr lang="es-ES" sz="1600" dirty="0">
                <a:solidFill>
                  <a:srgbClr val="B54A0E"/>
                </a:solidFill>
                <a:latin typeface="Neuromax SemBd"/>
              </a:rPr>
              <a:t>funciona o no se </a:t>
            </a:r>
            <a:r>
              <a:rPr sz="1600" b="0" i="0" dirty="0" err="1">
                <a:solidFill>
                  <a:srgbClr val="B54A0E"/>
                </a:solidFill>
                <a:latin typeface="Neuromax SemBd"/>
              </a:rPr>
              <a:t>mueve</a:t>
            </a:r>
            <a:r>
              <a:rPr sz="1600" b="0" i="0" dirty="0">
                <a:solidFill>
                  <a:srgbClr val="B54A0E"/>
                </a:solidFill>
                <a:latin typeface="Neuromax SemBd"/>
              </a:rPr>
              <a:t>, </a:t>
            </a:r>
            <a:r>
              <a:rPr sz="1600" b="0" i="0" dirty="0" err="1">
                <a:solidFill>
                  <a:srgbClr val="B54A0E"/>
                </a:solidFill>
                <a:latin typeface="Neuromax SemBd"/>
              </a:rPr>
              <a:t>revisa</a:t>
            </a:r>
            <a:r>
              <a:rPr sz="1600" b="0" i="0" dirty="0">
                <a:solidFill>
                  <a:srgbClr val="B54A0E"/>
                </a:solidFill>
                <a:latin typeface="Neuromax SemBd"/>
              </a:rPr>
              <a:t> la Console antes de </a:t>
            </a:r>
            <a:r>
              <a:rPr sz="1600" b="0" i="0" dirty="0" err="1">
                <a:solidFill>
                  <a:srgbClr val="B54A0E"/>
                </a:solidFill>
                <a:latin typeface="Neuromax SemBd"/>
              </a:rPr>
              <a:t>cambiar</a:t>
            </a:r>
            <a:r>
              <a:rPr sz="1600" b="0" i="0" dirty="0">
                <a:solidFill>
                  <a:srgbClr val="B54A0E"/>
                </a:solidFill>
                <a:latin typeface="Neuromax SemBd"/>
              </a:rPr>
              <a:t> el </a:t>
            </a:r>
            <a:r>
              <a:rPr sz="1600" b="0" i="0" dirty="0" err="1">
                <a:solidFill>
                  <a:srgbClr val="B54A0E"/>
                </a:solidFill>
                <a:latin typeface="Neuromax SemBd"/>
              </a:rPr>
              <a:t>código</a:t>
            </a:r>
            <a:r>
              <a:rPr sz="1600" b="0" i="0" dirty="0">
                <a:solidFill>
                  <a:srgbClr val="B54A0E"/>
                </a:solidFill>
                <a:latin typeface="Neuromax SemBd"/>
              </a:rPr>
              <a:t>.</a:t>
            </a:r>
            <a:endParaRPr lang="es-ES" sz="1600" b="0" i="0" dirty="0">
              <a:solidFill>
                <a:srgbClr val="B54A0E"/>
              </a:solidFill>
              <a:latin typeface="Neuromax SemB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600200"/>
            <a:ext cx="1219169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0" b="0" i="0">
                <a:solidFill>
                  <a:srgbClr val="131315"/>
                </a:solidFill>
                <a:latin typeface="Neuromax SemBd"/>
              </a:rPr>
              <a:t>¿PREGUNTAS?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99232"/>
            <a:ext cx="1219169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 dirty="0" err="1">
                <a:solidFill>
                  <a:srgbClr val="4F5361"/>
                </a:solidFill>
                <a:latin typeface="Neuromax"/>
              </a:rPr>
              <a:t>Siguiente</a:t>
            </a:r>
            <a:r>
              <a:rPr sz="2000" b="0" i="0" dirty="0">
                <a:solidFill>
                  <a:srgbClr val="4F5361"/>
                </a:solidFill>
                <a:latin typeface="Neuromax"/>
              </a:rPr>
              <a:t>: </a:t>
            </a:r>
            <a:r>
              <a:rPr lang="es-ES" sz="2000" dirty="0">
                <a:solidFill>
                  <a:srgbClr val="4F5361"/>
                </a:solidFill>
                <a:latin typeface="Neuromax"/>
              </a:rPr>
              <a:t>Unity HUD, interface, texto y botones</a:t>
            </a:r>
            <a:endParaRPr lang="es-ES" sz="2000" b="0" i="0" dirty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3511296"/>
            <a:ext cx="1219169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54A0E"/>
                </a:solidFill>
                <a:latin typeface="Neuromax SemBd"/>
              </a:rPr>
              <a:t>El cubo ya se mueve; ahora hazlo tuyo.</a:t>
            </a:r>
          </a:p>
        </p:txBody>
      </p:sp>
      <p:pic>
        <p:nvPicPr>
          <p:cNvPr id="6" name="Picture 5" descr="Estrella pixel 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2057744"/>
            <a:ext cx="777240" cy="739975"/>
          </a:xfrm>
          <a:prstGeom prst="rect">
            <a:avLst/>
          </a:prstGeom>
        </p:spPr>
      </p:pic>
      <p:pic>
        <p:nvPicPr>
          <p:cNvPr id="7" name="Picture 6" descr="Cofre pixel 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1289" y="4279392"/>
            <a:ext cx="2414261" cy="1280160"/>
          </a:xfrm>
          <a:prstGeom prst="rect">
            <a:avLst/>
          </a:prstGeom>
        </p:spPr>
      </p:pic>
      <p:pic>
        <p:nvPicPr>
          <p:cNvPr id="8" name="Picture 7" descr="Árbol pixel ar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982348"/>
            <a:ext cx="1051560" cy="18833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32</Slides>
  <Notes>32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3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T8.6 · Unity desde cero</dc:title>
  <dc:subject>Instalar Unity, crear un proyecto URP 3D, mover un cubo y depurar con VS Code</dc:subject>
  <dc:creator>TC2005B · Construcción de Software</dc:creator>
  <cp:keywords>Unity, URP, C#, Rigidbody, Visual Studio Code, TC2005B</cp:keywords>
  <dc:description>generated using python-pptx</dc:description>
  <cp:lastModifiedBy>Steve Canny</cp:lastModifiedBy>
  <cp:revision>541</cp:revision>
  <dcterms:created xsi:type="dcterms:W3CDTF">2013-01-27T09:14:16Z</dcterms:created>
  <dcterms:modified xsi:type="dcterms:W3CDTF">2026-10-27T16:57:59Z</dcterms:modified>
  <cp:category/>
</cp:coreProperties>
</file>